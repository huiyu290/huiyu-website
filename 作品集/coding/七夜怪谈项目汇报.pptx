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8" r:id="rId3"/>
    <p:sldId id="272" r:id="rId4"/>
    <p:sldId id="271" r:id="rId5"/>
    <p:sldId id="273" r:id="rId6"/>
    <p:sldId id="313" r:id="rId7"/>
    <p:sldId id="306" r:id="rId8"/>
    <p:sldId id="307" r:id="rId9"/>
    <p:sldId id="310" r:id="rId10"/>
    <p:sldId id="322" r:id="rId11"/>
    <p:sldId id="280" r:id="rId12"/>
    <p:sldId id="309" r:id="rId13"/>
    <p:sldId id="274" r:id="rId14"/>
    <p:sldId id="328" r:id="rId15"/>
    <p:sldId id="311" r:id="rId16"/>
    <p:sldId id="312" r:id="rId17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15" autoAdjust="0"/>
    <p:restoredTop sz="94660"/>
  </p:normalViewPr>
  <p:slideViewPr>
    <p:cSldViewPr>
      <p:cViewPr varScale="1">
        <p:scale>
          <a:sx n="93" d="100"/>
          <a:sy n="93" d="100"/>
        </p:scale>
        <p:origin x="726" y="66"/>
      </p:cViewPr>
      <p:guideLst>
        <p:guide orient="horz" pos="1650"/>
        <p:guide pos="2948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notesMaster" Target="notesMasters/notesMaster1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00ED05-DB95-44D5-A441-E885C375859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7CED1F-38FE-483D-B075-E1B580CD748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3250">
        <p15:prstTrans prst="origami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3250">
        <p15:prstTrans prst="origami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3250">
        <p15:prstTrans prst="origami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3250">
        <p15:prstTrans prst="origami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3250">
        <p15:prstTrans prst="origami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3250">
        <p15:prstTrans prst="origami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3250">
        <p15:prstTrans prst="origami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3250">
        <p15:prstTrans prst="origami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3250">
        <p15:prstTrans prst="origami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3250">
        <p15:prstTrans prst="origami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3250">
        <p15:prstTrans prst="origami"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ull Screen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2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51435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3250">
        <p15:prstTrans prst="origami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1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0000" b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3250">
        <p15:prstTrans prst="origami"/>
      </p:transition>
    </mc:Choice>
    <mc:Fallback>
      <p:transition spd="slow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矩形 497"/>
          <p:cNvSpPr/>
          <p:nvPr/>
        </p:nvSpPr>
        <p:spPr>
          <a:xfrm>
            <a:off x="2877185" y="3929380"/>
            <a:ext cx="4824095" cy="8604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zh-CN" altLang="en-US" dirty="0" smtClean="0">
              <a:solidFill>
                <a:schemeClr val="bg1"/>
              </a:solidFill>
              <a:latin typeface="方正静蕾简体" pitchFamily="2" charset="-122"/>
              <a:ea typeface="方正静蕾简体" pitchFamily="2" charset="-122"/>
            </a:endParaRPr>
          </a:p>
          <a:p>
            <a:r>
              <a:rPr lang="zh-CN" altLang="en-US" sz="1600" b="1" dirty="0" smtClean="0">
                <a:solidFill>
                  <a:schemeClr val="bg1"/>
                </a:solidFill>
                <a:latin typeface="方正静蕾简体" pitchFamily="2" charset="-122"/>
                <a:ea typeface="方正静蕾简体" pitchFamily="2" charset="-122"/>
              </a:rPr>
              <a:t>小组成员</a:t>
            </a:r>
            <a:endParaRPr lang="zh-CN" altLang="en-US" sz="1600" b="1" dirty="0" smtClean="0">
              <a:solidFill>
                <a:schemeClr val="bg1"/>
              </a:solidFill>
              <a:latin typeface="方正静蕾简体" pitchFamily="2" charset="-122"/>
              <a:ea typeface="方正静蕾简体" pitchFamily="2" charset="-122"/>
            </a:endParaRPr>
          </a:p>
          <a:p>
            <a:r>
              <a:rPr lang="zh-CN" altLang="en-US" sz="1600" dirty="0" smtClean="0">
                <a:solidFill>
                  <a:schemeClr val="bg1"/>
                </a:solidFill>
                <a:latin typeface="方正静蕾简体" pitchFamily="2" charset="-122"/>
                <a:ea typeface="方正静蕾简体" pitchFamily="2" charset="-122"/>
              </a:rPr>
              <a:t>王若琳 娄力瑾 惠瑜 李泉洁 张圣  </a:t>
            </a:r>
            <a:endParaRPr lang="zh-CN" altLang="en-US" sz="1600" dirty="0">
              <a:solidFill>
                <a:schemeClr val="bg1"/>
              </a:solidFill>
              <a:latin typeface="方正静蕾简体" pitchFamily="2" charset="-122"/>
              <a:ea typeface="方正静蕾简体" pitchFamily="2" charset="-122"/>
            </a:endParaRPr>
          </a:p>
        </p:txBody>
      </p:sp>
      <p:sp>
        <p:nvSpPr>
          <p:cNvPr id="12" name="矩形 11" descr="7b0a2020202022776f7264617274223a20227b5c2269645c223a32303039383639382c5c227469645c223a31333437377d220a7d0a"/>
          <p:cNvSpPr/>
          <p:nvPr/>
        </p:nvSpPr>
        <p:spPr>
          <a:xfrm>
            <a:off x="1508760" y="807085"/>
            <a:ext cx="5872480" cy="132207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p>
            <a:pPr algn="ctr"/>
            <a:r>
              <a:rPr lang="zh-CN" altLang="en-US" sz="8000" b="1" dirty="0" smtClean="0">
                <a:solidFill>
                  <a:schemeClr val="bg1"/>
                </a:solidFill>
                <a:latin typeface="站酷小薇LOGO体" panose="02010600010101010101" charset="-122"/>
                <a:ea typeface="站酷小薇LOGO体" panose="02010600010101010101" charset="-122"/>
                <a:cs typeface="站酷小薇LOGO体" panose="02010600010101010101" charset="-122"/>
              </a:rPr>
              <a:t>七 夜 怪 谈</a:t>
            </a:r>
            <a:endParaRPr lang="zh-CN" altLang="en-US" sz="8000" b="1" dirty="0" smtClean="0">
              <a:solidFill>
                <a:schemeClr val="bg1"/>
              </a:solidFill>
              <a:effectLst/>
              <a:latin typeface="站酷小薇LOGO体" panose="02010600010101010101" charset="-122"/>
              <a:ea typeface="站酷小薇LOGO体" panose="02010600010101010101" charset="-122"/>
              <a:cs typeface="站酷小薇LOGO体" panose="02010600010101010101" charset="-122"/>
            </a:endParaRPr>
          </a:p>
        </p:txBody>
      </p:sp>
      <p:pic>
        <p:nvPicPr>
          <p:cNvPr id="13" name="图片 12" descr="5BFF4E81355FE23B8CC9B16E33FFF35F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6370" y="674370"/>
            <a:ext cx="2924175" cy="4469130"/>
          </a:xfrm>
          <a:prstGeom prst="rect">
            <a:avLst/>
          </a:prstGeom>
        </p:spPr>
      </p:pic>
      <p:sp>
        <p:nvSpPr>
          <p:cNvPr id="14" name="矩形 13" descr="7b0a2020202022776f7264617274223a20227b5c2269645c223a32303039383639382c5c227469645c223a31333437377d220a7d0a"/>
          <p:cNvSpPr/>
          <p:nvPr/>
        </p:nvSpPr>
        <p:spPr>
          <a:xfrm>
            <a:off x="3331845" y="2684780"/>
            <a:ext cx="2480310" cy="70675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altLang="en-US" sz="2000" b="1" dirty="0" smtClean="0">
                <a:solidFill>
                  <a:schemeClr val="bg1"/>
                </a:solidFill>
                <a:latin typeface="方正静蕾简体" pitchFamily="2" charset="-122"/>
                <a:ea typeface="方正静蕾简体" pitchFamily="2" charset="-122"/>
              </a:rPr>
              <a:t>数字动画与游戏设计</a:t>
            </a:r>
            <a:endParaRPr lang="zh-CN" altLang="en-US" sz="2000" b="1" dirty="0" smtClean="0">
              <a:solidFill>
                <a:schemeClr val="bg1"/>
              </a:solidFill>
              <a:latin typeface="方正静蕾简体" pitchFamily="2" charset="-122"/>
              <a:ea typeface="方正静蕾简体" pitchFamily="2" charset="-122"/>
            </a:endParaRPr>
          </a:p>
          <a:p>
            <a:pPr algn="ctr"/>
            <a:r>
              <a:rPr lang="zh-CN" altLang="en-US" sz="2000" b="1" dirty="0" smtClean="0">
                <a:solidFill>
                  <a:schemeClr val="bg1"/>
                </a:solidFill>
                <a:latin typeface="方正静蕾简体" pitchFamily="2" charset="-122"/>
                <a:ea typeface="方正静蕾简体" pitchFamily="2" charset="-122"/>
              </a:rPr>
              <a:t>课程项目汇报</a:t>
            </a:r>
            <a:endParaRPr lang="zh-CN" altLang="en-US" sz="2000" b="1" dirty="0" smtClean="0">
              <a:solidFill>
                <a:schemeClr val="bg1"/>
              </a:solidFill>
              <a:latin typeface="方正静蕾简体" pitchFamily="2" charset="-122"/>
              <a:ea typeface="方正静蕾简体" pitchFamily="2" charset="-122"/>
            </a:endParaRPr>
          </a:p>
        </p:txBody>
      </p:sp>
      <p:pic>
        <p:nvPicPr>
          <p:cNvPr id="15" name="图片 14" descr="gir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24485" y="942975"/>
            <a:ext cx="2732405" cy="42005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3250">
        <p15:prstTrans prst="origami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文本框 109"/>
          <p:cNvSpPr txBox="1"/>
          <p:nvPr/>
        </p:nvSpPr>
        <p:spPr>
          <a:xfrm>
            <a:off x="1050925" y="2505075"/>
            <a:ext cx="260159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zh-CN" altLang="en-US" sz="6000" b="1" dirty="0" smtClean="0">
                <a:solidFill>
                  <a:schemeClr val="bg1"/>
                </a:solidFill>
                <a:latin typeface="方正静蕾简体" pitchFamily="2" charset="-122"/>
                <a:ea typeface="方正静蕾简体" pitchFamily="2" charset="-122"/>
              </a:rPr>
              <a:t>目录</a:t>
            </a:r>
            <a:endParaRPr lang="zh-CN" altLang="en-US" sz="6000" b="1" dirty="0" smtClean="0">
              <a:solidFill>
                <a:schemeClr val="bg1"/>
              </a:solidFill>
              <a:latin typeface="方正静蕾简体" pitchFamily="2" charset="-122"/>
              <a:ea typeface="方正静蕾简体" pitchFamily="2" charset="-122"/>
            </a:endParaRPr>
          </a:p>
        </p:txBody>
      </p:sp>
      <p:sp>
        <p:nvSpPr>
          <p:cNvPr id="132" name="文本框 131"/>
          <p:cNvSpPr txBox="1"/>
          <p:nvPr/>
        </p:nvSpPr>
        <p:spPr>
          <a:xfrm>
            <a:off x="5007921" y="1059386"/>
            <a:ext cx="3019776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chemeClr val="bg1"/>
                </a:solidFill>
                <a:latin typeface="方正静蕾简体" pitchFamily="2" charset="-122"/>
                <a:ea typeface="方正静蕾简体" pitchFamily="2" charset="-122"/>
              </a:rPr>
              <a:t>一</a:t>
            </a:r>
            <a:r>
              <a:rPr lang="en-US" altLang="zh-CN" sz="2400" b="1" dirty="0" smtClean="0">
                <a:solidFill>
                  <a:schemeClr val="bg1"/>
                </a:solidFill>
                <a:latin typeface="方正静蕾简体" pitchFamily="2" charset="-122"/>
                <a:ea typeface="方正静蕾简体" pitchFamily="2" charset="-122"/>
              </a:rPr>
              <a:t>.</a:t>
            </a:r>
            <a:r>
              <a:rPr lang="zh-CN" altLang="en-US" sz="2400" b="1" dirty="0" smtClean="0">
                <a:solidFill>
                  <a:schemeClr val="bg1"/>
                </a:solidFill>
                <a:latin typeface="方正静蕾简体" pitchFamily="2" charset="-122"/>
                <a:ea typeface="方正静蕾简体" pitchFamily="2" charset="-122"/>
              </a:rPr>
              <a:t> 项目简介</a:t>
            </a:r>
            <a:endParaRPr lang="zh-CN" altLang="en-US" sz="2400" b="1" dirty="0" smtClean="0">
              <a:solidFill>
                <a:schemeClr val="bg1"/>
              </a:solidFill>
              <a:latin typeface="方正静蕾简体" pitchFamily="2" charset="-122"/>
              <a:ea typeface="方正静蕾简体" pitchFamily="2" charset="-122"/>
            </a:endParaRPr>
          </a:p>
        </p:txBody>
      </p:sp>
      <p:sp>
        <p:nvSpPr>
          <p:cNvPr id="133" name="文本框 132"/>
          <p:cNvSpPr txBox="1"/>
          <p:nvPr/>
        </p:nvSpPr>
        <p:spPr>
          <a:xfrm>
            <a:off x="5004111" y="1825383"/>
            <a:ext cx="280546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chemeClr val="bg1"/>
                </a:solidFill>
                <a:latin typeface="方正静蕾简体" pitchFamily="2" charset="-122"/>
                <a:ea typeface="方正静蕾简体" pitchFamily="2" charset="-122"/>
              </a:rPr>
              <a:t>二</a:t>
            </a:r>
            <a:r>
              <a:rPr lang="en-US" altLang="zh-CN" sz="2400" b="1" dirty="0" smtClean="0">
                <a:solidFill>
                  <a:schemeClr val="bg1"/>
                </a:solidFill>
                <a:latin typeface="方正静蕾简体" pitchFamily="2" charset="-122"/>
                <a:ea typeface="方正静蕾简体" pitchFamily="2" charset="-122"/>
              </a:rPr>
              <a:t>.</a:t>
            </a:r>
            <a:r>
              <a:rPr lang="zh-CN" altLang="en-US" sz="2400" b="1" dirty="0" smtClean="0">
                <a:solidFill>
                  <a:schemeClr val="bg1"/>
                </a:solidFill>
                <a:latin typeface="方正静蕾简体" pitchFamily="2" charset="-122"/>
                <a:ea typeface="方正静蕾简体" pitchFamily="2" charset="-122"/>
              </a:rPr>
              <a:t> 成果</a:t>
            </a:r>
            <a:r>
              <a:rPr lang="zh-CN" altLang="en-US" sz="2400" b="1" dirty="0" smtClean="0">
                <a:solidFill>
                  <a:schemeClr val="bg1"/>
                </a:solidFill>
                <a:latin typeface="方正静蕾简体" pitchFamily="2" charset="-122"/>
                <a:ea typeface="方正静蕾简体" pitchFamily="2" charset="-122"/>
              </a:rPr>
              <a:t>演示</a:t>
            </a:r>
            <a:endParaRPr lang="zh-CN" altLang="en-US" sz="2400" b="1" dirty="0" smtClean="0">
              <a:solidFill>
                <a:schemeClr val="bg1"/>
              </a:solidFill>
              <a:latin typeface="方正静蕾简体" pitchFamily="2" charset="-122"/>
              <a:ea typeface="方正静蕾简体" pitchFamily="2" charset="-122"/>
            </a:endParaRPr>
          </a:p>
        </p:txBody>
      </p:sp>
      <p:sp>
        <p:nvSpPr>
          <p:cNvPr id="134" name="文本框 133"/>
          <p:cNvSpPr txBox="1"/>
          <p:nvPr/>
        </p:nvSpPr>
        <p:spPr>
          <a:xfrm>
            <a:off x="5004111" y="2592707"/>
            <a:ext cx="3019776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chemeClr val="bg1"/>
                </a:solidFill>
                <a:latin typeface="方正静蕾简体" pitchFamily="2" charset="-122"/>
                <a:ea typeface="方正静蕾简体" pitchFamily="2" charset="-122"/>
              </a:rPr>
              <a:t>三</a:t>
            </a:r>
            <a:r>
              <a:rPr lang="en-US" altLang="zh-CN" sz="2400" b="1" dirty="0" smtClean="0">
                <a:solidFill>
                  <a:schemeClr val="bg1"/>
                </a:solidFill>
                <a:latin typeface="方正静蕾简体" pitchFamily="2" charset="-122"/>
                <a:ea typeface="方正静蕾简体" pitchFamily="2" charset="-122"/>
              </a:rPr>
              <a:t>.</a:t>
            </a:r>
            <a:r>
              <a:rPr lang="zh-CN" altLang="en-US" sz="2400" b="1" dirty="0" smtClean="0">
                <a:solidFill>
                  <a:schemeClr val="bg1"/>
                </a:solidFill>
                <a:latin typeface="方正静蕾简体" pitchFamily="2" charset="-122"/>
                <a:ea typeface="方正静蕾简体" pitchFamily="2" charset="-122"/>
              </a:rPr>
              <a:t> 技术难点</a:t>
            </a:r>
            <a:endParaRPr lang="zh-CN" altLang="en-US" sz="2400" b="1" dirty="0" smtClean="0">
              <a:solidFill>
                <a:schemeClr val="bg1"/>
              </a:solidFill>
              <a:latin typeface="方正静蕾简体" pitchFamily="2" charset="-122"/>
              <a:ea typeface="方正静蕾简体" pitchFamily="2" charset="-122"/>
            </a:endParaRPr>
          </a:p>
        </p:txBody>
      </p:sp>
      <p:sp>
        <p:nvSpPr>
          <p:cNvPr id="135" name="文本框 134"/>
          <p:cNvSpPr txBox="1"/>
          <p:nvPr/>
        </p:nvSpPr>
        <p:spPr>
          <a:xfrm>
            <a:off x="5004111" y="3333758"/>
            <a:ext cx="309121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chemeClr val="bg1"/>
                </a:solidFill>
                <a:latin typeface="方正静蕾简体" pitchFamily="2" charset="-122"/>
                <a:ea typeface="方正静蕾简体" pitchFamily="2" charset="-122"/>
              </a:rPr>
              <a:t>四</a:t>
            </a:r>
            <a:r>
              <a:rPr lang="en-US" altLang="zh-CN" sz="2400" b="1" dirty="0" smtClean="0">
                <a:solidFill>
                  <a:schemeClr val="bg1"/>
                </a:solidFill>
                <a:latin typeface="方正静蕾简体" pitchFamily="2" charset="-122"/>
                <a:ea typeface="方正静蕾简体" pitchFamily="2" charset="-122"/>
              </a:rPr>
              <a:t>.</a:t>
            </a:r>
            <a:r>
              <a:rPr lang="zh-CN" altLang="en-US" sz="2400" b="1" dirty="0" smtClean="0">
                <a:solidFill>
                  <a:schemeClr val="bg1"/>
                </a:solidFill>
                <a:latin typeface="方正静蕾简体" pitchFamily="2" charset="-122"/>
                <a:ea typeface="方正静蕾简体" pitchFamily="2" charset="-122"/>
              </a:rPr>
              <a:t> 总结反思 </a:t>
            </a:r>
            <a:endParaRPr lang="zh-CN" altLang="en-US" sz="2400" b="1" dirty="0" smtClean="0">
              <a:solidFill>
                <a:schemeClr val="bg1"/>
              </a:solidFill>
              <a:latin typeface="方正静蕾简体" pitchFamily="2" charset="-122"/>
              <a:ea typeface="方正静蕾简体" pitchFamily="2" charset="-122"/>
            </a:endParaRPr>
          </a:p>
        </p:txBody>
      </p:sp>
      <p:grpSp>
        <p:nvGrpSpPr>
          <p:cNvPr id="460" name="组合 149"/>
          <p:cNvGrpSpPr/>
          <p:nvPr/>
        </p:nvGrpSpPr>
        <p:grpSpPr>
          <a:xfrm>
            <a:off x="642910" y="1632817"/>
            <a:ext cx="3429024" cy="2286016"/>
            <a:chOff x="2935288" y="2025650"/>
            <a:chExt cx="987425" cy="582613"/>
          </a:xfrm>
        </p:grpSpPr>
        <p:sp>
          <p:nvSpPr>
            <p:cNvPr id="461" name="Freeform 90"/>
            <p:cNvSpPr/>
            <p:nvPr/>
          </p:nvSpPr>
          <p:spPr bwMode="auto">
            <a:xfrm>
              <a:off x="3340101" y="2036763"/>
              <a:ext cx="12700" cy="98425"/>
            </a:xfrm>
            <a:custGeom>
              <a:avLst/>
              <a:gdLst/>
              <a:ahLst/>
              <a:cxnLst>
                <a:cxn ang="0">
                  <a:pos x="5" y="62"/>
                </a:cxn>
                <a:cxn ang="0">
                  <a:pos x="5" y="62"/>
                </a:cxn>
                <a:cxn ang="0">
                  <a:pos x="7" y="60"/>
                </a:cxn>
                <a:cxn ang="0">
                  <a:pos x="7" y="60"/>
                </a:cxn>
                <a:cxn ang="0">
                  <a:pos x="8" y="45"/>
                </a:cxn>
                <a:cxn ang="0">
                  <a:pos x="8" y="30"/>
                </a:cxn>
                <a:cxn ang="0">
                  <a:pos x="5" y="15"/>
                </a:cxn>
                <a:cxn ang="0">
                  <a:pos x="4" y="0"/>
                </a:cxn>
                <a:cxn ang="0">
                  <a:pos x="4" y="0"/>
                </a:cxn>
                <a:cxn ang="0">
                  <a:pos x="3" y="0"/>
                </a:cxn>
                <a:cxn ang="0">
                  <a:pos x="1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9"/>
                </a:cxn>
                <a:cxn ang="0">
                  <a:pos x="0" y="16"/>
                </a:cxn>
                <a:cxn ang="0">
                  <a:pos x="3" y="31"/>
                </a:cxn>
                <a:cxn ang="0">
                  <a:pos x="3" y="31"/>
                </a:cxn>
                <a:cxn ang="0">
                  <a:pos x="4" y="47"/>
                </a:cxn>
                <a:cxn ang="0">
                  <a:pos x="5" y="62"/>
                </a:cxn>
                <a:cxn ang="0">
                  <a:pos x="5" y="62"/>
                </a:cxn>
              </a:cxnLst>
              <a:rect l="0" t="0" r="r" b="b"/>
              <a:pathLst>
                <a:path w="8" h="62">
                  <a:moveTo>
                    <a:pt x="5" y="62"/>
                  </a:moveTo>
                  <a:lnTo>
                    <a:pt x="5" y="62"/>
                  </a:lnTo>
                  <a:lnTo>
                    <a:pt x="7" y="60"/>
                  </a:lnTo>
                  <a:lnTo>
                    <a:pt x="7" y="60"/>
                  </a:lnTo>
                  <a:lnTo>
                    <a:pt x="8" y="45"/>
                  </a:lnTo>
                  <a:lnTo>
                    <a:pt x="8" y="30"/>
                  </a:lnTo>
                  <a:lnTo>
                    <a:pt x="5" y="15"/>
                  </a:lnTo>
                  <a:lnTo>
                    <a:pt x="4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1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9"/>
                  </a:lnTo>
                  <a:lnTo>
                    <a:pt x="0" y="16"/>
                  </a:lnTo>
                  <a:lnTo>
                    <a:pt x="3" y="31"/>
                  </a:lnTo>
                  <a:lnTo>
                    <a:pt x="3" y="31"/>
                  </a:lnTo>
                  <a:lnTo>
                    <a:pt x="4" y="47"/>
                  </a:lnTo>
                  <a:lnTo>
                    <a:pt x="5" y="62"/>
                  </a:lnTo>
                  <a:lnTo>
                    <a:pt x="5" y="62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62" name="Freeform 91"/>
            <p:cNvSpPr/>
            <p:nvPr/>
          </p:nvSpPr>
          <p:spPr bwMode="auto">
            <a:xfrm>
              <a:off x="3498851" y="2044700"/>
              <a:ext cx="11113" cy="87313"/>
            </a:xfrm>
            <a:custGeom>
              <a:avLst/>
              <a:gdLst/>
              <a:ahLst/>
              <a:cxnLst>
                <a:cxn ang="0">
                  <a:pos x="4" y="17"/>
                </a:cxn>
                <a:cxn ang="0">
                  <a:pos x="4" y="17"/>
                </a:cxn>
                <a:cxn ang="0">
                  <a:pos x="6" y="7"/>
                </a:cxn>
                <a:cxn ang="0">
                  <a:pos x="4" y="2"/>
                </a:cxn>
                <a:cxn ang="0">
                  <a:pos x="4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3" y="2"/>
                </a:cxn>
                <a:cxn ang="0">
                  <a:pos x="3" y="4"/>
                </a:cxn>
                <a:cxn ang="0">
                  <a:pos x="2" y="11"/>
                </a:cxn>
                <a:cxn ang="0">
                  <a:pos x="0" y="24"/>
                </a:cxn>
                <a:cxn ang="0">
                  <a:pos x="0" y="24"/>
                </a:cxn>
                <a:cxn ang="0">
                  <a:pos x="0" y="31"/>
                </a:cxn>
                <a:cxn ang="0">
                  <a:pos x="0" y="39"/>
                </a:cxn>
                <a:cxn ang="0">
                  <a:pos x="3" y="54"/>
                </a:cxn>
                <a:cxn ang="0">
                  <a:pos x="3" y="54"/>
                </a:cxn>
                <a:cxn ang="0">
                  <a:pos x="3" y="55"/>
                </a:cxn>
                <a:cxn ang="0">
                  <a:pos x="4" y="54"/>
                </a:cxn>
                <a:cxn ang="0">
                  <a:pos x="7" y="51"/>
                </a:cxn>
                <a:cxn ang="0">
                  <a:pos x="7" y="51"/>
                </a:cxn>
                <a:cxn ang="0">
                  <a:pos x="6" y="43"/>
                </a:cxn>
                <a:cxn ang="0">
                  <a:pos x="4" y="35"/>
                </a:cxn>
                <a:cxn ang="0">
                  <a:pos x="4" y="25"/>
                </a:cxn>
                <a:cxn ang="0">
                  <a:pos x="4" y="17"/>
                </a:cxn>
                <a:cxn ang="0">
                  <a:pos x="4" y="17"/>
                </a:cxn>
              </a:cxnLst>
              <a:rect l="0" t="0" r="r" b="b"/>
              <a:pathLst>
                <a:path w="7" h="55">
                  <a:moveTo>
                    <a:pt x="4" y="17"/>
                  </a:moveTo>
                  <a:lnTo>
                    <a:pt x="4" y="17"/>
                  </a:lnTo>
                  <a:lnTo>
                    <a:pt x="6" y="7"/>
                  </a:lnTo>
                  <a:lnTo>
                    <a:pt x="4" y="2"/>
                  </a:lnTo>
                  <a:lnTo>
                    <a:pt x="4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3" y="2"/>
                  </a:lnTo>
                  <a:lnTo>
                    <a:pt x="3" y="4"/>
                  </a:lnTo>
                  <a:lnTo>
                    <a:pt x="2" y="11"/>
                  </a:lnTo>
                  <a:lnTo>
                    <a:pt x="0" y="24"/>
                  </a:lnTo>
                  <a:lnTo>
                    <a:pt x="0" y="24"/>
                  </a:lnTo>
                  <a:lnTo>
                    <a:pt x="0" y="31"/>
                  </a:lnTo>
                  <a:lnTo>
                    <a:pt x="0" y="39"/>
                  </a:lnTo>
                  <a:lnTo>
                    <a:pt x="3" y="54"/>
                  </a:lnTo>
                  <a:lnTo>
                    <a:pt x="3" y="54"/>
                  </a:lnTo>
                  <a:lnTo>
                    <a:pt x="3" y="55"/>
                  </a:lnTo>
                  <a:lnTo>
                    <a:pt x="4" y="54"/>
                  </a:lnTo>
                  <a:lnTo>
                    <a:pt x="7" y="51"/>
                  </a:lnTo>
                  <a:lnTo>
                    <a:pt x="7" y="51"/>
                  </a:lnTo>
                  <a:lnTo>
                    <a:pt x="6" y="43"/>
                  </a:lnTo>
                  <a:lnTo>
                    <a:pt x="4" y="35"/>
                  </a:lnTo>
                  <a:lnTo>
                    <a:pt x="4" y="25"/>
                  </a:lnTo>
                  <a:lnTo>
                    <a:pt x="4" y="17"/>
                  </a:lnTo>
                  <a:lnTo>
                    <a:pt x="4" y="17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63" name="Freeform 92"/>
            <p:cNvSpPr/>
            <p:nvPr/>
          </p:nvSpPr>
          <p:spPr bwMode="auto">
            <a:xfrm>
              <a:off x="3328988" y="2409825"/>
              <a:ext cx="26988" cy="138113"/>
            </a:xfrm>
            <a:custGeom>
              <a:avLst/>
              <a:gdLst/>
              <a:ahLst/>
              <a:cxnLst>
                <a:cxn ang="0">
                  <a:pos x="14" y="10"/>
                </a:cxn>
                <a:cxn ang="0">
                  <a:pos x="14" y="10"/>
                </a:cxn>
                <a:cxn ang="0">
                  <a:pos x="14" y="4"/>
                </a:cxn>
                <a:cxn ang="0">
                  <a:pos x="14" y="2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1" y="0"/>
                </a:cxn>
                <a:cxn ang="0">
                  <a:pos x="11" y="2"/>
                </a:cxn>
                <a:cxn ang="0">
                  <a:pos x="11" y="2"/>
                </a:cxn>
                <a:cxn ang="0">
                  <a:pos x="12" y="6"/>
                </a:cxn>
                <a:cxn ang="0">
                  <a:pos x="12" y="10"/>
                </a:cxn>
                <a:cxn ang="0">
                  <a:pos x="12" y="10"/>
                </a:cxn>
                <a:cxn ang="0">
                  <a:pos x="12" y="10"/>
                </a:cxn>
                <a:cxn ang="0">
                  <a:pos x="12" y="10"/>
                </a:cxn>
                <a:cxn ang="0">
                  <a:pos x="10" y="14"/>
                </a:cxn>
                <a:cxn ang="0">
                  <a:pos x="10" y="14"/>
                </a:cxn>
                <a:cxn ang="0">
                  <a:pos x="7" y="18"/>
                </a:cxn>
                <a:cxn ang="0">
                  <a:pos x="7" y="18"/>
                </a:cxn>
                <a:cxn ang="0">
                  <a:pos x="4" y="24"/>
                </a:cxn>
                <a:cxn ang="0">
                  <a:pos x="0" y="28"/>
                </a:cxn>
                <a:cxn ang="0">
                  <a:pos x="0" y="28"/>
                </a:cxn>
                <a:cxn ang="0">
                  <a:pos x="1" y="28"/>
                </a:cxn>
                <a:cxn ang="0">
                  <a:pos x="1" y="28"/>
                </a:cxn>
                <a:cxn ang="0">
                  <a:pos x="6" y="24"/>
                </a:cxn>
                <a:cxn ang="0">
                  <a:pos x="10" y="18"/>
                </a:cxn>
                <a:cxn ang="0">
                  <a:pos x="10" y="18"/>
                </a:cxn>
                <a:cxn ang="0">
                  <a:pos x="11" y="14"/>
                </a:cxn>
                <a:cxn ang="0">
                  <a:pos x="11" y="14"/>
                </a:cxn>
                <a:cxn ang="0">
                  <a:pos x="10" y="18"/>
                </a:cxn>
                <a:cxn ang="0">
                  <a:pos x="10" y="18"/>
                </a:cxn>
                <a:cxn ang="0">
                  <a:pos x="10" y="28"/>
                </a:cxn>
                <a:cxn ang="0">
                  <a:pos x="11" y="37"/>
                </a:cxn>
                <a:cxn ang="0">
                  <a:pos x="11" y="37"/>
                </a:cxn>
                <a:cxn ang="0">
                  <a:pos x="12" y="87"/>
                </a:cxn>
                <a:cxn ang="0">
                  <a:pos x="12" y="87"/>
                </a:cxn>
                <a:cxn ang="0">
                  <a:pos x="14" y="87"/>
                </a:cxn>
                <a:cxn ang="0">
                  <a:pos x="15" y="87"/>
                </a:cxn>
                <a:cxn ang="0">
                  <a:pos x="17" y="84"/>
                </a:cxn>
                <a:cxn ang="0">
                  <a:pos x="17" y="84"/>
                </a:cxn>
                <a:cxn ang="0">
                  <a:pos x="17" y="55"/>
                </a:cxn>
                <a:cxn ang="0">
                  <a:pos x="14" y="26"/>
                </a:cxn>
                <a:cxn ang="0">
                  <a:pos x="14" y="26"/>
                </a:cxn>
                <a:cxn ang="0">
                  <a:pos x="14" y="18"/>
                </a:cxn>
                <a:cxn ang="0">
                  <a:pos x="14" y="10"/>
                </a:cxn>
                <a:cxn ang="0">
                  <a:pos x="14" y="10"/>
                </a:cxn>
              </a:cxnLst>
              <a:rect l="0" t="0" r="r" b="b"/>
              <a:pathLst>
                <a:path w="17" h="87">
                  <a:moveTo>
                    <a:pt x="14" y="10"/>
                  </a:moveTo>
                  <a:lnTo>
                    <a:pt x="14" y="10"/>
                  </a:lnTo>
                  <a:lnTo>
                    <a:pt x="14" y="4"/>
                  </a:lnTo>
                  <a:lnTo>
                    <a:pt x="14" y="2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1" y="0"/>
                  </a:lnTo>
                  <a:lnTo>
                    <a:pt x="11" y="2"/>
                  </a:lnTo>
                  <a:lnTo>
                    <a:pt x="11" y="2"/>
                  </a:lnTo>
                  <a:lnTo>
                    <a:pt x="12" y="6"/>
                  </a:lnTo>
                  <a:lnTo>
                    <a:pt x="12" y="10"/>
                  </a:lnTo>
                  <a:lnTo>
                    <a:pt x="12" y="10"/>
                  </a:lnTo>
                  <a:lnTo>
                    <a:pt x="12" y="10"/>
                  </a:lnTo>
                  <a:lnTo>
                    <a:pt x="12" y="10"/>
                  </a:lnTo>
                  <a:lnTo>
                    <a:pt x="10" y="14"/>
                  </a:lnTo>
                  <a:lnTo>
                    <a:pt x="10" y="14"/>
                  </a:lnTo>
                  <a:lnTo>
                    <a:pt x="7" y="18"/>
                  </a:lnTo>
                  <a:lnTo>
                    <a:pt x="7" y="18"/>
                  </a:lnTo>
                  <a:lnTo>
                    <a:pt x="4" y="24"/>
                  </a:lnTo>
                  <a:lnTo>
                    <a:pt x="0" y="28"/>
                  </a:lnTo>
                  <a:lnTo>
                    <a:pt x="0" y="28"/>
                  </a:lnTo>
                  <a:lnTo>
                    <a:pt x="1" y="28"/>
                  </a:lnTo>
                  <a:lnTo>
                    <a:pt x="1" y="28"/>
                  </a:lnTo>
                  <a:lnTo>
                    <a:pt x="6" y="24"/>
                  </a:lnTo>
                  <a:lnTo>
                    <a:pt x="10" y="18"/>
                  </a:lnTo>
                  <a:lnTo>
                    <a:pt x="10" y="18"/>
                  </a:lnTo>
                  <a:lnTo>
                    <a:pt x="11" y="14"/>
                  </a:lnTo>
                  <a:lnTo>
                    <a:pt x="11" y="14"/>
                  </a:lnTo>
                  <a:lnTo>
                    <a:pt x="10" y="18"/>
                  </a:lnTo>
                  <a:lnTo>
                    <a:pt x="10" y="18"/>
                  </a:lnTo>
                  <a:lnTo>
                    <a:pt x="10" y="28"/>
                  </a:lnTo>
                  <a:lnTo>
                    <a:pt x="11" y="37"/>
                  </a:lnTo>
                  <a:lnTo>
                    <a:pt x="11" y="37"/>
                  </a:lnTo>
                  <a:lnTo>
                    <a:pt x="12" y="87"/>
                  </a:lnTo>
                  <a:lnTo>
                    <a:pt x="12" y="87"/>
                  </a:lnTo>
                  <a:lnTo>
                    <a:pt x="14" y="87"/>
                  </a:lnTo>
                  <a:lnTo>
                    <a:pt x="15" y="87"/>
                  </a:lnTo>
                  <a:lnTo>
                    <a:pt x="17" y="84"/>
                  </a:lnTo>
                  <a:lnTo>
                    <a:pt x="17" y="84"/>
                  </a:lnTo>
                  <a:lnTo>
                    <a:pt x="17" y="55"/>
                  </a:lnTo>
                  <a:lnTo>
                    <a:pt x="14" y="26"/>
                  </a:lnTo>
                  <a:lnTo>
                    <a:pt x="14" y="26"/>
                  </a:lnTo>
                  <a:lnTo>
                    <a:pt x="14" y="18"/>
                  </a:lnTo>
                  <a:lnTo>
                    <a:pt x="14" y="10"/>
                  </a:lnTo>
                  <a:lnTo>
                    <a:pt x="14" y="1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64" name="Freeform 93"/>
            <p:cNvSpPr/>
            <p:nvPr/>
          </p:nvSpPr>
          <p:spPr bwMode="auto">
            <a:xfrm>
              <a:off x="3521076" y="2403475"/>
              <a:ext cx="11113" cy="150813"/>
            </a:xfrm>
            <a:custGeom>
              <a:avLst/>
              <a:gdLst/>
              <a:ahLst/>
              <a:cxnLst>
                <a:cxn ang="0">
                  <a:pos x="6" y="52"/>
                </a:cxn>
                <a:cxn ang="0">
                  <a:pos x="6" y="52"/>
                </a:cxn>
                <a:cxn ang="0">
                  <a:pos x="4" y="26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0"/>
                </a:cxn>
                <a:cxn ang="0">
                  <a:pos x="0" y="1"/>
                </a:cxn>
                <a:cxn ang="0">
                  <a:pos x="0" y="3"/>
                </a:cxn>
                <a:cxn ang="0">
                  <a:pos x="0" y="3"/>
                </a:cxn>
                <a:cxn ang="0">
                  <a:pos x="0" y="17"/>
                </a:cxn>
                <a:cxn ang="0">
                  <a:pos x="0" y="29"/>
                </a:cxn>
                <a:cxn ang="0">
                  <a:pos x="1" y="55"/>
                </a:cxn>
                <a:cxn ang="0">
                  <a:pos x="1" y="55"/>
                </a:cxn>
                <a:cxn ang="0">
                  <a:pos x="1" y="76"/>
                </a:cxn>
                <a:cxn ang="0">
                  <a:pos x="1" y="85"/>
                </a:cxn>
                <a:cxn ang="0">
                  <a:pos x="4" y="95"/>
                </a:cxn>
                <a:cxn ang="0">
                  <a:pos x="4" y="95"/>
                </a:cxn>
                <a:cxn ang="0">
                  <a:pos x="4" y="95"/>
                </a:cxn>
                <a:cxn ang="0">
                  <a:pos x="6" y="95"/>
                </a:cxn>
                <a:cxn ang="0">
                  <a:pos x="7" y="92"/>
                </a:cxn>
                <a:cxn ang="0">
                  <a:pos x="7" y="92"/>
                </a:cxn>
                <a:cxn ang="0">
                  <a:pos x="7" y="83"/>
                </a:cxn>
                <a:cxn ang="0">
                  <a:pos x="7" y="73"/>
                </a:cxn>
                <a:cxn ang="0">
                  <a:pos x="6" y="52"/>
                </a:cxn>
                <a:cxn ang="0">
                  <a:pos x="6" y="52"/>
                </a:cxn>
              </a:cxnLst>
              <a:rect l="0" t="0" r="r" b="b"/>
              <a:pathLst>
                <a:path w="7" h="95">
                  <a:moveTo>
                    <a:pt x="6" y="52"/>
                  </a:moveTo>
                  <a:lnTo>
                    <a:pt x="6" y="52"/>
                  </a:lnTo>
                  <a:lnTo>
                    <a:pt x="4" y="26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0" y="1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17"/>
                  </a:lnTo>
                  <a:lnTo>
                    <a:pt x="0" y="29"/>
                  </a:lnTo>
                  <a:lnTo>
                    <a:pt x="1" y="55"/>
                  </a:lnTo>
                  <a:lnTo>
                    <a:pt x="1" y="55"/>
                  </a:lnTo>
                  <a:lnTo>
                    <a:pt x="1" y="76"/>
                  </a:lnTo>
                  <a:lnTo>
                    <a:pt x="1" y="85"/>
                  </a:lnTo>
                  <a:lnTo>
                    <a:pt x="4" y="95"/>
                  </a:lnTo>
                  <a:lnTo>
                    <a:pt x="4" y="95"/>
                  </a:lnTo>
                  <a:lnTo>
                    <a:pt x="4" y="95"/>
                  </a:lnTo>
                  <a:lnTo>
                    <a:pt x="6" y="95"/>
                  </a:lnTo>
                  <a:lnTo>
                    <a:pt x="7" y="92"/>
                  </a:lnTo>
                  <a:lnTo>
                    <a:pt x="7" y="92"/>
                  </a:lnTo>
                  <a:lnTo>
                    <a:pt x="7" y="83"/>
                  </a:lnTo>
                  <a:lnTo>
                    <a:pt x="7" y="73"/>
                  </a:lnTo>
                  <a:lnTo>
                    <a:pt x="6" y="52"/>
                  </a:lnTo>
                  <a:lnTo>
                    <a:pt x="6" y="52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65" name="Freeform 94"/>
            <p:cNvSpPr/>
            <p:nvPr/>
          </p:nvSpPr>
          <p:spPr bwMode="auto">
            <a:xfrm>
              <a:off x="3300413" y="2025650"/>
              <a:ext cx="204788" cy="115888"/>
            </a:xfrm>
            <a:custGeom>
              <a:avLst/>
              <a:gdLst/>
              <a:ahLst/>
              <a:cxnLst>
                <a:cxn ang="0">
                  <a:pos x="129" y="0"/>
                </a:cxn>
                <a:cxn ang="0">
                  <a:pos x="101" y="3"/>
                </a:cxn>
                <a:cxn ang="0">
                  <a:pos x="72" y="4"/>
                </a:cxn>
                <a:cxn ang="0">
                  <a:pos x="48" y="3"/>
                </a:cxn>
                <a:cxn ang="0">
                  <a:pos x="25" y="7"/>
                </a:cxn>
                <a:cxn ang="0">
                  <a:pos x="25" y="5"/>
                </a:cxn>
                <a:cxn ang="0">
                  <a:pos x="25" y="5"/>
                </a:cxn>
                <a:cxn ang="0">
                  <a:pos x="22" y="7"/>
                </a:cxn>
                <a:cxn ang="0">
                  <a:pos x="15" y="14"/>
                </a:cxn>
                <a:cxn ang="0">
                  <a:pos x="8" y="22"/>
                </a:cxn>
                <a:cxn ang="0">
                  <a:pos x="3" y="26"/>
                </a:cxn>
                <a:cxn ang="0">
                  <a:pos x="2" y="23"/>
                </a:cxn>
                <a:cxn ang="0">
                  <a:pos x="0" y="25"/>
                </a:cxn>
                <a:cxn ang="0">
                  <a:pos x="2" y="29"/>
                </a:cxn>
                <a:cxn ang="0">
                  <a:pos x="0" y="45"/>
                </a:cxn>
                <a:cxn ang="0">
                  <a:pos x="0" y="71"/>
                </a:cxn>
                <a:cxn ang="0">
                  <a:pos x="2" y="73"/>
                </a:cxn>
                <a:cxn ang="0">
                  <a:pos x="4" y="69"/>
                </a:cxn>
                <a:cxn ang="0">
                  <a:pos x="4" y="43"/>
                </a:cxn>
                <a:cxn ang="0">
                  <a:pos x="4" y="34"/>
                </a:cxn>
                <a:cxn ang="0">
                  <a:pos x="4" y="27"/>
                </a:cxn>
                <a:cxn ang="0">
                  <a:pos x="15" y="16"/>
                </a:cxn>
                <a:cxn ang="0">
                  <a:pos x="22" y="10"/>
                </a:cxn>
                <a:cxn ang="0">
                  <a:pos x="24" y="7"/>
                </a:cxn>
                <a:cxn ang="0">
                  <a:pos x="30" y="5"/>
                </a:cxn>
                <a:cxn ang="0">
                  <a:pos x="50" y="7"/>
                </a:cxn>
                <a:cxn ang="0">
                  <a:pos x="77" y="10"/>
                </a:cxn>
                <a:cxn ang="0">
                  <a:pos x="88" y="10"/>
                </a:cxn>
                <a:cxn ang="0">
                  <a:pos x="114" y="5"/>
                </a:cxn>
                <a:cxn ang="0">
                  <a:pos x="125" y="4"/>
                </a:cxn>
                <a:cxn ang="0">
                  <a:pos x="129" y="1"/>
                </a:cxn>
                <a:cxn ang="0">
                  <a:pos x="129" y="0"/>
                </a:cxn>
              </a:cxnLst>
              <a:rect l="0" t="0" r="r" b="b"/>
              <a:pathLst>
                <a:path w="129" h="73">
                  <a:moveTo>
                    <a:pt x="129" y="0"/>
                  </a:moveTo>
                  <a:lnTo>
                    <a:pt x="129" y="0"/>
                  </a:lnTo>
                  <a:lnTo>
                    <a:pt x="114" y="1"/>
                  </a:lnTo>
                  <a:lnTo>
                    <a:pt x="101" y="3"/>
                  </a:lnTo>
                  <a:lnTo>
                    <a:pt x="85" y="4"/>
                  </a:lnTo>
                  <a:lnTo>
                    <a:pt x="72" y="4"/>
                  </a:lnTo>
                  <a:lnTo>
                    <a:pt x="72" y="4"/>
                  </a:lnTo>
                  <a:lnTo>
                    <a:pt x="48" y="3"/>
                  </a:lnTo>
                  <a:lnTo>
                    <a:pt x="36" y="3"/>
                  </a:lnTo>
                  <a:lnTo>
                    <a:pt x="25" y="7"/>
                  </a:lnTo>
                  <a:lnTo>
                    <a:pt x="25" y="7"/>
                  </a:lnTo>
                  <a:lnTo>
                    <a:pt x="25" y="5"/>
                  </a:lnTo>
                  <a:lnTo>
                    <a:pt x="25" y="5"/>
                  </a:lnTo>
                  <a:lnTo>
                    <a:pt x="25" y="5"/>
                  </a:lnTo>
                  <a:lnTo>
                    <a:pt x="25" y="5"/>
                  </a:lnTo>
                  <a:lnTo>
                    <a:pt x="22" y="7"/>
                  </a:lnTo>
                  <a:lnTo>
                    <a:pt x="19" y="10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8" y="22"/>
                  </a:lnTo>
                  <a:lnTo>
                    <a:pt x="8" y="22"/>
                  </a:lnTo>
                  <a:lnTo>
                    <a:pt x="3" y="26"/>
                  </a:lnTo>
                  <a:lnTo>
                    <a:pt x="3" y="26"/>
                  </a:lnTo>
                  <a:lnTo>
                    <a:pt x="2" y="23"/>
                  </a:lnTo>
                  <a:lnTo>
                    <a:pt x="2" y="23"/>
                  </a:lnTo>
                  <a:lnTo>
                    <a:pt x="0" y="25"/>
                  </a:lnTo>
                  <a:lnTo>
                    <a:pt x="0" y="25"/>
                  </a:lnTo>
                  <a:lnTo>
                    <a:pt x="2" y="29"/>
                  </a:lnTo>
                  <a:lnTo>
                    <a:pt x="2" y="34"/>
                  </a:lnTo>
                  <a:lnTo>
                    <a:pt x="0" y="45"/>
                  </a:lnTo>
                  <a:lnTo>
                    <a:pt x="0" y="45"/>
                  </a:lnTo>
                  <a:lnTo>
                    <a:pt x="0" y="71"/>
                  </a:lnTo>
                  <a:lnTo>
                    <a:pt x="0" y="71"/>
                  </a:lnTo>
                  <a:lnTo>
                    <a:pt x="2" y="73"/>
                  </a:lnTo>
                  <a:lnTo>
                    <a:pt x="3" y="71"/>
                  </a:lnTo>
                  <a:lnTo>
                    <a:pt x="4" y="69"/>
                  </a:lnTo>
                  <a:lnTo>
                    <a:pt x="4" y="69"/>
                  </a:lnTo>
                  <a:lnTo>
                    <a:pt x="4" y="43"/>
                  </a:lnTo>
                  <a:lnTo>
                    <a:pt x="4" y="43"/>
                  </a:lnTo>
                  <a:lnTo>
                    <a:pt x="4" y="34"/>
                  </a:lnTo>
                  <a:lnTo>
                    <a:pt x="4" y="27"/>
                  </a:lnTo>
                  <a:lnTo>
                    <a:pt x="4" y="27"/>
                  </a:lnTo>
                  <a:lnTo>
                    <a:pt x="10" y="22"/>
                  </a:lnTo>
                  <a:lnTo>
                    <a:pt x="15" y="16"/>
                  </a:lnTo>
                  <a:lnTo>
                    <a:pt x="15" y="16"/>
                  </a:lnTo>
                  <a:lnTo>
                    <a:pt x="22" y="10"/>
                  </a:lnTo>
                  <a:lnTo>
                    <a:pt x="22" y="10"/>
                  </a:lnTo>
                  <a:lnTo>
                    <a:pt x="24" y="7"/>
                  </a:lnTo>
                  <a:lnTo>
                    <a:pt x="24" y="7"/>
                  </a:lnTo>
                  <a:lnTo>
                    <a:pt x="30" y="5"/>
                  </a:lnTo>
                  <a:lnTo>
                    <a:pt x="37" y="5"/>
                  </a:lnTo>
                  <a:lnTo>
                    <a:pt x="50" y="7"/>
                  </a:lnTo>
                  <a:lnTo>
                    <a:pt x="50" y="7"/>
                  </a:lnTo>
                  <a:lnTo>
                    <a:pt x="77" y="10"/>
                  </a:lnTo>
                  <a:lnTo>
                    <a:pt x="77" y="10"/>
                  </a:lnTo>
                  <a:lnTo>
                    <a:pt x="88" y="10"/>
                  </a:lnTo>
                  <a:lnTo>
                    <a:pt x="101" y="8"/>
                  </a:lnTo>
                  <a:lnTo>
                    <a:pt x="114" y="5"/>
                  </a:lnTo>
                  <a:lnTo>
                    <a:pt x="125" y="4"/>
                  </a:lnTo>
                  <a:lnTo>
                    <a:pt x="125" y="4"/>
                  </a:lnTo>
                  <a:lnTo>
                    <a:pt x="129" y="3"/>
                  </a:lnTo>
                  <a:lnTo>
                    <a:pt x="129" y="1"/>
                  </a:lnTo>
                  <a:lnTo>
                    <a:pt x="129" y="0"/>
                  </a:lnTo>
                  <a:lnTo>
                    <a:pt x="129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66" name="Freeform 95"/>
            <p:cNvSpPr/>
            <p:nvPr/>
          </p:nvSpPr>
          <p:spPr bwMode="auto">
            <a:xfrm>
              <a:off x="3305176" y="2414588"/>
              <a:ext cx="11113" cy="112713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1" y="0"/>
                </a:cxn>
                <a:cxn ang="0">
                  <a:pos x="0" y="18"/>
                </a:cxn>
                <a:cxn ang="0">
                  <a:pos x="1" y="36"/>
                </a:cxn>
                <a:cxn ang="0">
                  <a:pos x="1" y="70"/>
                </a:cxn>
                <a:cxn ang="0">
                  <a:pos x="1" y="70"/>
                </a:cxn>
                <a:cxn ang="0">
                  <a:pos x="3" y="71"/>
                </a:cxn>
                <a:cxn ang="0">
                  <a:pos x="4" y="70"/>
                </a:cxn>
                <a:cxn ang="0">
                  <a:pos x="5" y="67"/>
                </a:cxn>
                <a:cxn ang="0">
                  <a:pos x="5" y="67"/>
                </a:cxn>
                <a:cxn ang="0">
                  <a:pos x="7" y="33"/>
                </a:cxn>
                <a:cxn ang="0">
                  <a:pos x="5" y="15"/>
                </a:cxn>
                <a:cxn ang="0">
                  <a:pos x="4" y="7"/>
                </a:cxn>
                <a:cxn ang="0">
                  <a:pos x="3" y="0"/>
                </a:cxn>
                <a:cxn ang="0">
                  <a:pos x="3" y="0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7" h="71">
                  <a:moveTo>
                    <a:pt x="1" y="0"/>
                  </a:moveTo>
                  <a:lnTo>
                    <a:pt x="1" y="0"/>
                  </a:lnTo>
                  <a:lnTo>
                    <a:pt x="0" y="18"/>
                  </a:lnTo>
                  <a:lnTo>
                    <a:pt x="1" y="36"/>
                  </a:lnTo>
                  <a:lnTo>
                    <a:pt x="1" y="70"/>
                  </a:lnTo>
                  <a:lnTo>
                    <a:pt x="1" y="70"/>
                  </a:lnTo>
                  <a:lnTo>
                    <a:pt x="3" y="71"/>
                  </a:lnTo>
                  <a:lnTo>
                    <a:pt x="4" y="70"/>
                  </a:lnTo>
                  <a:lnTo>
                    <a:pt x="5" y="67"/>
                  </a:lnTo>
                  <a:lnTo>
                    <a:pt x="5" y="67"/>
                  </a:lnTo>
                  <a:lnTo>
                    <a:pt x="7" y="33"/>
                  </a:lnTo>
                  <a:lnTo>
                    <a:pt x="5" y="15"/>
                  </a:lnTo>
                  <a:lnTo>
                    <a:pt x="4" y="7"/>
                  </a:lnTo>
                  <a:lnTo>
                    <a:pt x="3" y="0"/>
                  </a:lnTo>
                  <a:lnTo>
                    <a:pt x="3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67" name="Freeform 96"/>
            <p:cNvSpPr>
              <a:spLocks noEditPoints="1"/>
            </p:cNvSpPr>
            <p:nvPr/>
          </p:nvSpPr>
          <p:spPr bwMode="auto">
            <a:xfrm>
              <a:off x="3298826" y="2043113"/>
              <a:ext cx="52388" cy="98425"/>
            </a:xfrm>
            <a:custGeom>
              <a:avLst/>
              <a:gdLst/>
              <a:ahLst/>
              <a:cxnLst>
                <a:cxn ang="0">
                  <a:pos x="14" y="36"/>
                </a:cxn>
                <a:cxn ang="0">
                  <a:pos x="26" y="19"/>
                </a:cxn>
                <a:cxn ang="0">
                  <a:pos x="14" y="41"/>
                </a:cxn>
                <a:cxn ang="0">
                  <a:pos x="3" y="62"/>
                </a:cxn>
                <a:cxn ang="0">
                  <a:pos x="3" y="62"/>
                </a:cxn>
                <a:cxn ang="0">
                  <a:pos x="16" y="45"/>
                </a:cxn>
                <a:cxn ang="0">
                  <a:pos x="27" y="29"/>
                </a:cxn>
                <a:cxn ang="0">
                  <a:pos x="20" y="40"/>
                </a:cxn>
                <a:cxn ang="0">
                  <a:pos x="12" y="59"/>
                </a:cxn>
                <a:cxn ang="0">
                  <a:pos x="15" y="59"/>
                </a:cxn>
                <a:cxn ang="0">
                  <a:pos x="29" y="41"/>
                </a:cxn>
                <a:cxn ang="0">
                  <a:pos x="20" y="56"/>
                </a:cxn>
                <a:cxn ang="0">
                  <a:pos x="22" y="56"/>
                </a:cxn>
                <a:cxn ang="0">
                  <a:pos x="27" y="55"/>
                </a:cxn>
                <a:cxn ang="0">
                  <a:pos x="29" y="55"/>
                </a:cxn>
                <a:cxn ang="0">
                  <a:pos x="33" y="45"/>
                </a:cxn>
                <a:cxn ang="0">
                  <a:pos x="31" y="44"/>
                </a:cxn>
                <a:cxn ang="0">
                  <a:pos x="25" y="52"/>
                </a:cxn>
                <a:cxn ang="0">
                  <a:pos x="31" y="37"/>
                </a:cxn>
                <a:cxn ang="0">
                  <a:pos x="30" y="37"/>
                </a:cxn>
                <a:cxn ang="0">
                  <a:pos x="19" y="51"/>
                </a:cxn>
                <a:cxn ang="0">
                  <a:pos x="18" y="52"/>
                </a:cxn>
                <a:cxn ang="0">
                  <a:pos x="22" y="43"/>
                </a:cxn>
                <a:cxn ang="0">
                  <a:pos x="33" y="23"/>
                </a:cxn>
                <a:cxn ang="0">
                  <a:pos x="30" y="23"/>
                </a:cxn>
                <a:cxn ang="0">
                  <a:pos x="19" y="34"/>
                </a:cxn>
                <a:cxn ang="0">
                  <a:pos x="30" y="15"/>
                </a:cxn>
                <a:cxn ang="0">
                  <a:pos x="29" y="15"/>
                </a:cxn>
                <a:cxn ang="0">
                  <a:pos x="22" y="22"/>
                </a:cxn>
                <a:cxn ang="0">
                  <a:pos x="5" y="45"/>
                </a:cxn>
                <a:cxn ang="0">
                  <a:pos x="26" y="5"/>
                </a:cxn>
                <a:cxn ang="0">
                  <a:pos x="25" y="5"/>
                </a:cxn>
                <a:cxn ang="0">
                  <a:pos x="11" y="23"/>
                </a:cxn>
                <a:cxn ang="0">
                  <a:pos x="23" y="0"/>
                </a:cxn>
                <a:cxn ang="0">
                  <a:pos x="22" y="0"/>
                </a:cxn>
                <a:cxn ang="0">
                  <a:pos x="15" y="8"/>
                </a:cxn>
                <a:cxn ang="0">
                  <a:pos x="5" y="23"/>
                </a:cxn>
                <a:cxn ang="0">
                  <a:pos x="4" y="23"/>
                </a:cxn>
                <a:cxn ang="0">
                  <a:pos x="8" y="15"/>
                </a:cxn>
                <a:cxn ang="0">
                  <a:pos x="7" y="14"/>
                </a:cxn>
                <a:cxn ang="0">
                  <a:pos x="4" y="22"/>
                </a:cxn>
                <a:cxn ang="0">
                  <a:pos x="0" y="30"/>
                </a:cxn>
                <a:cxn ang="0">
                  <a:pos x="9" y="19"/>
                </a:cxn>
                <a:cxn ang="0">
                  <a:pos x="12" y="18"/>
                </a:cxn>
                <a:cxn ang="0">
                  <a:pos x="4" y="37"/>
                </a:cxn>
                <a:cxn ang="0">
                  <a:pos x="1" y="40"/>
                </a:cxn>
                <a:cxn ang="0">
                  <a:pos x="4" y="40"/>
                </a:cxn>
                <a:cxn ang="0">
                  <a:pos x="7" y="34"/>
                </a:cxn>
                <a:cxn ang="0">
                  <a:pos x="14" y="23"/>
                </a:cxn>
                <a:cxn ang="0">
                  <a:pos x="18" y="16"/>
                </a:cxn>
                <a:cxn ang="0">
                  <a:pos x="0" y="55"/>
                </a:cxn>
                <a:cxn ang="0">
                  <a:pos x="1" y="54"/>
                </a:cxn>
                <a:cxn ang="0">
                  <a:pos x="5" y="58"/>
                </a:cxn>
                <a:cxn ang="0">
                  <a:pos x="5" y="58"/>
                </a:cxn>
              </a:cxnLst>
              <a:rect l="0" t="0" r="r" b="b"/>
              <a:pathLst>
                <a:path w="33" h="62">
                  <a:moveTo>
                    <a:pt x="1" y="54"/>
                  </a:moveTo>
                  <a:lnTo>
                    <a:pt x="1" y="54"/>
                  </a:lnTo>
                  <a:lnTo>
                    <a:pt x="14" y="36"/>
                  </a:lnTo>
                  <a:lnTo>
                    <a:pt x="19" y="27"/>
                  </a:lnTo>
                  <a:lnTo>
                    <a:pt x="26" y="19"/>
                  </a:lnTo>
                  <a:lnTo>
                    <a:pt x="26" y="19"/>
                  </a:lnTo>
                  <a:lnTo>
                    <a:pt x="22" y="23"/>
                  </a:lnTo>
                  <a:lnTo>
                    <a:pt x="19" y="29"/>
                  </a:lnTo>
                  <a:lnTo>
                    <a:pt x="14" y="41"/>
                  </a:lnTo>
                  <a:lnTo>
                    <a:pt x="14" y="41"/>
                  </a:lnTo>
                  <a:lnTo>
                    <a:pt x="7" y="51"/>
                  </a:lnTo>
                  <a:lnTo>
                    <a:pt x="3" y="62"/>
                  </a:lnTo>
                  <a:lnTo>
                    <a:pt x="3" y="62"/>
                  </a:lnTo>
                  <a:lnTo>
                    <a:pt x="3" y="62"/>
                  </a:lnTo>
                  <a:lnTo>
                    <a:pt x="3" y="62"/>
                  </a:lnTo>
                  <a:lnTo>
                    <a:pt x="4" y="62"/>
                  </a:lnTo>
                  <a:lnTo>
                    <a:pt x="4" y="62"/>
                  </a:lnTo>
                  <a:lnTo>
                    <a:pt x="16" y="45"/>
                  </a:lnTo>
                  <a:lnTo>
                    <a:pt x="27" y="29"/>
                  </a:lnTo>
                  <a:lnTo>
                    <a:pt x="27" y="29"/>
                  </a:lnTo>
                  <a:lnTo>
                    <a:pt x="27" y="29"/>
                  </a:lnTo>
                  <a:lnTo>
                    <a:pt x="27" y="29"/>
                  </a:lnTo>
                  <a:lnTo>
                    <a:pt x="20" y="40"/>
                  </a:lnTo>
                  <a:lnTo>
                    <a:pt x="20" y="40"/>
                  </a:lnTo>
                  <a:lnTo>
                    <a:pt x="16" y="49"/>
                  </a:lnTo>
                  <a:lnTo>
                    <a:pt x="12" y="59"/>
                  </a:lnTo>
                  <a:lnTo>
                    <a:pt x="12" y="59"/>
                  </a:lnTo>
                  <a:lnTo>
                    <a:pt x="14" y="60"/>
                  </a:lnTo>
                  <a:lnTo>
                    <a:pt x="14" y="60"/>
                  </a:lnTo>
                  <a:lnTo>
                    <a:pt x="15" y="59"/>
                  </a:lnTo>
                  <a:lnTo>
                    <a:pt x="15" y="59"/>
                  </a:lnTo>
                  <a:lnTo>
                    <a:pt x="29" y="41"/>
                  </a:lnTo>
                  <a:lnTo>
                    <a:pt x="29" y="41"/>
                  </a:lnTo>
                  <a:lnTo>
                    <a:pt x="23" y="48"/>
                  </a:lnTo>
                  <a:lnTo>
                    <a:pt x="20" y="56"/>
                  </a:lnTo>
                  <a:lnTo>
                    <a:pt x="20" y="56"/>
                  </a:lnTo>
                  <a:lnTo>
                    <a:pt x="20" y="58"/>
                  </a:lnTo>
                  <a:lnTo>
                    <a:pt x="22" y="56"/>
                  </a:lnTo>
                  <a:lnTo>
                    <a:pt x="22" y="56"/>
                  </a:lnTo>
                  <a:lnTo>
                    <a:pt x="29" y="51"/>
                  </a:lnTo>
                  <a:lnTo>
                    <a:pt x="29" y="51"/>
                  </a:lnTo>
                  <a:lnTo>
                    <a:pt x="27" y="55"/>
                  </a:lnTo>
                  <a:lnTo>
                    <a:pt x="27" y="55"/>
                  </a:lnTo>
                  <a:lnTo>
                    <a:pt x="27" y="55"/>
                  </a:lnTo>
                  <a:lnTo>
                    <a:pt x="29" y="55"/>
                  </a:lnTo>
                  <a:lnTo>
                    <a:pt x="30" y="54"/>
                  </a:lnTo>
                  <a:lnTo>
                    <a:pt x="30" y="54"/>
                  </a:lnTo>
                  <a:lnTo>
                    <a:pt x="33" y="45"/>
                  </a:lnTo>
                  <a:lnTo>
                    <a:pt x="33" y="45"/>
                  </a:lnTo>
                  <a:lnTo>
                    <a:pt x="33" y="44"/>
                  </a:lnTo>
                  <a:lnTo>
                    <a:pt x="31" y="44"/>
                  </a:lnTo>
                  <a:lnTo>
                    <a:pt x="30" y="45"/>
                  </a:lnTo>
                  <a:lnTo>
                    <a:pt x="30" y="45"/>
                  </a:lnTo>
                  <a:lnTo>
                    <a:pt x="25" y="52"/>
                  </a:lnTo>
                  <a:lnTo>
                    <a:pt x="25" y="52"/>
                  </a:lnTo>
                  <a:lnTo>
                    <a:pt x="29" y="45"/>
                  </a:lnTo>
                  <a:lnTo>
                    <a:pt x="31" y="37"/>
                  </a:lnTo>
                  <a:lnTo>
                    <a:pt x="31" y="37"/>
                  </a:lnTo>
                  <a:lnTo>
                    <a:pt x="31" y="37"/>
                  </a:lnTo>
                  <a:lnTo>
                    <a:pt x="30" y="37"/>
                  </a:lnTo>
                  <a:lnTo>
                    <a:pt x="29" y="38"/>
                  </a:lnTo>
                  <a:lnTo>
                    <a:pt x="29" y="38"/>
                  </a:lnTo>
                  <a:lnTo>
                    <a:pt x="19" y="51"/>
                  </a:lnTo>
                  <a:lnTo>
                    <a:pt x="19" y="51"/>
                  </a:lnTo>
                  <a:lnTo>
                    <a:pt x="18" y="52"/>
                  </a:lnTo>
                  <a:lnTo>
                    <a:pt x="18" y="52"/>
                  </a:lnTo>
                  <a:lnTo>
                    <a:pt x="19" y="49"/>
                  </a:lnTo>
                  <a:lnTo>
                    <a:pt x="19" y="49"/>
                  </a:lnTo>
                  <a:lnTo>
                    <a:pt x="22" y="43"/>
                  </a:lnTo>
                  <a:lnTo>
                    <a:pt x="25" y="36"/>
                  </a:lnTo>
                  <a:lnTo>
                    <a:pt x="33" y="23"/>
                  </a:lnTo>
                  <a:lnTo>
                    <a:pt x="33" y="23"/>
                  </a:lnTo>
                  <a:lnTo>
                    <a:pt x="33" y="22"/>
                  </a:lnTo>
                  <a:lnTo>
                    <a:pt x="31" y="22"/>
                  </a:lnTo>
                  <a:lnTo>
                    <a:pt x="30" y="23"/>
                  </a:lnTo>
                  <a:lnTo>
                    <a:pt x="30" y="23"/>
                  </a:lnTo>
                  <a:lnTo>
                    <a:pt x="25" y="27"/>
                  </a:lnTo>
                  <a:lnTo>
                    <a:pt x="19" y="34"/>
                  </a:lnTo>
                  <a:lnTo>
                    <a:pt x="19" y="34"/>
                  </a:lnTo>
                  <a:lnTo>
                    <a:pt x="25" y="25"/>
                  </a:lnTo>
                  <a:lnTo>
                    <a:pt x="30" y="15"/>
                  </a:lnTo>
                  <a:lnTo>
                    <a:pt x="30" y="15"/>
                  </a:lnTo>
                  <a:lnTo>
                    <a:pt x="30" y="15"/>
                  </a:lnTo>
                  <a:lnTo>
                    <a:pt x="29" y="15"/>
                  </a:lnTo>
                  <a:lnTo>
                    <a:pt x="27" y="15"/>
                  </a:lnTo>
                  <a:lnTo>
                    <a:pt x="27" y="15"/>
                  </a:lnTo>
                  <a:lnTo>
                    <a:pt x="22" y="22"/>
                  </a:lnTo>
                  <a:lnTo>
                    <a:pt x="15" y="29"/>
                  </a:lnTo>
                  <a:lnTo>
                    <a:pt x="5" y="45"/>
                  </a:lnTo>
                  <a:lnTo>
                    <a:pt x="5" y="45"/>
                  </a:lnTo>
                  <a:lnTo>
                    <a:pt x="16" y="25"/>
                  </a:lnTo>
                  <a:lnTo>
                    <a:pt x="26" y="5"/>
                  </a:lnTo>
                  <a:lnTo>
                    <a:pt x="26" y="5"/>
                  </a:lnTo>
                  <a:lnTo>
                    <a:pt x="26" y="5"/>
                  </a:lnTo>
                  <a:lnTo>
                    <a:pt x="26" y="5"/>
                  </a:lnTo>
                  <a:lnTo>
                    <a:pt x="25" y="5"/>
                  </a:lnTo>
                  <a:lnTo>
                    <a:pt x="25" y="5"/>
                  </a:lnTo>
                  <a:lnTo>
                    <a:pt x="16" y="14"/>
                  </a:lnTo>
                  <a:lnTo>
                    <a:pt x="11" y="23"/>
                  </a:lnTo>
                  <a:lnTo>
                    <a:pt x="11" y="23"/>
                  </a:lnTo>
                  <a:lnTo>
                    <a:pt x="16" y="12"/>
                  </a:lnTo>
                  <a:lnTo>
                    <a:pt x="23" y="0"/>
                  </a:lnTo>
                  <a:lnTo>
                    <a:pt x="23" y="0"/>
                  </a:lnTo>
                  <a:lnTo>
                    <a:pt x="22" y="0"/>
                  </a:lnTo>
                  <a:lnTo>
                    <a:pt x="22" y="0"/>
                  </a:lnTo>
                  <a:lnTo>
                    <a:pt x="22" y="0"/>
                  </a:lnTo>
                  <a:lnTo>
                    <a:pt x="18" y="4"/>
                  </a:lnTo>
                  <a:lnTo>
                    <a:pt x="15" y="8"/>
                  </a:lnTo>
                  <a:lnTo>
                    <a:pt x="8" y="16"/>
                  </a:lnTo>
                  <a:lnTo>
                    <a:pt x="8" y="16"/>
                  </a:lnTo>
                  <a:lnTo>
                    <a:pt x="5" y="23"/>
                  </a:lnTo>
                  <a:lnTo>
                    <a:pt x="4" y="26"/>
                  </a:lnTo>
                  <a:lnTo>
                    <a:pt x="4" y="23"/>
                  </a:lnTo>
                  <a:lnTo>
                    <a:pt x="4" y="23"/>
                  </a:lnTo>
                  <a:lnTo>
                    <a:pt x="8" y="15"/>
                  </a:lnTo>
                  <a:lnTo>
                    <a:pt x="8" y="15"/>
                  </a:lnTo>
                  <a:lnTo>
                    <a:pt x="8" y="15"/>
                  </a:lnTo>
                  <a:lnTo>
                    <a:pt x="8" y="15"/>
                  </a:lnTo>
                  <a:lnTo>
                    <a:pt x="7" y="14"/>
                  </a:lnTo>
                  <a:lnTo>
                    <a:pt x="7" y="14"/>
                  </a:lnTo>
                  <a:lnTo>
                    <a:pt x="7" y="15"/>
                  </a:lnTo>
                  <a:lnTo>
                    <a:pt x="7" y="15"/>
                  </a:lnTo>
                  <a:lnTo>
                    <a:pt x="4" y="22"/>
                  </a:lnTo>
                  <a:lnTo>
                    <a:pt x="0" y="30"/>
                  </a:lnTo>
                  <a:lnTo>
                    <a:pt x="0" y="30"/>
                  </a:lnTo>
                  <a:lnTo>
                    <a:pt x="0" y="30"/>
                  </a:lnTo>
                  <a:lnTo>
                    <a:pt x="1" y="29"/>
                  </a:lnTo>
                  <a:lnTo>
                    <a:pt x="1" y="29"/>
                  </a:lnTo>
                  <a:lnTo>
                    <a:pt x="9" y="19"/>
                  </a:lnTo>
                  <a:lnTo>
                    <a:pt x="16" y="10"/>
                  </a:lnTo>
                  <a:lnTo>
                    <a:pt x="16" y="10"/>
                  </a:lnTo>
                  <a:lnTo>
                    <a:pt x="12" y="18"/>
                  </a:lnTo>
                  <a:lnTo>
                    <a:pt x="12" y="18"/>
                  </a:lnTo>
                  <a:lnTo>
                    <a:pt x="4" y="37"/>
                  </a:lnTo>
                  <a:lnTo>
                    <a:pt x="4" y="37"/>
                  </a:lnTo>
                  <a:lnTo>
                    <a:pt x="4" y="36"/>
                  </a:lnTo>
                  <a:lnTo>
                    <a:pt x="4" y="36"/>
                  </a:lnTo>
                  <a:lnTo>
                    <a:pt x="1" y="40"/>
                  </a:lnTo>
                  <a:lnTo>
                    <a:pt x="1" y="40"/>
                  </a:lnTo>
                  <a:lnTo>
                    <a:pt x="3" y="40"/>
                  </a:lnTo>
                  <a:lnTo>
                    <a:pt x="4" y="40"/>
                  </a:lnTo>
                  <a:lnTo>
                    <a:pt x="4" y="40"/>
                  </a:lnTo>
                  <a:lnTo>
                    <a:pt x="7" y="34"/>
                  </a:lnTo>
                  <a:lnTo>
                    <a:pt x="7" y="34"/>
                  </a:lnTo>
                  <a:lnTo>
                    <a:pt x="9" y="30"/>
                  </a:lnTo>
                  <a:lnTo>
                    <a:pt x="9" y="30"/>
                  </a:lnTo>
                  <a:lnTo>
                    <a:pt x="14" y="23"/>
                  </a:lnTo>
                  <a:lnTo>
                    <a:pt x="14" y="23"/>
                  </a:lnTo>
                  <a:lnTo>
                    <a:pt x="18" y="16"/>
                  </a:lnTo>
                  <a:lnTo>
                    <a:pt x="18" y="16"/>
                  </a:lnTo>
                  <a:lnTo>
                    <a:pt x="8" y="36"/>
                  </a:lnTo>
                  <a:lnTo>
                    <a:pt x="0" y="55"/>
                  </a:lnTo>
                  <a:lnTo>
                    <a:pt x="0" y="55"/>
                  </a:lnTo>
                  <a:lnTo>
                    <a:pt x="0" y="55"/>
                  </a:lnTo>
                  <a:lnTo>
                    <a:pt x="0" y="55"/>
                  </a:lnTo>
                  <a:lnTo>
                    <a:pt x="1" y="54"/>
                  </a:lnTo>
                  <a:lnTo>
                    <a:pt x="1" y="54"/>
                  </a:lnTo>
                  <a:close/>
                  <a:moveTo>
                    <a:pt x="5" y="58"/>
                  </a:moveTo>
                  <a:lnTo>
                    <a:pt x="5" y="58"/>
                  </a:lnTo>
                  <a:lnTo>
                    <a:pt x="8" y="54"/>
                  </a:lnTo>
                  <a:lnTo>
                    <a:pt x="8" y="54"/>
                  </a:lnTo>
                  <a:lnTo>
                    <a:pt x="5" y="58"/>
                  </a:lnTo>
                  <a:lnTo>
                    <a:pt x="5" y="58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68" name="Freeform 97"/>
            <p:cNvSpPr/>
            <p:nvPr/>
          </p:nvSpPr>
          <p:spPr bwMode="auto">
            <a:xfrm>
              <a:off x="2974976" y="2166938"/>
              <a:ext cx="68263" cy="125413"/>
            </a:xfrm>
            <a:custGeom>
              <a:avLst/>
              <a:gdLst/>
              <a:ahLst/>
              <a:cxnLst>
                <a:cxn ang="0">
                  <a:pos x="3" y="11"/>
                </a:cxn>
                <a:cxn ang="0">
                  <a:pos x="4" y="14"/>
                </a:cxn>
                <a:cxn ang="0">
                  <a:pos x="3" y="21"/>
                </a:cxn>
                <a:cxn ang="0">
                  <a:pos x="6" y="20"/>
                </a:cxn>
                <a:cxn ang="0">
                  <a:pos x="8" y="20"/>
                </a:cxn>
                <a:cxn ang="0">
                  <a:pos x="7" y="28"/>
                </a:cxn>
                <a:cxn ang="0">
                  <a:pos x="10" y="27"/>
                </a:cxn>
                <a:cxn ang="0">
                  <a:pos x="11" y="29"/>
                </a:cxn>
                <a:cxn ang="0">
                  <a:pos x="12" y="29"/>
                </a:cxn>
                <a:cxn ang="0">
                  <a:pos x="15" y="28"/>
                </a:cxn>
                <a:cxn ang="0">
                  <a:pos x="15" y="27"/>
                </a:cxn>
                <a:cxn ang="0">
                  <a:pos x="15" y="39"/>
                </a:cxn>
                <a:cxn ang="0">
                  <a:pos x="17" y="39"/>
                </a:cxn>
                <a:cxn ang="0">
                  <a:pos x="18" y="44"/>
                </a:cxn>
                <a:cxn ang="0">
                  <a:pos x="19" y="44"/>
                </a:cxn>
                <a:cxn ang="0">
                  <a:pos x="22" y="42"/>
                </a:cxn>
                <a:cxn ang="0">
                  <a:pos x="22" y="54"/>
                </a:cxn>
                <a:cxn ang="0">
                  <a:pos x="25" y="54"/>
                </a:cxn>
                <a:cxn ang="0">
                  <a:pos x="28" y="54"/>
                </a:cxn>
                <a:cxn ang="0">
                  <a:pos x="29" y="61"/>
                </a:cxn>
                <a:cxn ang="0">
                  <a:pos x="32" y="60"/>
                </a:cxn>
                <a:cxn ang="0">
                  <a:pos x="35" y="62"/>
                </a:cxn>
                <a:cxn ang="0">
                  <a:pos x="36" y="73"/>
                </a:cxn>
                <a:cxn ang="0">
                  <a:pos x="41" y="69"/>
                </a:cxn>
                <a:cxn ang="0">
                  <a:pos x="39" y="76"/>
                </a:cxn>
                <a:cxn ang="0">
                  <a:pos x="39" y="79"/>
                </a:cxn>
                <a:cxn ang="0">
                  <a:pos x="41" y="76"/>
                </a:cxn>
                <a:cxn ang="0">
                  <a:pos x="41" y="75"/>
                </a:cxn>
                <a:cxn ang="0">
                  <a:pos x="43" y="65"/>
                </a:cxn>
                <a:cxn ang="0">
                  <a:pos x="41" y="65"/>
                </a:cxn>
                <a:cxn ang="0">
                  <a:pos x="39" y="68"/>
                </a:cxn>
                <a:cxn ang="0">
                  <a:pos x="39" y="57"/>
                </a:cxn>
                <a:cxn ang="0">
                  <a:pos x="35" y="54"/>
                </a:cxn>
                <a:cxn ang="0">
                  <a:pos x="30" y="53"/>
                </a:cxn>
                <a:cxn ang="0">
                  <a:pos x="29" y="46"/>
                </a:cxn>
                <a:cxn ang="0">
                  <a:pos x="26" y="49"/>
                </a:cxn>
                <a:cxn ang="0">
                  <a:pos x="25" y="38"/>
                </a:cxn>
                <a:cxn ang="0">
                  <a:pos x="22" y="38"/>
                </a:cxn>
                <a:cxn ang="0">
                  <a:pos x="21" y="38"/>
                </a:cxn>
                <a:cxn ang="0">
                  <a:pos x="21" y="31"/>
                </a:cxn>
                <a:cxn ang="0">
                  <a:pos x="18" y="32"/>
                </a:cxn>
                <a:cxn ang="0">
                  <a:pos x="18" y="22"/>
                </a:cxn>
                <a:cxn ang="0">
                  <a:pos x="14" y="24"/>
                </a:cxn>
                <a:cxn ang="0">
                  <a:pos x="12" y="24"/>
                </a:cxn>
                <a:cxn ang="0">
                  <a:pos x="14" y="18"/>
                </a:cxn>
                <a:cxn ang="0">
                  <a:pos x="10" y="21"/>
                </a:cxn>
                <a:cxn ang="0">
                  <a:pos x="10" y="21"/>
                </a:cxn>
                <a:cxn ang="0">
                  <a:pos x="10" y="13"/>
                </a:cxn>
                <a:cxn ang="0">
                  <a:pos x="8" y="13"/>
                </a:cxn>
                <a:cxn ang="0">
                  <a:pos x="6" y="14"/>
                </a:cxn>
                <a:cxn ang="0">
                  <a:pos x="6" y="7"/>
                </a:cxn>
                <a:cxn ang="0">
                  <a:pos x="4" y="9"/>
                </a:cxn>
                <a:cxn ang="0">
                  <a:pos x="4" y="0"/>
                </a:cxn>
                <a:cxn ang="0">
                  <a:pos x="1" y="11"/>
                </a:cxn>
                <a:cxn ang="0">
                  <a:pos x="1" y="11"/>
                </a:cxn>
                <a:cxn ang="0">
                  <a:pos x="0" y="16"/>
                </a:cxn>
                <a:cxn ang="0">
                  <a:pos x="3" y="14"/>
                </a:cxn>
              </a:cxnLst>
              <a:rect l="0" t="0" r="r" b="b"/>
              <a:pathLst>
                <a:path w="43" h="79">
                  <a:moveTo>
                    <a:pt x="3" y="14"/>
                  </a:moveTo>
                  <a:lnTo>
                    <a:pt x="3" y="14"/>
                  </a:lnTo>
                  <a:lnTo>
                    <a:pt x="3" y="11"/>
                  </a:lnTo>
                  <a:lnTo>
                    <a:pt x="3" y="11"/>
                  </a:lnTo>
                  <a:lnTo>
                    <a:pt x="4" y="11"/>
                  </a:lnTo>
                  <a:lnTo>
                    <a:pt x="4" y="14"/>
                  </a:lnTo>
                  <a:lnTo>
                    <a:pt x="4" y="14"/>
                  </a:lnTo>
                  <a:lnTo>
                    <a:pt x="3" y="21"/>
                  </a:lnTo>
                  <a:lnTo>
                    <a:pt x="3" y="21"/>
                  </a:lnTo>
                  <a:lnTo>
                    <a:pt x="3" y="21"/>
                  </a:lnTo>
                  <a:lnTo>
                    <a:pt x="4" y="21"/>
                  </a:lnTo>
                  <a:lnTo>
                    <a:pt x="6" y="20"/>
                  </a:lnTo>
                  <a:lnTo>
                    <a:pt x="6" y="20"/>
                  </a:lnTo>
                  <a:lnTo>
                    <a:pt x="7" y="18"/>
                  </a:lnTo>
                  <a:lnTo>
                    <a:pt x="8" y="20"/>
                  </a:lnTo>
                  <a:lnTo>
                    <a:pt x="7" y="27"/>
                  </a:lnTo>
                  <a:lnTo>
                    <a:pt x="7" y="27"/>
                  </a:lnTo>
                  <a:lnTo>
                    <a:pt x="7" y="28"/>
                  </a:lnTo>
                  <a:lnTo>
                    <a:pt x="8" y="28"/>
                  </a:lnTo>
                  <a:lnTo>
                    <a:pt x="10" y="27"/>
                  </a:lnTo>
                  <a:lnTo>
                    <a:pt x="10" y="27"/>
                  </a:lnTo>
                  <a:lnTo>
                    <a:pt x="11" y="24"/>
                  </a:lnTo>
                  <a:lnTo>
                    <a:pt x="11" y="25"/>
                  </a:lnTo>
                  <a:lnTo>
                    <a:pt x="11" y="29"/>
                  </a:lnTo>
                  <a:lnTo>
                    <a:pt x="11" y="29"/>
                  </a:lnTo>
                  <a:lnTo>
                    <a:pt x="11" y="29"/>
                  </a:lnTo>
                  <a:lnTo>
                    <a:pt x="12" y="29"/>
                  </a:lnTo>
                  <a:lnTo>
                    <a:pt x="12" y="29"/>
                  </a:lnTo>
                  <a:lnTo>
                    <a:pt x="14" y="29"/>
                  </a:lnTo>
                  <a:lnTo>
                    <a:pt x="15" y="28"/>
                  </a:lnTo>
                  <a:lnTo>
                    <a:pt x="15" y="28"/>
                  </a:lnTo>
                  <a:lnTo>
                    <a:pt x="15" y="27"/>
                  </a:lnTo>
                  <a:lnTo>
                    <a:pt x="15" y="27"/>
                  </a:lnTo>
                  <a:lnTo>
                    <a:pt x="15" y="31"/>
                  </a:lnTo>
                  <a:lnTo>
                    <a:pt x="15" y="31"/>
                  </a:lnTo>
                  <a:lnTo>
                    <a:pt x="15" y="39"/>
                  </a:lnTo>
                  <a:lnTo>
                    <a:pt x="15" y="39"/>
                  </a:lnTo>
                  <a:lnTo>
                    <a:pt x="15" y="40"/>
                  </a:lnTo>
                  <a:lnTo>
                    <a:pt x="17" y="39"/>
                  </a:lnTo>
                  <a:lnTo>
                    <a:pt x="18" y="38"/>
                  </a:lnTo>
                  <a:lnTo>
                    <a:pt x="18" y="38"/>
                  </a:lnTo>
                  <a:lnTo>
                    <a:pt x="18" y="44"/>
                  </a:lnTo>
                  <a:lnTo>
                    <a:pt x="18" y="44"/>
                  </a:lnTo>
                  <a:lnTo>
                    <a:pt x="19" y="44"/>
                  </a:lnTo>
                  <a:lnTo>
                    <a:pt x="19" y="44"/>
                  </a:lnTo>
                  <a:lnTo>
                    <a:pt x="19" y="44"/>
                  </a:lnTo>
                  <a:lnTo>
                    <a:pt x="22" y="42"/>
                  </a:lnTo>
                  <a:lnTo>
                    <a:pt x="22" y="42"/>
                  </a:lnTo>
                  <a:lnTo>
                    <a:pt x="22" y="49"/>
                  </a:lnTo>
                  <a:lnTo>
                    <a:pt x="22" y="54"/>
                  </a:lnTo>
                  <a:lnTo>
                    <a:pt x="22" y="54"/>
                  </a:lnTo>
                  <a:lnTo>
                    <a:pt x="23" y="55"/>
                  </a:lnTo>
                  <a:lnTo>
                    <a:pt x="23" y="54"/>
                  </a:lnTo>
                  <a:lnTo>
                    <a:pt x="25" y="54"/>
                  </a:lnTo>
                  <a:lnTo>
                    <a:pt x="25" y="54"/>
                  </a:lnTo>
                  <a:lnTo>
                    <a:pt x="28" y="51"/>
                  </a:lnTo>
                  <a:lnTo>
                    <a:pt x="28" y="54"/>
                  </a:lnTo>
                  <a:lnTo>
                    <a:pt x="28" y="61"/>
                  </a:lnTo>
                  <a:lnTo>
                    <a:pt x="28" y="61"/>
                  </a:lnTo>
                  <a:lnTo>
                    <a:pt x="29" y="61"/>
                  </a:lnTo>
                  <a:lnTo>
                    <a:pt x="29" y="61"/>
                  </a:lnTo>
                  <a:lnTo>
                    <a:pt x="29" y="61"/>
                  </a:lnTo>
                  <a:lnTo>
                    <a:pt x="32" y="60"/>
                  </a:lnTo>
                  <a:lnTo>
                    <a:pt x="33" y="60"/>
                  </a:lnTo>
                  <a:lnTo>
                    <a:pt x="35" y="61"/>
                  </a:lnTo>
                  <a:lnTo>
                    <a:pt x="35" y="62"/>
                  </a:lnTo>
                  <a:lnTo>
                    <a:pt x="36" y="73"/>
                  </a:lnTo>
                  <a:lnTo>
                    <a:pt x="36" y="73"/>
                  </a:lnTo>
                  <a:lnTo>
                    <a:pt x="36" y="73"/>
                  </a:lnTo>
                  <a:lnTo>
                    <a:pt x="37" y="72"/>
                  </a:lnTo>
                  <a:lnTo>
                    <a:pt x="37" y="72"/>
                  </a:lnTo>
                  <a:lnTo>
                    <a:pt x="41" y="69"/>
                  </a:lnTo>
                  <a:lnTo>
                    <a:pt x="41" y="72"/>
                  </a:lnTo>
                  <a:lnTo>
                    <a:pt x="39" y="76"/>
                  </a:lnTo>
                  <a:lnTo>
                    <a:pt x="39" y="76"/>
                  </a:lnTo>
                  <a:lnTo>
                    <a:pt x="39" y="77"/>
                  </a:lnTo>
                  <a:lnTo>
                    <a:pt x="39" y="79"/>
                  </a:lnTo>
                  <a:lnTo>
                    <a:pt x="39" y="79"/>
                  </a:lnTo>
                  <a:lnTo>
                    <a:pt x="39" y="79"/>
                  </a:lnTo>
                  <a:lnTo>
                    <a:pt x="39" y="79"/>
                  </a:lnTo>
                  <a:lnTo>
                    <a:pt x="41" y="76"/>
                  </a:lnTo>
                  <a:lnTo>
                    <a:pt x="41" y="76"/>
                  </a:lnTo>
                  <a:lnTo>
                    <a:pt x="41" y="75"/>
                  </a:lnTo>
                  <a:lnTo>
                    <a:pt x="41" y="75"/>
                  </a:lnTo>
                  <a:lnTo>
                    <a:pt x="43" y="73"/>
                  </a:lnTo>
                  <a:lnTo>
                    <a:pt x="43" y="71"/>
                  </a:lnTo>
                  <a:lnTo>
                    <a:pt x="43" y="65"/>
                  </a:lnTo>
                  <a:lnTo>
                    <a:pt x="43" y="65"/>
                  </a:lnTo>
                  <a:lnTo>
                    <a:pt x="41" y="65"/>
                  </a:lnTo>
                  <a:lnTo>
                    <a:pt x="41" y="65"/>
                  </a:lnTo>
                  <a:lnTo>
                    <a:pt x="40" y="66"/>
                  </a:lnTo>
                  <a:lnTo>
                    <a:pt x="40" y="66"/>
                  </a:lnTo>
                  <a:lnTo>
                    <a:pt x="39" y="68"/>
                  </a:lnTo>
                  <a:lnTo>
                    <a:pt x="39" y="68"/>
                  </a:lnTo>
                  <a:lnTo>
                    <a:pt x="39" y="64"/>
                  </a:lnTo>
                  <a:lnTo>
                    <a:pt x="39" y="57"/>
                  </a:lnTo>
                  <a:lnTo>
                    <a:pt x="37" y="55"/>
                  </a:lnTo>
                  <a:lnTo>
                    <a:pt x="35" y="54"/>
                  </a:lnTo>
                  <a:lnTo>
                    <a:pt x="35" y="54"/>
                  </a:lnTo>
                  <a:lnTo>
                    <a:pt x="32" y="57"/>
                  </a:lnTo>
                  <a:lnTo>
                    <a:pt x="32" y="57"/>
                  </a:lnTo>
                  <a:lnTo>
                    <a:pt x="30" y="53"/>
                  </a:lnTo>
                  <a:lnTo>
                    <a:pt x="29" y="46"/>
                  </a:lnTo>
                  <a:lnTo>
                    <a:pt x="29" y="46"/>
                  </a:lnTo>
                  <a:lnTo>
                    <a:pt x="29" y="46"/>
                  </a:lnTo>
                  <a:lnTo>
                    <a:pt x="28" y="47"/>
                  </a:lnTo>
                  <a:lnTo>
                    <a:pt x="28" y="47"/>
                  </a:lnTo>
                  <a:lnTo>
                    <a:pt x="26" y="49"/>
                  </a:lnTo>
                  <a:lnTo>
                    <a:pt x="25" y="49"/>
                  </a:lnTo>
                  <a:lnTo>
                    <a:pt x="25" y="46"/>
                  </a:lnTo>
                  <a:lnTo>
                    <a:pt x="25" y="38"/>
                  </a:lnTo>
                  <a:lnTo>
                    <a:pt x="25" y="38"/>
                  </a:lnTo>
                  <a:lnTo>
                    <a:pt x="23" y="38"/>
                  </a:lnTo>
                  <a:lnTo>
                    <a:pt x="22" y="38"/>
                  </a:lnTo>
                  <a:lnTo>
                    <a:pt x="22" y="38"/>
                  </a:lnTo>
                  <a:lnTo>
                    <a:pt x="21" y="40"/>
                  </a:lnTo>
                  <a:lnTo>
                    <a:pt x="21" y="38"/>
                  </a:lnTo>
                  <a:lnTo>
                    <a:pt x="21" y="35"/>
                  </a:lnTo>
                  <a:lnTo>
                    <a:pt x="21" y="31"/>
                  </a:lnTo>
                  <a:lnTo>
                    <a:pt x="21" y="31"/>
                  </a:lnTo>
                  <a:lnTo>
                    <a:pt x="19" y="31"/>
                  </a:lnTo>
                  <a:lnTo>
                    <a:pt x="18" y="32"/>
                  </a:lnTo>
                  <a:lnTo>
                    <a:pt x="18" y="32"/>
                  </a:lnTo>
                  <a:lnTo>
                    <a:pt x="18" y="27"/>
                  </a:lnTo>
                  <a:lnTo>
                    <a:pt x="18" y="22"/>
                  </a:lnTo>
                  <a:lnTo>
                    <a:pt x="18" y="22"/>
                  </a:lnTo>
                  <a:lnTo>
                    <a:pt x="17" y="22"/>
                  </a:lnTo>
                  <a:lnTo>
                    <a:pt x="17" y="22"/>
                  </a:lnTo>
                  <a:lnTo>
                    <a:pt x="14" y="24"/>
                  </a:lnTo>
                  <a:lnTo>
                    <a:pt x="14" y="24"/>
                  </a:lnTo>
                  <a:lnTo>
                    <a:pt x="12" y="25"/>
                  </a:lnTo>
                  <a:lnTo>
                    <a:pt x="12" y="24"/>
                  </a:lnTo>
                  <a:lnTo>
                    <a:pt x="14" y="20"/>
                  </a:lnTo>
                  <a:lnTo>
                    <a:pt x="14" y="20"/>
                  </a:lnTo>
                  <a:lnTo>
                    <a:pt x="14" y="18"/>
                  </a:lnTo>
                  <a:lnTo>
                    <a:pt x="12" y="20"/>
                  </a:lnTo>
                  <a:lnTo>
                    <a:pt x="12" y="20"/>
                  </a:lnTo>
                  <a:lnTo>
                    <a:pt x="10" y="21"/>
                  </a:lnTo>
                  <a:lnTo>
                    <a:pt x="10" y="21"/>
                  </a:lnTo>
                  <a:lnTo>
                    <a:pt x="8" y="24"/>
                  </a:lnTo>
                  <a:lnTo>
                    <a:pt x="10" y="21"/>
                  </a:lnTo>
                  <a:lnTo>
                    <a:pt x="10" y="21"/>
                  </a:lnTo>
                  <a:lnTo>
                    <a:pt x="10" y="13"/>
                  </a:lnTo>
                  <a:lnTo>
                    <a:pt x="10" y="13"/>
                  </a:lnTo>
                  <a:lnTo>
                    <a:pt x="10" y="11"/>
                  </a:lnTo>
                  <a:lnTo>
                    <a:pt x="10" y="11"/>
                  </a:lnTo>
                  <a:lnTo>
                    <a:pt x="8" y="13"/>
                  </a:lnTo>
                  <a:lnTo>
                    <a:pt x="8" y="13"/>
                  </a:lnTo>
                  <a:lnTo>
                    <a:pt x="6" y="14"/>
                  </a:lnTo>
                  <a:lnTo>
                    <a:pt x="6" y="14"/>
                  </a:lnTo>
                  <a:lnTo>
                    <a:pt x="7" y="7"/>
                  </a:lnTo>
                  <a:lnTo>
                    <a:pt x="7" y="7"/>
                  </a:lnTo>
                  <a:lnTo>
                    <a:pt x="6" y="7"/>
                  </a:lnTo>
                  <a:lnTo>
                    <a:pt x="6" y="7"/>
                  </a:lnTo>
                  <a:lnTo>
                    <a:pt x="4" y="9"/>
                  </a:lnTo>
                  <a:lnTo>
                    <a:pt x="4" y="9"/>
                  </a:lnTo>
                  <a:lnTo>
                    <a:pt x="4" y="4"/>
                  </a:lnTo>
                  <a:lnTo>
                    <a:pt x="4" y="0"/>
                  </a:lnTo>
                  <a:lnTo>
                    <a:pt x="4" y="0"/>
                  </a:lnTo>
                  <a:lnTo>
                    <a:pt x="4" y="2"/>
                  </a:lnTo>
                  <a:lnTo>
                    <a:pt x="4" y="2"/>
                  </a:lnTo>
                  <a:lnTo>
                    <a:pt x="1" y="11"/>
                  </a:lnTo>
                  <a:lnTo>
                    <a:pt x="1" y="11"/>
                  </a:lnTo>
                  <a:lnTo>
                    <a:pt x="1" y="11"/>
                  </a:lnTo>
                  <a:lnTo>
                    <a:pt x="1" y="11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3" y="14"/>
                  </a:lnTo>
                  <a:lnTo>
                    <a:pt x="3" y="14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69" name="Freeform 98"/>
            <p:cNvSpPr>
              <a:spLocks noEditPoints="1"/>
            </p:cNvSpPr>
            <p:nvPr/>
          </p:nvSpPr>
          <p:spPr bwMode="auto">
            <a:xfrm>
              <a:off x="2935288" y="2387600"/>
              <a:ext cx="74613" cy="31750"/>
            </a:xfrm>
            <a:custGeom>
              <a:avLst/>
              <a:gdLst/>
              <a:ahLst/>
              <a:cxnLst>
                <a:cxn ang="0">
                  <a:pos x="46" y="2"/>
                </a:cxn>
                <a:cxn ang="0">
                  <a:pos x="44" y="3"/>
                </a:cxn>
                <a:cxn ang="0">
                  <a:pos x="44" y="3"/>
                </a:cxn>
                <a:cxn ang="0">
                  <a:pos x="43" y="2"/>
                </a:cxn>
                <a:cxn ang="0">
                  <a:pos x="37" y="7"/>
                </a:cxn>
                <a:cxn ang="0">
                  <a:pos x="37" y="2"/>
                </a:cxn>
                <a:cxn ang="0">
                  <a:pos x="33" y="5"/>
                </a:cxn>
                <a:cxn ang="0">
                  <a:pos x="33" y="3"/>
                </a:cxn>
                <a:cxn ang="0">
                  <a:pos x="31" y="3"/>
                </a:cxn>
                <a:cxn ang="0">
                  <a:pos x="28" y="3"/>
                </a:cxn>
                <a:cxn ang="0">
                  <a:pos x="25" y="3"/>
                </a:cxn>
                <a:cxn ang="0">
                  <a:pos x="25" y="3"/>
                </a:cxn>
                <a:cxn ang="0">
                  <a:pos x="25" y="0"/>
                </a:cxn>
                <a:cxn ang="0">
                  <a:pos x="21" y="3"/>
                </a:cxn>
                <a:cxn ang="0">
                  <a:pos x="20" y="3"/>
                </a:cxn>
                <a:cxn ang="0">
                  <a:pos x="17" y="3"/>
                </a:cxn>
                <a:cxn ang="0">
                  <a:pos x="17" y="3"/>
                </a:cxn>
                <a:cxn ang="0">
                  <a:pos x="15" y="0"/>
                </a:cxn>
                <a:cxn ang="0">
                  <a:pos x="11" y="5"/>
                </a:cxn>
                <a:cxn ang="0">
                  <a:pos x="11" y="2"/>
                </a:cxn>
                <a:cxn ang="0">
                  <a:pos x="10" y="2"/>
                </a:cxn>
                <a:cxn ang="0">
                  <a:pos x="9" y="2"/>
                </a:cxn>
                <a:cxn ang="0">
                  <a:pos x="7" y="3"/>
                </a:cxn>
                <a:cxn ang="0">
                  <a:pos x="6" y="5"/>
                </a:cxn>
                <a:cxn ang="0">
                  <a:pos x="3" y="7"/>
                </a:cxn>
                <a:cxn ang="0">
                  <a:pos x="0" y="11"/>
                </a:cxn>
                <a:cxn ang="0">
                  <a:pos x="2" y="11"/>
                </a:cxn>
                <a:cxn ang="0">
                  <a:pos x="7" y="9"/>
                </a:cxn>
                <a:cxn ang="0">
                  <a:pos x="4" y="13"/>
                </a:cxn>
                <a:cxn ang="0">
                  <a:pos x="6" y="13"/>
                </a:cxn>
                <a:cxn ang="0">
                  <a:pos x="4" y="17"/>
                </a:cxn>
                <a:cxn ang="0">
                  <a:pos x="4" y="17"/>
                </a:cxn>
                <a:cxn ang="0">
                  <a:pos x="4" y="20"/>
                </a:cxn>
                <a:cxn ang="0">
                  <a:pos x="10" y="10"/>
                </a:cxn>
                <a:cxn ang="0">
                  <a:pos x="13" y="5"/>
                </a:cxn>
                <a:cxn ang="0">
                  <a:pos x="13" y="7"/>
                </a:cxn>
                <a:cxn ang="0">
                  <a:pos x="10" y="13"/>
                </a:cxn>
                <a:cxn ang="0">
                  <a:pos x="11" y="14"/>
                </a:cxn>
                <a:cxn ang="0">
                  <a:pos x="13" y="11"/>
                </a:cxn>
                <a:cxn ang="0">
                  <a:pos x="13" y="14"/>
                </a:cxn>
                <a:cxn ang="0">
                  <a:pos x="13" y="16"/>
                </a:cxn>
                <a:cxn ang="0">
                  <a:pos x="21" y="7"/>
                </a:cxn>
                <a:cxn ang="0">
                  <a:pos x="22" y="7"/>
                </a:cxn>
                <a:cxn ang="0">
                  <a:pos x="20" y="14"/>
                </a:cxn>
                <a:cxn ang="0">
                  <a:pos x="21" y="14"/>
                </a:cxn>
                <a:cxn ang="0">
                  <a:pos x="21" y="17"/>
                </a:cxn>
                <a:cxn ang="0">
                  <a:pos x="24" y="16"/>
                </a:cxn>
                <a:cxn ang="0">
                  <a:pos x="29" y="13"/>
                </a:cxn>
                <a:cxn ang="0">
                  <a:pos x="31" y="14"/>
                </a:cxn>
                <a:cxn ang="0">
                  <a:pos x="33" y="6"/>
                </a:cxn>
                <a:cxn ang="0">
                  <a:pos x="33" y="11"/>
                </a:cxn>
                <a:cxn ang="0">
                  <a:pos x="36" y="11"/>
                </a:cxn>
                <a:cxn ang="0">
                  <a:pos x="37" y="10"/>
                </a:cxn>
                <a:cxn ang="0">
                  <a:pos x="39" y="10"/>
                </a:cxn>
                <a:cxn ang="0">
                  <a:pos x="39" y="14"/>
                </a:cxn>
                <a:cxn ang="0">
                  <a:pos x="42" y="13"/>
                </a:cxn>
                <a:cxn ang="0">
                  <a:pos x="46" y="7"/>
                </a:cxn>
                <a:cxn ang="0">
                  <a:pos x="47" y="3"/>
                </a:cxn>
                <a:cxn ang="0">
                  <a:pos x="7" y="13"/>
                </a:cxn>
                <a:cxn ang="0">
                  <a:pos x="9" y="11"/>
                </a:cxn>
              </a:cxnLst>
              <a:rect l="0" t="0" r="r" b="b"/>
              <a:pathLst>
                <a:path w="47" h="20">
                  <a:moveTo>
                    <a:pt x="47" y="3"/>
                  </a:moveTo>
                  <a:lnTo>
                    <a:pt x="47" y="3"/>
                  </a:lnTo>
                  <a:lnTo>
                    <a:pt x="46" y="2"/>
                  </a:lnTo>
                  <a:lnTo>
                    <a:pt x="44" y="3"/>
                  </a:lnTo>
                  <a:lnTo>
                    <a:pt x="44" y="3"/>
                  </a:lnTo>
                  <a:lnTo>
                    <a:pt x="44" y="3"/>
                  </a:lnTo>
                  <a:lnTo>
                    <a:pt x="44" y="3"/>
                  </a:lnTo>
                  <a:lnTo>
                    <a:pt x="44" y="3"/>
                  </a:lnTo>
                  <a:lnTo>
                    <a:pt x="44" y="3"/>
                  </a:lnTo>
                  <a:lnTo>
                    <a:pt x="43" y="2"/>
                  </a:lnTo>
                  <a:lnTo>
                    <a:pt x="43" y="2"/>
                  </a:lnTo>
                  <a:lnTo>
                    <a:pt x="43" y="2"/>
                  </a:lnTo>
                  <a:lnTo>
                    <a:pt x="40" y="5"/>
                  </a:lnTo>
                  <a:lnTo>
                    <a:pt x="37" y="7"/>
                  </a:lnTo>
                  <a:lnTo>
                    <a:pt x="37" y="7"/>
                  </a:lnTo>
                  <a:lnTo>
                    <a:pt x="37" y="3"/>
                  </a:lnTo>
                  <a:lnTo>
                    <a:pt x="37" y="3"/>
                  </a:lnTo>
                  <a:lnTo>
                    <a:pt x="37" y="2"/>
                  </a:lnTo>
                  <a:lnTo>
                    <a:pt x="37" y="2"/>
                  </a:lnTo>
                  <a:lnTo>
                    <a:pt x="35" y="3"/>
                  </a:lnTo>
                  <a:lnTo>
                    <a:pt x="33" y="5"/>
                  </a:lnTo>
                  <a:lnTo>
                    <a:pt x="33" y="5"/>
                  </a:lnTo>
                  <a:lnTo>
                    <a:pt x="33" y="3"/>
                  </a:lnTo>
                  <a:lnTo>
                    <a:pt x="33" y="3"/>
                  </a:lnTo>
                  <a:lnTo>
                    <a:pt x="32" y="2"/>
                  </a:lnTo>
                  <a:lnTo>
                    <a:pt x="31" y="3"/>
                  </a:lnTo>
                  <a:lnTo>
                    <a:pt x="31" y="3"/>
                  </a:lnTo>
                  <a:lnTo>
                    <a:pt x="28" y="7"/>
                  </a:lnTo>
                  <a:lnTo>
                    <a:pt x="28" y="7"/>
                  </a:lnTo>
                  <a:lnTo>
                    <a:pt x="28" y="3"/>
                  </a:lnTo>
                  <a:lnTo>
                    <a:pt x="28" y="3"/>
                  </a:lnTo>
                  <a:lnTo>
                    <a:pt x="26" y="2"/>
                  </a:lnTo>
                  <a:lnTo>
                    <a:pt x="25" y="3"/>
                  </a:lnTo>
                  <a:lnTo>
                    <a:pt x="25" y="3"/>
                  </a:lnTo>
                  <a:lnTo>
                    <a:pt x="25" y="3"/>
                  </a:lnTo>
                  <a:lnTo>
                    <a:pt x="25" y="3"/>
                  </a:lnTo>
                  <a:lnTo>
                    <a:pt x="25" y="2"/>
                  </a:lnTo>
                  <a:lnTo>
                    <a:pt x="25" y="2"/>
                  </a:lnTo>
                  <a:lnTo>
                    <a:pt x="25" y="0"/>
                  </a:lnTo>
                  <a:lnTo>
                    <a:pt x="24" y="2"/>
                  </a:lnTo>
                  <a:lnTo>
                    <a:pt x="24" y="2"/>
                  </a:lnTo>
                  <a:lnTo>
                    <a:pt x="21" y="3"/>
                  </a:lnTo>
                  <a:lnTo>
                    <a:pt x="18" y="6"/>
                  </a:lnTo>
                  <a:lnTo>
                    <a:pt x="18" y="6"/>
                  </a:lnTo>
                  <a:lnTo>
                    <a:pt x="20" y="3"/>
                  </a:lnTo>
                  <a:lnTo>
                    <a:pt x="20" y="3"/>
                  </a:lnTo>
                  <a:lnTo>
                    <a:pt x="18" y="2"/>
                  </a:lnTo>
                  <a:lnTo>
                    <a:pt x="17" y="3"/>
                  </a:lnTo>
                  <a:lnTo>
                    <a:pt x="17" y="3"/>
                  </a:lnTo>
                  <a:lnTo>
                    <a:pt x="17" y="3"/>
                  </a:lnTo>
                  <a:lnTo>
                    <a:pt x="17" y="3"/>
                  </a:lnTo>
                  <a:lnTo>
                    <a:pt x="17" y="0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5" y="0"/>
                  </a:lnTo>
                  <a:lnTo>
                    <a:pt x="15" y="0"/>
                  </a:lnTo>
                  <a:lnTo>
                    <a:pt x="11" y="5"/>
                  </a:lnTo>
                  <a:lnTo>
                    <a:pt x="11" y="5"/>
                  </a:lnTo>
                  <a:lnTo>
                    <a:pt x="11" y="2"/>
                  </a:lnTo>
                  <a:lnTo>
                    <a:pt x="11" y="2"/>
                  </a:lnTo>
                  <a:lnTo>
                    <a:pt x="10" y="2"/>
                  </a:lnTo>
                  <a:lnTo>
                    <a:pt x="10" y="2"/>
                  </a:lnTo>
                  <a:lnTo>
                    <a:pt x="10" y="2"/>
                  </a:lnTo>
                  <a:lnTo>
                    <a:pt x="10" y="2"/>
                  </a:lnTo>
                  <a:lnTo>
                    <a:pt x="9" y="2"/>
                  </a:lnTo>
                  <a:lnTo>
                    <a:pt x="9" y="2"/>
                  </a:lnTo>
                  <a:lnTo>
                    <a:pt x="9" y="2"/>
                  </a:lnTo>
                  <a:lnTo>
                    <a:pt x="9" y="2"/>
                  </a:lnTo>
                  <a:lnTo>
                    <a:pt x="7" y="3"/>
                  </a:lnTo>
                  <a:lnTo>
                    <a:pt x="7" y="3"/>
                  </a:lnTo>
                  <a:lnTo>
                    <a:pt x="6" y="5"/>
                  </a:lnTo>
                  <a:lnTo>
                    <a:pt x="6" y="5"/>
                  </a:lnTo>
                  <a:lnTo>
                    <a:pt x="4" y="7"/>
                  </a:lnTo>
                  <a:lnTo>
                    <a:pt x="4" y="7"/>
                  </a:lnTo>
                  <a:lnTo>
                    <a:pt x="3" y="7"/>
                  </a:lnTo>
                  <a:lnTo>
                    <a:pt x="3" y="7"/>
                  </a:lnTo>
                  <a:lnTo>
                    <a:pt x="0" y="11"/>
                  </a:lnTo>
                  <a:lnTo>
                    <a:pt x="0" y="11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4" y="9"/>
                  </a:lnTo>
                  <a:lnTo>
                    <a:pt x="4" y="9"/>
                  </a:lnTo>
                  <a:lnTo>
                    <a:pt x="7" y="9"/>
                  </a:lnTo>
                  <a:lnTo>
                    <a:pt x="7" y="9"/>
                  </a:lnTo>
                  <a:lnTo>
                    <a:pt x="4" y="13"/>
                  </a:lnTo>
                  <a:lnTo>
                    <a:pt x="4" y="13"/>
                  </a:lnTo>
                  <a:lnTo>
                    <a:pt x="6" y="14"/>
                  </a:lnTo>
                  <a:lnTo>
                    <a:pt x="6" y="13"/>
                  </a:lnTo>
                  <a:lnTo>
                    <a:pt x="6" y="13"/>
                  </a:lnTo>
                  <a:lnTo>
                    <a:pt x="4" y="17"/>
                  </a:lnTo>
                  <a:lnTo>
                    <a:pt x="4" y="17"/>
                  </a:lnTo>
                  <a:lnTo>
                    <a:pt x="4" y="17"/>
                  </a:lnTo>
                  <a:lnTo>
                    <a:pt x="4" y="17"/>
                  </a:lnTo>
                  <a:lnTo>
                    <a:pt x="4" y="17"/>
                  </a:lnTo>
                  <a:lnTo>
                    <a:pt x="4" y="17"/>
                  </a:lnTo>
                  <a:lnTo>
                    <a:pt x="4" y="20"/>
                  </a:lnTo>
                  <a:lnTo>
                    <a:pt x="4" y="20"/>
                  </a:lnTo>
                  <a:lnTo>
                    <a:pt x="4" y="20"/>
                  </a:lnTo>
                  <a:lnTo>
                    <a:pt x="6" y="18"/>
                  </a:lnTo>
                  <a:lnTo>
                    <a:pt x="6" y="18"/>
                  </a:lnTo>
                  <a:lnTo>
                    <a:pt x="10" y="10"/>
                  </a:lnTo>
                  <a:lnTo>
                    <a:pt x="10" y="10"/>
                  </a:lnTo>
                  <a:lnTo>
                    <a:pt x="13" y="5"/>
                  </a:lnTo>
                  <a:lnTo>
                    <a:pt x="13" y="5"/>
                  </a:lnTo>
                  <a:lnTo>
                    <a:pt x="14" y="5"/>
                  </a:lnTo>
                  <a:lnTo>
                    <a:pt x="14" y="5"/>
                  </a:lnTo>
                  <a:lnTo>
                    <a:pt x="13" y="7"/>
                  </a:lnTo>
                  <a:lnTo>
                    <a:pt x="13" y="7"/>
                  </a:lnTo>
                  <a:lnTo>
                    <a:pt x="11" y="10"/>
                  </a:lnTo>
                  <a:lnTo>
                    <a:pt x="10" y="13"/>
                  </a:lnTo>
                  <a:lnTo>
                    <a:pt x="10" y="13"/>
                  </a:lnTo>
                  <a:lnTo>
                    <a:pt x="10" y="14"/>
                  </a:lnTo>
                  <a:lnTo>
                    <a:pt x="11" y="14"/>
                  </a:lnTo>
                  <a:lnTo>
                    <a:pt x="13" y="13"/>
                  </a:lnTo>
                  <a:lnTo>
                    <a:pt x="13" y="13"/>
                  </a:lnTo>
                  <a:lnTo>
                    <a:pt x="13" y="11"/>
                  </a:lnTo>
                  <a:lnTo>
                    <a:pt x="13" y="11"/>
                  </a:lnTo>
                  <a:lnTo>
                    <a:pt x="15" y="10"/>
                  </a:lnTo>
                  <a:lnTo>
                    <a:pt x="13" y="14"/>
                  </a:lnTo>
                  <a:lnTo>
                    <a:pt x="13" y="14"/>
                  </a:lnTo>
                  <a:lnTo>
                    <a:pt x="13" y="14"/>
                  </a:lnTo>
                  <a:lnTo>
                    <a:pt x="13" y="16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21" y="7"/>
                  </a:lnTo>
                  <a:lnTo>
                    <a:pt x="21" y="7"/>
                  </a:lnTo>
                  <a:lnTo>
                    <a:pt x="22" y="6"/>
                  </a:lnTo>
                  <a:lnTo>
                    <a:pt x="22" y="7"/>
                  </a:lnTo>
                  <a:lnTo>
                    <a:pt x="22" y="7"/>
                  </a:lnTo>
                  <a:lnTo>
                    <a:pt x="20" y="14"/>
                  </a:lnTo>
                  <a:lnTo>
                    <a:pt x="20" y="14"/>
                  </a:lnTo>
                  <a:lnTo>
                    <a:pt x="21" y="16"/>
                  </a:lnTo>
                  <a:lnTo>
                    <a:pt x="21" y="14"/>
                  </a:lnTo>
                  <a:lnTo>
                    <a:pt x="21" y="14"/>
                  </a:lnTo>
                  <a:lnTo>
                    <a:pt x="21" y="16"/>
                  </a:lnTo>
                  <a:lnTo>
                    <a:pt x="21" y="16"/>
                  </a:lnTo>
                  <a:lnTo>
                    <a:pt x="21" y="17"/>
                  </a:lnTo>
                  <a:lnTo>
                    <a:pt x="22" y="17"/>
                  </a:lnTo>
                  <a:lnTo>
                    <a:pt x="24" y="16"/>
                  </a:lnTo>
                  <a:lnTo>
                    <a:pt x="24" y="16"/>
                  </a:lnTo>
                  <a:lnTo>
                    <a:pt x="29" y="7"/>
                  </a:lnTo>
                  <a:lnTo>
                    <a:pt x="29" y="7"/>
                  </a:lnTo>
                  <a:lnTo>
                    <a:pt x="29" y="13"/>
                  </a:lnTo>
                  <a:lnTo>
                    <a:pt x="29" y="13"/>
                  </a:lnTo>
                  <a:lnTo>
                    <a:pt x="29" y="14"/>
                  </a:lnTo>
                  <a:lnTo>
                    <a:pt x="31" y="14"/>
                  </a:lnTo>
                  <a:lnTo>
                    <a:pt x="32" y="11"/>
                  </a:lnTo>
                  <a:lnTo>
                    <a:pt x="32" y="11"/>
                  </a:lnTo>
                  <a:lnTo>
                    <a:pt x="33" y="6"/>
                  </a:lnTo>
                  <a:lnTo>
                    <a:pt x="33" y="6"/>
                  </a:lnTo>
                  <a:lnTo>
                    <a:pt x="33" y="11"/>
                  </a:lnTo>
                  <a:lnTo>
                    <a:pt x="33" y="11"/>
                  </a:lnTo>
                  <a:lnTo>
                    <a:pt x="33" y="13"/>
                  </a:lnTo>
                  <a:lnTo>
                    <a:pt x="35" y="13"/>
                  </a:lnTo>
                  <a:lnTo>
                    <a:pt x="36" y="11"/>
                  </a:lnTo>
                  <a:lnTo>
                    <a:pt x="36" y="11"/>
                  </a:lnTo>
                  <a:lnTo>
                    <a:pt x="37" y="10"/>
                  </a:lnTo>
                  <a:lnTo>
                    <a:pt x="37" y="10"/>
                  </a:lnTo>
                  <a:lnTo>
                    <a:pt x="39" y="9"/>
                  </a:lnTo>
                  <a:lnTo>
                    <a:pt x="39" y="10"/>
                  </a:lnTo>
                  <a:lnTo>
                    <a:pt x="39" y="10"/>
                  </a:lnTo>
                  <a:lnTo>
                    <a:pt x="39" y="13"/>
                  </a:lnTo>
                  <a:lnTo>
                    <a:pt x="39" y="13"/>
                  </a:lnTo>
                  <a:lnTo>
                    <a:pt x="39" y="14"/>
                  </a:lnTo>
                  <a:lnTo>
                    <a:pt x="40" y="14"/>
                  </a:lnTo>
                  <a:lnTo>
                    <a:pt x="40" y="14"/>
                  </a:lnTo>
                  <a:lnTo>
                    <a:pt x="42" y="13"/>
                  </a:lnTo>
                  <a:lnTo>
                    <a:pt x="43" y="11"/>
                  </a:lnTo>
                  <a:lnTo>
                    <a:pt x="43" y="11"/>
                  </a:lnTo>
                  <a:lnTo>
                    <a:pt x="46" y="7"/>
                  </a:lnTo>
                  <a:lnTo>
                    <a:pt x="46" y="6"/>
                  </a:lnTo>
                  <a:lnTo>
                    <a:pt x="47" y="3"/>
                  </a:lnTo>
                  <a:lnTo>
                    <a:pt x="47" y="3"/>
                  </a:lnTo>
                  <a:close/>
                  <a:moveTo>
                    <a:pt x="7" y="13"/>
                  </a:moveTo>
                  <a:lnTo>
                    <a:pt x="7" y="13"/>
                  </a:lnTo>
                  <a:lnTo>
                    <a:pt x="7" y="13"/>
                  </a:lnTo>
                  <a:lnTo>
                    <a:pt x="7" y="13"/>
                  </a:lnTo>
                  <a:lnTo>
                    <a:pt x="9" y="11"/>
                  </a:lnTo>
                  <a:lnTo>
                    <a:pt x="9" y="11"/>
                  </a:lnTo>
                  <a:lnTo>
                    <a:pt x="7" y="13"/>
                  </a:lnTo>
                  <a:lnTo>
                    <a:pt x="7" y="13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70" name="Freeform 99"/>
            <p:cNvSpPr>
              <a:spLocks noEditPoints="1"/>
            </p:cNvSpPr>
            <p:nvPr/>
          </p:nvSpPr>
          <p:spPr bwMode="auto">
            <a:xfrm>
              <a:off x="3003551" y="2379663"/>
              <a:ext cx="419100" cy="176213"/>
            </a:xfrm>
            <a:custGeom>
              <a:avLst/>
              <a:gdLst/>
              <a:ahLst/>
              <a:cxnLst>
                <a:cxn ang="0">
                  <a:pos x="242" y="18"/>
                </a:cxn>
                <a:cxn ang="0">
                  <a:pos x="237" y="16"/>
                </a:cxn>
                <a:cxn ang="0">
                  <a:pos x="231" y="3"/>
                </a:cxn>
                <a:cxn ang="0">
                  <a:pos x="209" y="18"/>
                </a:cxn>
                <a:cxn ang="0">
                  <a:pos x="204" y="1"/>
                </a:cxn>
                <a:cxn ang="0">
                  <a:pos x="183" y="15"/>
                </a:cxn>
                <a:cxn ang="0">
                  <a:pos x="178" y="7"/>
                </a:cxn>
                <a:cxn ang="0">
                  <a:pos x="169" y="3"/>
                </a:cxn>
                <a:cxn ang="0">
                  <a:pos x="151" y="12"/>
                </a:cxn>
                <a:cxn ang="0">
                  <a:pos x="138" y="11"/>
                </a:cxn>
                <a:cxn ang="0">
                  <a:pos x="136" y="4"/>
                </a:cxn>
                <a:cxn ang="0">
                  <a:pos x="122" y="8"/>
                </a:cxn>
                <a:cxn ang="0">
                  <a:pos x="117" y="3"/>
                </a:cxn>
                <a:cxn ang="0">
                  <a:pos x="105" y="5"/>
                </a:cxn>
                <a:cxn ang="0">
                  <a:pos x="95" y="4"/>
                </a:cxn>
                <a:cxn ang="0">
                  <a:pos x="81" y="12"/>
                </a:cxn>
                <a:cxn ang="0">
                  <a:pos x="73" y="8"/>
                </a:cxn>
                <a:cxn ang="0">
                  <a:pos x="69" y="3"/>
                </a:cxn>
                <a:cxn ang="0">
                  <a:pos x="50" y="11"/>
                </a:cxn>
                <a:cxn ang="0">
                  <a:pos x="43" y="7"/>
                </a:cxn>
                <a:cxn ang="0">
                  <a:pos x="34" y="8"/>
                </a:cxn>
                <a:cxn ang="0">
                  <a:pos x="29" y="3"/>
                </a:cxn>
                <a:cxn ang="0">
                  <a:pos x="19" y="4"/>
                </a:cxn>
                <a:cxn ang="0">
                  <a:pos x="11" y="4"/>
                </a:cxn>
                <a:cxn ang="0">
                  <a:pos x="5" y="19"/>
                </a:cxn>
                <a:cxn ang="0">
                  <a:pos x="23" y="7"/>
                </a:cxn>
                <a:cxn ang="0">
                  <a:pos x="30" y="11"/>
                </a:cxn>
                <a:cxn ang="0">
                  <a:pos x="36" y="16"/>
                </a:cxn>
                <a:cxn ang="0">
                  <a:pos x="45" y="16"/>
                </a:cxn>
                <a:cxn ang="0">
                  <a:pos x="51" y="21"/>
                </a:cxn>
                <a:cxn ang="0">
                  <a:pos x="66" y="12"/>
                </a:cxn>
                <a:cxn ang="0">
                  <a:pos x="76" y="10"/>
                </a:cxn>
                <a:cxn ang="0">
                  <a:pos x="83" y="16"/>
                </a:cxn>
                <a:cxn ang="0">
                  <a:pos x="100" y="5"/>
                </a:cxn>
                <a:cxn ang="0">
                  <a:pos x="103" y="11"/>
                </a:cxn>
                <a:cxn ang="0">
                  <a:pos x="110" y="18"/>
                </a:cxn>
                <a:cxn ang="0">
                  <a:pos x="125" y="12"/>
                </a:cxn>
                <a:cxn ang="0">
                  <a:pos x="135" y="15"/>
                </a:cxn>
                <a:cxn ang="0">
                  <a:pos x="151" y="7"/>
                </a:cxn>
                <a:cxn ang="0">
                  <a:pos x="153" y="21"/>
                </a:cxn>
                <a:cxn ang="0">
                  <a:pos x="169" y="14"/>
                </a:cxn>
                <a:cxn ang="0">
                  <a:pos x="180" y="12"/>
                </a:cxn>
                <a:cxn ang="0">
                  <a:pos x="189" y="22"/>
                </a:cxn>
                <a:cxn ang="0">
                  <a:pos x="211" y="7"/>
                </a:cxn>
                <a:cxn ang="0">
                  <a:pos x="202" y="21"/>
                </a:cxn>
                <a:cxn ang="0">
                  <a:pos x="194" y="49"/>
                </a:cxn>
                <a:cxn ang="0">
                  <a:pos x="193" y="65"/>
                </a:cxn>
                <a:cxn ang="0">
                  <a:pos x="208" y="55"/>
                </a:cxn>
                <a:cxn ang="0">
                  <a:pos x="211" y="59"/>
                </a:cxn>
                <a:cxn ang="0">
                  <a:pos x="211" y="73"/>
                </a:cxn>
                <a:cxn ang="0">
                  <a:pos x="205" y="107"/>
                </a:cxn>
                <a:cxn ang="0">
                  <a:pos x="212" y="104"/>
                </a:cxn>
                <a:cxn ang="0">
                  <a:pos x="213" y="89"/>
                </a:cxn>
                <a:cxn ang="0">
                  <a:pos x="220" y="63"/>
                </a:cxn>
                <a:cxn ang="0">
                  <a:pos x="216" y="52"/>
                </a:cxn>
                <a:cxn ang="0">
                  <a:pos x="197" y="66"/>
                </a:cxn>
                <a:cxn ang="0">
                  <a:pos x="223" y="21"/>
                </a:cxn>
                <a:cxn ang="0">
                  <a:pos x="234" y="21"/>
                </a:cxn>
                <a:cxn ang="0">
                  <a:pos x="249" y="16"/>
                </a:cxn>
                <a:cxn ang="0">
                  <a:pos x="191" y="8"/>
                </a:cxn>
                <a:cxn ang="0">
                  <a:pos x="208" y="36"/>
                </a:cxn>
                <a:cxn ang="0">
                  <a:pos x="217" y="11"/>
                </a:cxn>
              </a:cxnLst>
              <a:rect l="0" t="0" r="r" b="b"/>
              <a:pathLst>
                <a:path w="264" h="111">
                  <a:moveTo>
                    <a:pt x="263" y="7"/>
                  </a:moveTo>
                  <a:lnTo>
                    <a:pt x="263" y="7"/>
                  </a:lnTo>
                  <a:lnTo>
                    <a:pt x="257" y="12"/>
                  </a:lnTo>
                  <a:lnTo>
                    <a:pt x="252" y="19"/>
                  </a:lnTo>
                  <a:lnTo>
                    <a:pt x="252" y="19"/>
                  </a:lnTo>
                  <a:lnTo>
                    <a:pt x="256" y="11"/>
                  </a:lnTo>
                  <a:lnTo>
                    <a:pt x="257" y="7"/>
                  </a:lnTo>
                  <a:lnTo>
                    <a:pt x="257" y="4"/>
                  </a:lnTo>
                  <a:lnTo>
                    <a:pt x="257" y="4"/>
                  </a:lnTo>
                  <a:lnTo>
                    <a:pt x="256" y="3"/>
                  </a:lnTo>
                  <a:lnTo>
                    <a:pt x="256" y="4"/>
                  </a:lnTo>
                  <a:lnTo>
                    <a:pt x="256" y="4"/>
                  </a:lnTo>
                  <a:lnTo>
                    <a:pt x="252" y="7"/>
                  </a:lnTo>
                  <a:lnTo>
                    <a:pt x="248" y="10"/>
                  </a:lnTo>
                  <a:lnTo>
                    <a:pt x="242" y="18"/>
                  </a:lnTo>
                  <a:lnTo>
                    <a:pt x="242" y="18"/>
                  </a:lnTo>
                  <a:lnTo>
                    <a:pt x="245" y="11"/>
                  </a:lnTo>
                  <a:lnTo>
                    <a:pt x="248" y="8"/>
                  </a:lnTo>
                  <a:lnTo>
                    <a:pt x="248" y="4"/>
                  </a:lnTo>
                  <a:lnTo>
                    <a:pt x="248" y="4"/>
                  </a:lnTo>
                  <a:lnTo>
                    <a:pt x="248" y="4"/>
                  </a:lnTo>
                  <a:lnTo>
                    <a:pt x="246" y="4"/>
                  </a:lnTo>
                  <a:lnTo>
                    <a:pt x="245" y="5"/>
                  </a:lnTo>
                  <a:lnTo>
                    <a:pt x="245" y="5"/>
                  </a:lnTo>
                  <a:lnTo>
                    <a:pt x="239" y="12"/>
                  </a:lnTo>
                  <a:lnTo>
                    <a:pt x="239" y="12"/>
                  </a:lnTo>
                  <a:lnTo>
                    <a:pt x="237" y="15"/>
                  </a:lnTo>
                  <a:lnTo>
                    <a:pt x="237" y="15"/>
                  </a:lnTo>
                  <a:lnTo>
                    <a:pt x="237" y="16"/>
                  </a:lnTo>
                  <a:lnTo>
                    <a:pt x="237" y="16"/>
                  </a:lnTo>
                  <a:lnTo>
                    <a:pt x="237" y="12"/>
                  </a:lnTo>
                  <a:lnTo>
                    <a:pt x="239" y="8"/>
                  </a:lnTo>
                  <a:lnTo>
                    <a:pt x="241" y="5"/>
                  </a:lnTo>
                  <a:lnTo>
                    <a:pt x="241" y="1"/>
                  </a:lnTo>
                  <a:lnTo>
                    <a:pt x="241" y="1"/>
                  </a:lnTo>
                  <a:lnTo>
                    <a:pt x="241" y="1"/>
                  </a:lnTo>
                  <a:lnTo>
                    <a:pt x="239" y="1"/>
                  </a:lnTo>
                  <a:lnTo>
                    <a:pt x="239" y="1"/>
                  </a:lnTo>
                  <a:lnTo>
                    <a:pt x="235" y="3"/>
                  </a:lnTo>
                  <a:lnTo>
                    <a:pt x="233" y="5"/>
                  </a:lnTo>
                  <a:lnTo>
                    <a:pt x="228" y="12"/>
                  </a:lnTo>
                  <a:lnTo>
                    <a:pt x="228" y="12"/>
                  </a:lnTo>
                  <a:lnTo>
                    <a:pt x="231" y="3"/>
                  </a:lnTo>
                  <a:lnTo>
                    <a:pt x="231" y="3"/>
                  </a:lnTo>
                  <a:lnTo>
                    <a:pt x="231" y="3"/>
                  </a:lnTo>
                  <a:lnTo>
                    <a:pt x="230" y="3"/>
                  </a:lnTo>
                  <a:lnTo>
                    <a:pt x="228" y="4"/>
                  </a:lnTo>
                  <a:lnTo>
                    <a:pt x="228" y="4"/>
                  </a:lnTo>
                  <a:lnTo>
                    <a:pt x="224" y="10"/>
                  </a:lnTo>
                  <a:lnTo>
                    <a:pt x="219" y="16"/>
                  </a:lnTo>
                  <a:lnTo>
                    <a:pt x="219" y="16"/>
                  </a:lnTo>
                  <a:lnTo>
                    <a:pt x="220" y="15"/>
                  </a:lnTo>
                  <a:lnTo>
                    <a:pt x="220" y="15"/>
                  </a:lnTo>
                  <a:lnTo>
                    <a:pt x="223" y="4"/>
                  </a:lnTo>
                  <a:lnTo>
                    <a:pt x="223" y="4"/>
                  </a:lnTo>
                  <a:lnTo>
                    <a:pt x="223" y="4"/>
                  </a:lnTo>
                  <a:lnTo>
                    <a:pt x="223" y="4"/>
                  </a:lnTo>
                  <a:lnTo>
                    <a:pt x="220" y="5"/>
                  </a:lnTo>
                  <a:lnTo>
                    <a:pt x="220" y="5"/>
                  </a:lnTo>
                  <a:lnTo>
                    <a:pt x="209" y="18"/>
                  </a:lnTo>
                  <a:lnTo>
                    <a:pt x="209" y="18"/>
                  </a:lnTo>
                  <a:lnTo>
                    <a:pt x="212" y="15"/>
                  </a:lnTo>
                  <a:lnTo>
                    <a:pt x="213" y="11"/>
                  </a:lnTo>
                  <a:lnTo>
                    <a:pt x="215" y="4"/>
                  </a:lnTo>
                  <a:lnTo>
                    <a:pt x="215" y="4"/>
                  </a:lnTo>
                  <a:lnTo>
                    <a:pt x="215" y="3"/>
                  </a:lnTo>
                  <a:lnTo>
                    <a:pt x="215" y="3"/>
                  </a:lnTo>
                  <a:lnTo>
                    <a:pt x="213" y="3"/>
                  </a:lnTo>
                  <a:lnTo>
                    <a:pt x="213" y="3"/>
                  </a:lnTo>
                  <a:lnTo>
                    <a:pt x="206" y="10"/>
                  </a:lnTo>
                  <a:lnTo>
                    <a:pt x="200" y="15"/>
                  </a:lnTo>
                  <a:lnTo>
                    <a:pt x="200" y="15"/>
                  </a:lnTo>
                  <a:lnTo>
                    <a:pt x="204" y="3"/>
                  </a:lnTo>
                  <a:lnTo>
                    <a:pt x="204" y="3"/>
                  </a:lnTo>
                  <a:lnTo>
                    <a:pt x="204" y="1"/>
                  </a:lnTo>
                  <a:lnTo>
                    <a:pt x="202" y="1"/>
                  </a:lnTo>
                  <a:lnTo>
                    <a:pt x="201" y="3"/>
                  </a:lnTo>
                  <a:lnTo>
                    <a:pt x="201" y="3"/>
                  </a:lnTo>
                  <a:lnTo>
                    <a:pt x="198" y="5"/>
                  </a:lnTo>
                  <a:lnTo>
                    <a:pt x="194" y="8"/>
                  </a:lnTo>
                  <a:lnTo>
                    <a:pt x="194" y="8"/>
                  </a:lnTo>
                  <a:lnTo>
                    <a:pt x="197" y="5"/>
                  </a:lnTo>
                  <a:lnTo>
                    <a:pt x="197" y="5"/>
                  </a:lnTo>
                  <a:lnTo>
                    <a:pt x="197" y="4"/>
                  </a:lnTo>
                  <a:lnTo>
                    <a:pt x="195" y="4"/>
                  </a:lnTo>
                  <a:lnTo>
                    <a:pt x="194" y="5"/>
                  </a:lnTo>
                  <a:lnTo>
                    <a:pt x="194" y="5"/>
                  </a:lnTo>
                  <a:lnTo>
                    <a:pt x="191" y="7"/>
                  </a:lnTo>
                  <a:lnTo>
                    <a:pt x="189" y="10"/>
                  </a:lnTo>
                  <a:lnTo>
                    <a:pt x="183" y="15"/>
                  </a:lnTo>
                  <a:lnTo>
                    <a:pt x="183" y="15"/>
                  </a:lnTo>
                  <a:lnTo>
                    <a:pt x="187" y="8"/>
                  </a:lnTo>
                  <a:lnTo>
                    <a:pt x="187" y="3"/>
                  </a:lnTo>
                  <a:lnTo>
                    <a:pt x="187" y="3"/>
                  </a:lnTo>
                  <a:lnTo>
                    <a:pt x="187" y="1"/>
                  </a:lnTo>
                  <a:lnTo>
                    <a:pt x="186" y="3"/>
                  </a:lnTo>
                  <a:lnTo>
                    <a:pt x="186" y="3"/>
                  </a:lnTo>
                  <a:lnTo>
                    <a:pt x="180" y="5"/>
                  </a:lnTo>
                  <a:lnTo>
                    <a:pt x="176" y="10"/>
                  </a:lnTo>
                  <a:lnTo>
                    <a:pt x="176" y="10"/>
                  </a:lnTo>
                  <a:lnTo>
                    <a:pt x="175" y="11"/>
                  </a:lnTo>
                  <a:lnTo>
                    <a:pt x="175" y="11"/>
                  </a:lnTo>
                  <a:lnTo>
                    <a:pt x="176" y="10"/>
                  </a:lnTo>
                  <a:lnTo>
                    <a:pt x="176" y="10"/>
                  </a:lnTo>
                  <a:lnTo>
                    <a:pt x="178" y="7"/>
                  </a:lnTo>
                  <a:lnTo>
                    <a:pt x="179" y="3"/>
                  </a:lnTo>
                  <a:lnTo>
                    <a:pt x="179" y="3"/>
                  </a:lnTo>
                  <a:lnTo>
                    <a:pt x="178" y="3"/>
                  </a:lnTo>
                  <a:lnTo>
                    <a:pt x="178" y="3"/>
                  </a:lnTo>
                  <a:lnTo>
                    <a:pt x="178" y="3"/>
                  </a:lnTo>
                  <a:lnTo>
                    <a:pt x="172" y="7"/>
                  </a:lnTo>
                  <a:lnTo>
                    <a:pt x="168" y="11"/>
                  </a:lnTo>
                  <a:lnTo>
                    <a:pt x="168" y="11"/>
                  </a:lnTo>
                  <a:lnTo>
                    <a:pt x="164" y="15"/>
                  </a:lnTo>
                  <a:lnTo>
                    <a:pt x="165" y="14"/>
                  </a:lnTo>
                  <a:lnTo>
                    <a:pt x="172" y="3"/>
                  </a:lnTo>
                  <a:lnTo>
                    <a:pt x="172" y="3"/>
                  </a:lnTo>
                  <a:lnTo>
                    <a:pt x="172" y="3"/>
                  </a:lnTo>
                  <a:lnTo>
                    <a:pt x="171" y="3"/>
                  </a:lnTo>
                  <a:lnTo>
                    <a:pt x="169" y="3"/>
                  </a:lnTo>
                  <a:lnTo>
                    <a:pt x="169" y="3"/>
                  </a:lnTo>
                  <a:lnTo>
                    <a:pt x="164" y="7"/>
                  </a:lnTo>
                  <a:lnTo>
                    <a:pt x="160" y="11"/>
                  </a:lnTo>
                  <a:lnTo>
                    <a:pt x="160" y="11"/>
                  </a:lnTo>
                  <a:lnTo>
                    <a:pt x="160" y="12"/>
                  </a:lnTo>
                  <a:lnTo>
                    <a:pt x="160" y="12"/>
                  </a:lnTo>
                  <a:lnTo>
                    <a:pt x="165" y="3"/>
                  </a:lnTo>
                  <a:lnTo>
                    <a:pt x="165" y="3"/>
                  </a:lnTo>
                  <a:lnTo>
                    <a:pt x="165" y="1"/>
                  </a:lnTo>
                  <a:lnTo>
                    <a:pt x="165" y="1"/>
                  </a:lnTo>
                  <a:lnTo>
                    <a:pt x="162" y="3"/>
                  </a:lnTo>
                  <a:lnTo>
                    <a:pt x="162" y="3"/>
                  </a:lnTo>
                  <a:lnTo>
                    <a:pt x="157" y="7"/>
                  </a:lnTo>
                  <a:lnTo>
                    <a:pt x="151" y="12"/>
                  </a:lnTo>
                  <a:lnTo>
                    <a:pt x="151" y="12"/>
                  </a:lnTo>
                  <a:lnTo>
                    <a:pt x="157" y="3"/>
                  </a:lnTo>
                  <a:lnTo>
                    <a:pt x="157" y="3"/>
                  </a:lnTo>
                  <a:lnTo>
                    <a:pt x="158" y="3"/>
                  </a:lnTo>
                  <a:lnTo>
                    <a:pt x="157" y="3"/>
                  </a:lnTo>
                  <a:lnTo>
                    <a:pt x="155" y="3"/>
                  </a:lnTo>
                  <a:lnTo>
                    <a:pt x="155" y="3"/>
                  </a:lnTo>
                  <a:lnTo>
                    <a:pt x="149" y="10"/>
                  </a:lnTo>
                  <a:lnTo>
                    <a:pt x="149" y="10"/>
                  </a:lnTo>
                  <a:lnTo>
                    <a:pt x="151" y="3"/>
                  </a:lnTo>
                  <a:lnTo>
                    <a:pt x="151" y="3"/>
                  </a:lnTo>
                  <a:lnTo>
                    <a:pt x="150" y="1"/>
                  </a:lnTo>
                  <a:lnTo>
                    <a:pt x="150" y="1"/>
                  </a:lnTo>
                  <a:lnTo>
                    <a:pt x="150" y="1"/>
                  </a:lnTo>
                  <a:lnTo>
                    <a:pt x="138" y="11"/>
                  </a:lnTo>
                  <a:lnTo>
                    <a:pt x="138" y="11"/>
                  </a:lnTo>
                  <a:lnTo>
                    <a:pt x="143" y="5"/>
                  </a:lnTo>
                  <a:lnTo>
                    <a:pt x="143" y="5"/>
                  </a:lnTo>
                  <a:lnTo>
                    <a:pt x="143" y="4"/>
                  </a:lnTo>
                  <a:lnTo>
                    <a:pt x="142" y="4"/>
                  </a:lnTo>
                  <a:lnTo>
                    <a:pt x="140" y="5"/>
                  </a:lnTo>
                  <a:lnTo>
                    <a:pt x="140" y="5"/>
                  </a:lnTo>
                  <a:lnTo>
                    <a:pt x="135" y="12"/>
                  </a:lnTo>
                  <a:lnTo>
                    <a:pt x="138" y="8"/>
                  </a:lnTo>
                  <a:lnTo>
                    <a:pt x="138" y="8"/>
                  </a:lnTo>
                  <a:lnTo>
                    <a:pt x="140" y="3"/>
                  </a:lnTo>
                  <a:lnTo>
                    <a:pt x="140" y="3"/>
                  </a:lnTo>
                  <a:lnTo>
                    <a:pt x="140" y="1"/>
                  </a:lnTo>
                  <a:lnTo>
                    <a:pt x="139" y="1"/>
                  </a:lnTo>
                  <a:lnTo>
                    <a:pt x="139" y="1"/>
                  </a:lnTo>
                  <a:lnTo>
                    <a:pt x="136" y="4"/>
                  </a:lnTo>
                  <a:lnTo>
                    <a:pt x="132" y="7"/>
                  </a:lnTo>
                  <a:lnTo>
                    <a:pt x="132" y="7"/>
                  </a:lnTo>
                  <a:lnTo>
                    <a:pt x="128" y="14"/>
                  </a:lnTo>
                  <a:lnTo>
                    <a:pt x="129" y="11"/>
                  </a:lnTo>
                  <a:lnTo>
                    <a:pt x="129" y="11"/>
                  </a:lnTo>
                  <a:lnTo>
                    <a:pt x="132" y="4"/>
                  </a:lnTo>
                  <a:lnTo>
                    <a:pt x="132" y="4"/>
                  </a:lnTo>
                  <a:lnTo>
                    <a:pt x="132" y="4"/>
                  </a:lnTo>
                  <a:lnTo>
                    <a:pt x="132" y="4"/>
                  </a:lnTo>
                  <a:lnTo>
                    <a:pt x="131" y="4"/>
                  </a:lnTo>
                  <a:lnTo>
                    <a:pt x="131" y="4"/>
                  </a:lnTo>
                  <a:lnTo>
                    <a:pt x="122" y="11"/>
                  </a:lnTo>
                  <a:lnTo>
                    <a:pt x="122" y="11"/>
                  </a:lnTo>
                  <a:lnTo>
                    <a:pt x="118" y="14"/>
                  </a:lnTo>
                  <a:lnTo>
                    <a:pt x="122" y="8"/>
                  </a:lnTo>
                  <a:lnTo>
                    <a:pt x="122" y="8"/>
                  </a:lnTo>
                  <a:lnTo>
                    <a:pt x="125" y="3"/>
                  </a:lnTo>
                  <a:lnTo>
                    <a:pt x="125" y="3"/>
                  </a:lnTo>
                  <a:lnTo>
                    <a:pt x="125" y="3"/>
                  </a:lnTo>
                  <a:lnTo>
                    <a:pt x="124" y="3"/>
                  </a:lnTo>
                  <a:lnTo>
                    <a:pt x="124" y="3"/>
                  </a:lnTo>
                  <a:lnTo>
                    <a:pt x="120" y="5"/>
                  </a:lnTo>
                  <a:lnTo>
                    <a:pt x="116" y="8"/>
                  </a:lnTo>
                  <a:lnTo>
                    <a:pt x="116" y="8"/>
                  </a:lnTo>
                  <a:lnTo>
                    <a:pt x="111" y="12"/>
                  </a:lnTo>
                  <a:lnTo>
                    <a:pt x="111" y="12"/>
                  </a:lnTo>
                  <a:lnTo>
                    <a:pt x="114" y="10"/>
                  </a:lnTo>
                  <a:lnTo>
                    <a:pt x="118" y="3"/>
                  </a:lnTo>
                  <a:lnTo>
                    <a:pt x="118" y="3"/>
                  </a:lnTo>
                  <a:lnTo>
                    <a:pt x="117" y="3"/>
                  </a:lnTo>
                  <a:lnTo>
                    <a:pt x="117" y="3"/>
                  </a:lnTo>
                  <a:lnTo>
                    <a:pt x="116" y="3"/>
                  </a:lnTo>
                  <a:lnTo>
                    <a:pt x="116" y="3"/>
                  </a:lnTo>
                  <a:lnTo>
                    <a:pt x="111" y="7"/>
                  </a:lnTo>
                  <a:lnTo>
                    <a:pt x="107" y="10"/>
                  </a:lnTo>
                  <a:lnTo>
                    <a:pt x="107" y="10"/>
                  </a:lnTo>
                  <a:lnTo>
                    <a:pt x="110" y="5"/>
                  </a:lnTo>
                  <a:lnTo>
                    <a:pt x="113" y="1"/>
                  </a:lnTo>
                  <a:lnTo>
                    <a:pt x="113" y="1"/>
                  </a:lnTo>
                  <a:lnTo>
                    <a:pt x="111" y="1"/>
                  </a:lnTo>
                  <a:lnTo>
                    <a:pt x="111" y="1"/>
                  </a:lnTo>
                  <a:lnTo>
                    <a:pt x="111" y="1"/>
                  </a:lnTo>
                  <a:lnTo>
                    <a:pt x="107" y="3"/>
                  </a:lnTo>
                  <a:lnTo>
                    <a:pt x="105" y="5"/>
                  </a:lnTo>
                  <a:lnTo>
                    <a:pt x="105" y="5"/>
                  </a:lnTo>
                  <a:lnTo>
                    <a:pt x="98" y="12"/>
                  </a:lnTo>
                  <a:lnTo>
                    <a:pt x="98" y="12"/>
                  </a:lnTo>
                  <a:lnTo>
                    <a:pt x="103" y="4"/>
                  </a:lnTo>
                  <a:lnTo>
                    <a:pt x="103" y="4"/>
                  </a:lnTo>
                  <a:lnTo>
                    <a:pt x="102" y="3"/>
                  </a:lnTo>
                  <a:lnTo>
                    <a:pt x="102" y="3"/>
                  </a:lnTo>
                  <a:lnTo>
                    <a:pt x="102" y="3"/>
                  </a:lnTo>
                  <a:lnTo>
                    <a:pt x="96" y="7"/>
                  </a:lnTo>
                  <a:lnTo>
                    <a:pt x="91" y="11"/>
                  </a:lnTo>
                  <a:lnTo>
                    <a:pt x="91" y="11"/>
                  </a:lnTo>
                  <a:lnTo>
                    <a:pt x="88" y="15"/>
                  </a:lnTo>
                  <a:lnTo>
                    <a:pt x="89" y="14"/>
                  </a:lnTo>
                  <a:lnTo>
                    <a:pt x="95" y="4"/>
                  </a:lnTo>
                  <a:lnTo>
                    <a:pt x="95" y="4"/>
                  </a:lnTo>
                  <a:lnTo>
                    <a:pt x="95" y="4"/>
                  </a:lnTo>
                  <a:lnTo>
                    <a:pt x="94" y="4"/>
                  </a:lnTo>
                  <a:lnTo>
                    <a:pt x="92" y="5"/>
                  </a:lnTo>
                  <a:lnTo>
                    <a:pt x="92" y="5"/>
                  </a:lnTo>
                  <a:lnTo>
                    <a:pt x="91" y="7"/>
                  </a:lnTo>
                  <a:lnTo>
                    <a:pt x="91" y="7"/>
                  </a:lnTo>
                  <a:lnTo>
                    <a:pt x="92" y="4"/>
                  </a:lnTo>
                  <a:lnTo>
                    <a:pt x="92" y="4"/>
                  </a:lnTo>
                  <a:lnTo>
                    <a:pt x="91" y="4"/>
                  </a:lnTo>
                  <a:lnTo>
                    <a:pt x="91" y="4"/>
                  </a:lnTo>
                  <a:lnTo>
                    <a:pt x="88" y="5"/>
                  </a:lnTo>
                  <a:lnTo>
                    <a:pt x="88" y="5"/>
                  </a:lnTo>
                  <a:lnTo>
                    <a:pt x="83" y="11"/>
                  </a:lnTo>
                  <a:lnTo>
                    <a:pt x="83" y="11"/>
                  </a:lnTo>
                  <a:lnTo>
                    <a:pt x="81" y="12"/>
                  </a:lnTo>
                  <a:lnTo>
                    <a:pt x="81" y="12"/>
                  </a:lnTo>
                  <a:lnTo>
                    <a:pt x="84" y="7"/>
                  </a:lnTo>
                  <a:lnTo>
                    <a:pt x="85" y="1"/>
                  </a:lnTo>
                  <a:lnTo>
                    <a:pt x="85" y="1"/>
                  </a:lnTo>
                  <a:lnTo>
                    <a:pt x="84" y="0"/>
                  </a:lnTo>
                  <a:lnTo>
                    <a:pt x="84" y="1"/>
                  </a:lnTo>
                  <a:lnTo>
                    <a:pt x="84" y="1"/>
                  </a:lnTo>
                  <a:lnTo>
                    <a:pt x="77" y="5"/>
                  </a:lnTo>
                  <a:lnTo>
                    <a:pt x="77" y="5"/>
                  </a:lnTo>
                  <a:lnTo>
                    <a:pt x="78" y="4"/>
                  </a:lnTo>
                  <a:lnTo>
                    <a:pt x="78" y="4"/>
                  </a:lnTo>
                  <a:lnTo>
                    <a:pt x="78" y="3"/>
                  </a:lnTo>
                  <a:lnTo>
                    <a:pt x="77" y="4"/>
                  </a:lnTo>
                  <a:lnTo>
                    <a:pt x="76" y="5"/>
                  </a:lnTo>
                  <a:lnTo>
                    <a:pt x="76" y="5"/>
                  </a:lnTo>
                  <a:lnTo>
                    <a:pt x="73" y="8"/>
                  </a:lnTo>
                  <a:lnTo>
                    <a:pt x="76" y="3"/>
                  </a:lnTo>
                  <a:lnTo>
                    <a:pt x="76" y="3"/>
                  </a:lnTo>
                  <a:lnTo>
                    <a:pt x="76" y="3"/>
                  </a:lnTo>
                  <a:lnTo>
                    <a:pt x="76" y="1"/>
                  </a:lnTo>
                  <a:lnTo>
                    <a:pt x="74" y="3"/>
                  </a:lnTo>
                  <a:lnTo>
                    <a:pt x="74" y="3"/>
                  </a:lnTo>
                  <a:lnTo>
                    <a:pt x="69" y="7"/>
                  </a:lnTo>
                  <a:lnTo>
                    <a:pt x="63" y="12"/>
                  </a:lnTo>
                  <a:lnTo>
                    <a:pt x="63" y="12"/>
                  </a:lnTo>
                  <a:lnTo>
                    <a:pt x="67" y="8"/>
                  </a:lnTo>
                  <a:lnTo>
                    <a:pt x="69" y="5"/>
                  </a:lnTo>
                  <a:lnTo>
                    <a:pt x="69" y="3"/>
                  </a:lnTo>
                  <a:lnTo>
                    <a:pt x="69" y="3"/>
                  </a:lnTo>
                  <a:lnTo>
                    <a:pt x="69" y="3"/>
                  </a:lnTo>
                  <a:lnTo>
                    <a:pt x="69" y="3"/>
                  </a:lnTo>
                  <a:lnTo>
                    <a:pt x="69" y="3"/>
                  </a:lnTo>
                  <a:lnTo>
                    <a:pt x="62" y="7"/>
                  </a:lnTo>
                  <a:lnTo>
                    <a:pt x="58" y="12"/>
                  </a:lnTo>
                  <a:lnTo>
                    <a:pt x="58" y="12"/>
                  </a:lnTo>
                  <a:lnTo>
                    <a:pt x="61" y="7"/>
                  </a:lnTo>
                  <a:lnTo>
                    <a:pt x="62" y="4"/>
                  </a:lnTo>
                  <a:lnTo>
                    <a:pt x="61" y="1"/>
                  </a:lnTo>
                  <a:lnTo>
                    <a:pt x="61" y="1"/>
                  </a:lnTo>
                  <a:lnTo>
                    <a:pt x="61" y="1"/>
                  </a:lnTo>
                  <a:lnTo>
                    <a:pt x="61" y="1"/>
                  </a:lnTo>
                  <a:lnTo>
                    <a:pt x="55" y="5"/>
                  </a:lnTo>
                  <a:lnTo>
                    <a:pt x="50" y="11"/>
                  </a:lnTo>
                  <a:lnTo>
                    <a:pt x="50" y="11"/>
                  </a:lnTo>
                  <a:lnTo>
                    <a:pt x="50" y="11"/>
                  </a:lnTo>
                  <a:lnTo>
                    <a:pt x="50" y="11"/>
                  </a:lnTo>
                  <a:lnTo>
                    <a:pt x="52" y="7"/>
                  </a:lnTo>
                  <a:lnTo>
                    <a:pt x="54" y="4"/>
                  </a:lnTo>
                  <a:lnTo>
                    <a:pt x="54" y="3"/>
                  </a:lnTo>
                  <a:lnTo>
                    <a:pt x="54" y="3"/>
                  </a:lnTo>
                  <a:lnTo>
                    <a:pt x="52" y="1"/>
                  </a:lnTo>
                  <a:lnTo>
                    <a:pt x="51" y="3"/>
                  </a:lnTo>
                  <a:lnTo>
                    <a:pt x="51" y="3"/>
                  </a:lnTo>
                  <a:lnTo>
                    <a:pt x="47" y="8"/>
                  </a:lnTo>
                  <a:lnTo>
                    <a:pt x="47" y="8"/>
                  </a:lnTo>
                  <a:lnTo>
                    <a:pt x="48" y="4"/>
                  </a:lnTo>
                  <a:lnTo>
                    <a:pt x="48" y="4"/>
                  </a:lnTo>
                  <a:lnTo>
                    <a:pt x="48" y="4"/>
                  </a:lnTo>
                  <a:lnTo>
                    <a:pt x="48" y="4"/>
                  </a:lnTo>
                  <a:lnTo>
                    <a:pt x="45" y="4"/>
                  </a:lnTo>
                  <a:lnTo>
                    <a:pt x="43" y="7"/>
                  </a:lnTo>
                  <a:lnTo>
                    <a:pt x="39" y="10"/>
                  </a:lnTo>
                  <a:lnTo>
                    <a:pt x="39" y="10"/>
                  </a:lnTo>
                  <a:lnTo>
                    <a:pt x="39" y="11"/>
                  </a:lnTo>
                  <a:lnTo>
                    <a:pt x="39" y="11"/>
                  </a:lnTo>
                  <a:lnTo>
                    <a:pt x="41" y="7"/>
                  </a:lnTo>
                  <a:lnTo>
                    <a:pt x="43" y="4"/>
                  </a:lnTo>
                  <a:lnTo>
                    <a:pt x="43" y="4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40" y="3"/>
                  </a:lnTo>
                  <a:lnTo>
                    <a:pt x="39" y="4"/>
                  </a:lnTo>
                  <a:lnTo>
                    <a:pt x="36" y="5"/>
                  </a:lnTo>
                  <a:lnTo>
                    <a:pt x="36" y="5"/>
                  </a:lnTo>
                  <a:lnTo>
                    <a:pt x="34" y="8"/>
                  </a:lnTo>
                  <a:lnTo>
                    <a:pt x="34" y="8"/>
                  </a:lnTo>
                  <a:lnTo>
                    <a:pt x="36" y="5"/>
                  </a:lnTo>
                  <a:lnTo>
                    <a:pt x="36" y="5"/>
                  </a:lnTo>
                  <a:lnTo>
                    <a:pt x="34" y="5"/>
                  </a:lnTo>
                  <a:lnTo>
                    <a:pt x="34" y="5"/>
                  </a:lnTo>
                  <a:lnTo>
                    <a:pt x="34" y="5"/>
                  </a:lnTo>
                  <a:lnTo>
                    <a:pt x="32" y="8"/>
                  </a:lnTo>
                  <a:lnTo>
                    <a:pt x="29" y="11"/>
                  </a:lnTo>
                  <a:lnTo>
                    <a:pt x="29" y="11"/>
                  </a:lnTo>
                  <a:lnTo>
                    <a:pt x="26" y="14"/>
                  </a:lnTo>
                  <a:lnTo>
                    <a:pt x="28" y="11"/>
                  </a:lnTo>
                  <a:lnTo>
                    <a:pt x="29" y="7"/>
                  </a:lnTo>
                  <a:lnTo>
                    <a:pt x="30" y="3"/>
                  </a:lnTo>
                  <a:lnTo>
                    <a:pt x="30" y="3"/>
                  </a:lnTo>
                  <a:lnTo>
                    <a:pt x="30" y="3"/>
                  </a:lnTo>
                  <a:lnTo>
                    <a:pt x="29" y="3"/>
                  </a:lnTo>
                  <a:lnTo>
                    <a:pt x="29" y="3"/>
                  </a:lnTo>
                  <a:lnTo>
                    <a:pt x="25" y="7"/>
                  </a:lnTo>
                  <a:lnTo>
                    <a:pt x="25" y="7"/>
                  </a:lnTo>
                  <a:lnTo>
                    <a:pt x="26" y="4"/>
                  </a:lnTo>
                  <a:lnTo>
                    <a:pt x="26" y="4"/>
                  </a:lnTo>
                  <a:lnTo>
                    <a:pt x="25" y="4"/>
                  </a:lnTo>
                  <a:lnTo>
                    <a:pt x="25" y="4"/>
                  </a:lnTo>
                  <a:lnTo>
                    <a:pt x="21" y="7"/>
                  </a:lnTo>
                  <a:lnTo>
                    <a:pt x="18" y="11"/>
                  </a:lnTo>
                  <a:lnTo>
                    <a:pt x="18" y="11"/>
                  </a:lnTo>
                  <a:lnTo>
                    <a:pt x="15" y="14"/>
                  </a:lnTo>
                  <a:lnTo>
                    <a:pt x="15" y="11"/>
                  </a:lnTo>
                  <a:lnTo>
                    <a:pt x="19" y="4"/>
                  </a:lnTo>
                  <a:lnTo>
                    <a:pt x="19" y="4"/>
                  </a:lnTo>
                  <a:lnTo>
                    <a:pt x="19" y="4"/>
                  </a:lnTo>
                  <a:lnTo>
                    <a:pt x="19" y="4"/>
                  </a:lnTo>
                  <a:lnTo>
                    <a:pt x="19" y="3"/>
                  </a:lnTo>
                  <a:lnTo>
                    <a:pt x="19" y="3"/>
                  </a:lnTo>
                  <a:lnTo>
                    <a:pt x="18" y="3"/>
                  </a:lnTo>
                  <a:lnTo>
                    <a:pt x="18" y="3"/>
                  </a:lnTo>
                  <a:lnTo>
                    <a:pt x="12" y="7"/>
                  </a:lnTo>
                  <a:lnTo>
                    <a:pt x="8" y="12"/>
                  </a:lnTo>
                  <a:lnTo>
                    <a:pt x="8" y="12"/>
                  </a:lnTo>
                  <a:lnTo>
                    <a:pt x="10" y="11"/>
                  </a:lnTo>
                  <a:lnTo>
                    <a:pt x="10" y="11"/>
                  </a:lnTo>
                  <a:lnTo>
                    <a:pt x="11" y="8"/>
                  </a:lnTo>
                  <a:lnTo>
                    <a:pt x="12" y="4"/>
                  </a:lnTo>
                  <a:lnTo>
                    <a:pt x="12" y="4"/>
                  </a:lnTo>
                  <a:lnTo>
                    <a:pt x="11" y="4"/>
                  </a:lnTo>
                  <a:lnTo>
                    <a:pt x="11" y="4"/>
                  </a:lnTo>
                  <a:lnTo>
                    <a:pt x="11" y="4"/>
                  </a:lnTo>
                  <a:lnTo>
                    <a:pt x="5" y="10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0" y="18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5" y="11"/>
                  </a:lnTo>
                  <a:lnTo>
                    <a:pt x="8" y="8"/>
                  </a:lnTo>
                  <a:lnTo>
                    <a:pt x="7" y="11"/>
                  </a:lnTo>
                  <a:lnTo>
                    <a:pt x="7" y="11"/>
                  </a:lnTo>
                  <a:lnTo>
                    <a:pt x="4" y="19"/>
                  </a:lnTo>
                  <a:lnTo>
                    <a:pt x="4" y="19"/>
                  </a:lnTo>
                  <a:lnTo>
                    <a:pt x="4" y="19"/>
                  </a:lnTo>
                  <a:lnTo>
                    <a:pt x="5" y="19"/>
                  </a:lnTo>
                  <a:lnTo>
                    <a:pt x="7" y="18"/>
                  </a:lnTo>
                  <a:lnTo>
                    <a:pt x="7" y="18"/>
                  </a:lnTo>
                  <a:lnTo>
                    <a:pt x="12" y="12"/>
                  </a:lnTo>
                  <a:lnTo>
                    <a:pt x="17" y="5"/>
                  </a:lnTo>
                  <a:lnTo>
                    <a:pt x="17" y="5"/>
                  </a:lnTo>
                  <a:lnTo>
                    <a:pt x="14" y="11"/>
                  </a:lnTo>
                  <a:lnTo>
                    <a:pt x="12" y="16"/>
                  </a:lnTo>
                  <a:lnTo>
                    <a:pt x="12" y="16"/>
                  </a:lnTo>
                  <a:lnTo>
                    <a:pt x="14" y="18"/>
                  </a:lnTo>
                  <a:lnTo>
                    <a:pt x="14" y="16"/>
                  </a:lnTo>
                  <a:lnTo>
                    <a:pt x="14" y="16"/>
                  </a:lnTo>
                  <a:lnTo>
                    <a:pt x="17" y="15"/>
                  </a:lnTo>
                  <a:lnTo>
                    <a:pt x="17" y="15"/>
                  </a:lnTo>
                  <a:lnTo>
                    <a:pt x="22" y="7"/>
                  </a:lnTo>
                  <a:lnTo>
                    <a:pt x="23" y="7"/>
                  </a:lnTo>
                  <a:lnTo>
                    <a:pt x="23" y="7"/>
                  </a:lnTo>
                  <a:lnTo>
                    <a:pt x="19" y="16"/>
                  </a:lnTo>
                  <a:lnTo>
                    <a:pt x="19" y="16"/>
                  </a:lnTo>
                  <a:lnTo>
                    <a:pt x="19" y="18"/>
                  </a:lnTo>
                  <a:lnTo>
                    <a:pt x="19" y="18"/>
                  </a:lnTo>
                  <a:lnTo>
                    <a:pt x="21" y="16"/>
                  </a:lnTo>
                  <a:lnTo>
                    <a:pt x="21" y="16"/>
                  </a:lnTo>
                  <a:lnTo>
                    <a:pt x="26" y="8"/>
                  </a:lnTo>
                  <a:lnTo>
                    <a:pt x="25" y="18"/>
                  </a:lnTo>
                  <a:lnTo>
                    <a:pt x="25" y="18"/>
                  </a:lnTo>
                  <a:lnTo>
                    <a:pt x="25" y="18"/>
                  </a:lnTo>
                  <a:lnTo>
                    <a:pt x="25" y="18"/>
                  </a:lnTo>
                  <a:lnTo>
                    <a:pt x="26" y="16"/>
                  </a:lnTo>
                  <a:lnTo>
                    <a:pt x="26" y="16"/>
                  </a:lnTo>
                  <a:lnTo>
                    <a:pt x="30" y="11"/>
                  </a:lnTo>
                  <a:lnTo>
                    <a:pt x="28" y="16"/>
                  </a:lnTo>
                  <a:lnTo>
                    <a:pt x="28" y="16"/>
                  </a:lnTo>
                  <a:lnTo>
                    <a:pt x="28" y="18"/>
                  </a:lnTo>
                  <a:lnTo>
                    <a:pt x="29" y="18"/>
                  </a:lnTo>
                  <a:lnTo>
                    <a:pt x="30" y="16"/>
                  </a:lnTo>
                  <a:lnTo>
                    <a:pt x="30" y="16"/>
                  </a:lnTo>
                  <a:lnTo>
                    <a:pt x="36" y="10"/>
                  </a:lnTo>
                  <a:lnTo>
                    <a:pt x="36" y="10"/>
                  </a:lnTo>
                  <a:lnTo>
                    <a:pt x="36" y="10"/>
                  </a:lnTo>
                  <a:lnTo>
                    <a:pt x="33" y="18"/>
                  </a:lnTo>
                  <a:lnTo>
                    <a:pt x="33" y="18"/>
                  </a:lnTo>
                  <a:lnTo>
                    <a:pt x="33" y="18"/>
                  </a:lnTo>
                  <a:lnTo>
                    <a:pt x="33" y="18"/>
                  </a:lnTo>
                  <a:lnTo>
                    <a:pt x="36" y="16"/>
                  </a:lnTo>
                  <a:lnTo>
                    <a:pt x="36" y="16"/>
                  </a:lnTo>
                  <a:lnTo>
                    <a:pt x="40" y="12"/>
                  </a:lnTo>
                  <a:lnTo>
                    <a:pt x="43" y="10"/>
                  </a:lnTo>
                  <a:lnTo>
                    <a:pt x="41" y="12"/>
                  </a:lnTo>
                  <a:lnTo>
                    <a:pt x="41" y="12"/>
                  </a:lnTo>
                  <a:lnTo>
                    <a:pt x="39" y="18"/>
                  </a:lnTo>
                  <a:lnTo>
                    <a:pt x="39" y="18"/>
                  </a:lnTo>
                  <a:lnTo>
                    <a:pt x="39" y="19"/>
                  </a:lnTo>
                  <a:lnTo>
                    <a:pt x="40" y="18"/>
                  </a:lnTo>
                  <a:lnTo>
                    <a:pt x="41" y="18"/>
                  </a:lnTo>
                  <a:lnTo>
                    <a:pt x="41" y="18"/>
                  </a:lnTo>
                  <a:lnTo>
                    <a:pt x="45" y="12"/>
                  </a:lnTo>
                  <a:lnTo>
                    <a:pt x="45" y="12"/>
                  </a:lnTo>
                  <a:lnTo>
                    <a:pt x="51" y="5"/>
                  </a:lnTo>
                  <a:lnTo>
                    <a:pt x="51" y="7"/>
                  </a:lnTo>
                  <a:lnTo>
                    <a:pt x="45" y="16"/>
                  </a:lnTo>
                  <a:lnTo>
                    <a:pt x="45" y="16"/>
                  </a:lnTo>
                  <a:lnTo>
                    <a:pt x="45" y="18"/>
                  </a:lnTo>
                  <a:lnTo>
                    <a:pt x="45" y="18"/>
                  </a:lnTo>
                  <a:lnTo>
                    <a:pt x="47" y="16"/>
                  </a:lnTo>
                  <a:lnTo>
                    <a:pt x="47" y="16"/>
                  </a:lnTo>
                  <a:lnTo>
                    <a:pt x="51" y="12"/>
                  </a:lnTo>
                  <a:lnTo>
                    <a:pt x="54" y="8"/>
                  </a:lnTo>
                  <a:lnTo>
                    <a:pt x="54" y="8"/>
                  </a:lnTo>
                  <a:lnTo>
                    <a:pt x="55" y="8"/>
                  </a:lnTo>
                  <a:lnTo>
                    <a:pt x="55" y="10"/>
                  </a:lnTo>
                  <a:lnTo>
                    <a:pt x="54" y="14"/>
                  </a:lnTo>
                  <a:lnTo>
                    <a:pt x="54" y="14"/>
                  </a:lnTo>
                  <a:lnTo>
                    <a:pt x="51" y="19"/>
                  </a:lnTo>
                  <a:lnTo>
                    <a:pt x="51" y="19"/>
                  </a:lnTo>
                  <a:lnTo>
                    <a:pt x="51" y="21"/>
                  </a:lnTo>
                  <a:lnTo>
                    <a:pt x="52" y="21"/>
                  </a:lnTo>
                  <a:lnTo>
                    <a:pt x="54" y="19"/>
                  </a:lnTo>
                  <a:lnTo>
                    <a:pt x="54" y="19"/>
                  </a:lnTo>
                  <a:lnTo>
                    <a:pt x="63" y="8"/>
                  </a:lnTo>
                  <a:lnTo>
                    <a:pt x="63" y="8"/>
                  </a:lnTo>
                  <a:lnTo>
                    <a:pt x="65" y="7"/>
                  </a:lnTo>
                  <a:lnTo>
                    <a:pt x="63" y="10"/>
                  </a:lnTo>
                  <a:lnTo>
                    <a:pt x="59" y="16"/>
                  </a:lnTo>
                  <a:lnTo>
                    <a:pt x="59" y="16"/>
                  </a:lnTo>
                  <a:lnTo>
                    <a:pt x="59" y="18"/>
                  </a:lnTo>
                  <a:lnTo>
                    <a:pt x="59" y="18"/>
                  </a:lnTo>
                  <a:lnTo>
                    <a:pt x="59" y="18"/>
                  </a:lnTo>
                  <a:lnTo>
                    <a:pt x="63" y="15"/>
                  </a:lnTo>
                  <a:lnTo>
                    <a:pt x="66" y="12"/>
                  </a:lnTo>
                  <a:lnTo>
                    <a:pt x="66" y="12"/>
                  </a:lnTo>
                  <a:lnTo>
                    <a:pt x="69" y="10"/>
                  </a:lnTo>
                  <a:lnTo>
                    <a:pt x="72" y="7"/>
                  </a:lnTo>
                  <a:lnTo>
                    <a:pt x="72" y="7"/>
                  </a:lnTo>
                  <a:lnTo>
                    <a:pt x="67" y="18"/>
                  </a:lnTo>
                  <a:lnTo>
                    <a:pt x="67" y="18"/>
                  </a:lnTo>
                  <a:lnTo>
                    <a:pt x="67" y="18"/>
                  </a:lnTo>
                  <a:lnTo>
                    <a:pt x="67" y="18"/>
                  </a:lnTo>
                  <a:lnTo>
                    <a:pt x="67" y="18"/>
                  </a:lnTo>
                  <a:lnTo>
                    <a:pt x="67" y="18"/>
                  </a:lnTo>
                  <a:lnTo>
                    <a:pt x="69" y="18"/>
                  </a:lnTo>
                  <a:lnTo>
                    <a:pt x="70" y="18"/>
                  </a:lnTo>
                  <a:lnTo>
                    <a:pt x="70" y="18"/>
                  </a:lnTo>
                  <a:lnTo>
                    <a:pt x="73" y="14"/>
                  </a:lnTo>
                  <a:lnTo>
                    <a:pt x="76" y="10"/>
                  </a:lnTo>
                  <a:lnTo>
                    <a:pt x="76" y="10"/>
                  </a:lnTo>
                  <a:lnTo>
                    <a:pt x="80" y="5"/>
                  </a:lnTo>
                  <a:lnTo>
                    <a:pt x="80" y="5"/>
                  </a:lnTo>
                  <a:lnTo>
                    <a:pt x="83" y="3"/>
                  </a:lnTo>
                  <a:lnTo>
                    <a:pt x="81" y="5"/>
                  </a:lnTo>
                  <a:lnTo>
                    <a:pt x="81" y="5"/>
                  </a:lnTo>
                  <a:lnTo>
                    <a:pt x="78" y="11"/>
                  </a:lnTo>
                  <a:lnTo>
                    <a:pt x="77" y="18"/>
                  </a:lnTo>
                  <a:lnTo>
                    <a:pt x="77" y="18"/>
                  </a:lnTo>
                  <a:lnTo>
                    <a:pt x="78" y="18"/>
                  </a:lnTo>
                  <a:lnTo>
                    <a:pt x="78" y="18"/>
                  </a:lnTo>
                  <a:lnTo>
                    <a:pt x="80" y="16"/>
                  </a:lnTo>
                  <a:lnTo>
                    <a:pt x="80" y="16"/>
                  </a:lnTo>
                  <a:lnTo>
                    <a:pt x="87" y="8"/>
                  </a:lnTo>
                  <a:lnTo>
                    <a:pt x="87" y="8"/>
                  </a:lnTo>
                  <a:lnTo>
                    <a:pt x="83" y="16"/>
                  </a:lnTo>
                  <a:lnTo>
                    <a:pt x="83" y="16"/>
                  </a:lnTo>
                  <a:lnTo>
                    <a:pt x="84" y="18"/>
                  </a:lnTo>
                  <a:lnTo>
                    <a:pt x="84" y="18"/>
                  </a:lnTo>
                  <a:lnTo>
                    <a:pt x="87" y="16"/>
                  </a:lnTo>
                  <a:lnTo>
                    <a:pt x="87" y="16"/>
                  </a:lnTo>
                  <a:lnTo>
                    <a:pt x="88" y="14"/>
                  </a:lnTo>
                  <a:lnTo>
                    <a:pt x="88" y="14"/>
                  </a:lnTo>
                  <a:lnTo>
                    <a:pt x="87" y="18"/>
                  </a:lnTo>
                  <a:lnTo>
                    <a:pt x="87" y="18"/>
                  </a:lnTo>
                  <a:lnTo>
                    <a:pt x="87" y="18"/>
                  </a:lnTo>
                  <a:lnTo>
                    <a:pt x="87" y="18"/>
                  </a:lnTo>
                  <a:lnTo>
                    <a:pt x="89" y="16"/>
                  </a:lnTo>
                  <a:lnTo>
                    <a:pt x="89" y="16"/>
                  </a:lnTo>
                  <a:lnTo>
                    <a:pt x="95" y="11"/>
                  </a:lnTo>
                  <a:lnTo>
                    <a:pt x="100" y="5"/>
                  </a:lnTo>
                  <a:lnTo>
                    <a:pt x="100" y="5"/>
                  </a:lnTo>
                  <a:lnTo>
                    <a:pt x="96" y="11"/>
                  </a:lnTo>
                  <a:lnTo>
                    <a:pt x="94" y="16"/>
                  </a:lnTo>
                  <a:lnTo>
                    <a:pt x="94" y="16"/>
                  </a:lnTo>
                  <a:lnTo>
                    <a:pt x="94" y="16"/>
                  </a:lnTo>
                  <a:lnTo>
                    <a:pt x="95" y="16"/>
                  </a:lnTo>
                  <a:lnTo>
                    <a:pt x="95" y="16"/>
                  </a:lnTo>
                  <a:lnTo>
                    <a:pt x="99" y="14"/>
                  </a:lnTo>
                  <a:lnTo>
                    <a:pt x="99" y="14"/>
                  </a:lnTo>
                  <a:lnTo>
                    <a:pt x="105" y="8"/>
                  </a:lnTo>
                  <a:lnTo>
                    <a:pt x="107" y="5"/>
                  </a:lnTo>
                  <a:lnTo>
                    <a:pt x="107" y="4"/>
                  </a:lnTo>
                  <a:lnTo>
                    <a:pt x="107" y="5"/>
                  </a:lnTo>
                  <a:lnTo>
                    <a:pt x="107" y="5"/>
                  </a:lnTo>
                  <a:lnTo>
                    <a:pt x="103" y="11"/>
                  </a:lnTo>
                  <a:lnTo>
                    <a:pt x="100" y="18"/>
                  </a:lnTo>
                  <a:lnTo>
                    <a:pt x="100" y="18"/>
                  </a:lnTo>
                  <a:lnTo>
                    <a:pt x="100" y="19"/>
                  </a:lnTo>
                  <a:lnTo>
                    <a:pt x="102" y="19"/>
                  </a:lnTo>
                  <a:lnTo>
                    <a:pt x="103" y="18"/>
                  </a:lnTo>
                  <a:lnTo>
                    <a:pt x="103" y="18"/>
                  </a:lnTo>
                  <a:lnTo>
                    <a:pt x="110" y="10"/>
                  </a:lnTo>
                  <a:lnTo>
                    <a:pt x="113" y="7"/>
                  </a:lnTo>
                  <a:lnTo>
                    <a:pt x="111" y="11"/>
                  </a:lnTo>
                  <a:lnTo>
                    <a:pt x="111" y="11"/>
                  </a:lnTo>
                  <a:lnTo>
                    <a:pt x="109" y="14"/>
                  </a:lnTo>
                  <a:lnTo>
                    <a:pt x="107" y="16"/>
                  </a:lnTo>
                  <a:lnTo>
                    <a:pt x="107" y="16"/>
                  </a:lnTo>
                  <a:lnTo>
                    <a:pt x="109" y="18"/>
                  </a:lnTo>
                  <a:lnTo>
                    <a:pt x="110" y="18"/>
                  </a:lnTo>
                  <a:lnTo>
                    <a:pt x="110" y="18"/>
                  </a:lnTo>
                  <a:lnTo>
                    <a:pt x="114" y="14"/>
                  </a:lnTo>
                  <a:lnTo>
                    <a:pt x="118" y="10"/>
                  </a:lnTo>
                  <a:lnTo>
                    <a:pt x="118" y="10"/>
                  </a:lnTo>
                  <a:lnTo>
                    <a:pt x="121" y="7"/>
                  </a:lnTo>
                  <a:lnTo>
                    <a:pt x="120" y="10"/>
                  </a:lnTo>
                  <a:lnTo>
                    <a:pt x="114" y="19"/>
                  </a:lnTo>
                  <a:lnTo>
                    <a:pt x="114" y="19"/>
                  </a:lnTo>
                  <a:lnTo>
                    <a:pt x="114" y="19"/>
                  </a:lnTo>
                  <a:lnTo>
                    <a:pt x="116" y="19"/>
                  </a:lnTo>
                  <a:lnTo>
                    <a:pt x="117" y="19"/>
                  </a:lnTo>
                  <a:lnTo>
                    <a:pt x="117" y="19"/>
                  </a:lnTo>
                  <a:lnTo>
                    <a:pt x="129" y="7"/>
                  </a:lnTo>
                  <a:lnTo>
                    <a:pt x="129" y="7"/>
                  </a:lnTo>
                  <a:lnTo>
                    <a:pt x="125" y="12"/>
                  </a:lnTo>
                  <a:lnTo>
                    <a:pt x="122" y="18"/>
                  </a:lnTo>
                  <a:lnTo>
                    <a:pt x="122" y="18"/>
                  </a:lnTo>
                  <a:lnTo>
                    <a:pt x="122" y="19"/>
                  </a:lnTo>
                  <a:lnTo>
                    <a:pt x="124" y="18"/>
                  </a:lnTo>
                  <a:lnTo>
                    <a:pt x="124" y="18"/>
                  </a:lnTo>
                  <a:lnTo>
                    <a:pt x="129" y="14"/>
                  </a:lnTo>
                  <a:lnTo>
                    <a:pt x="133" y="8"/>
                  </a:lnTo>
                  <a:lnTo>
                    <a:pt x="133" y="8"/>
                  </a:lnTo>
                  <a:lnTo>
                    <a:pt x="131" y="12"/>
                  </a:lnTo>
                  <a:lnTo>
                    <a:pt x="129" y="18"/>
                  </a:lnTo>
                  <a:lnTo>
                    <a:pt x="129" y="18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5" y="15"/>
                  </a:lnTo>
                  <a:lnTo>
                    <a:pt x="135" y="15"/>
                  </a:lnTo>
                  <a:lnTo>
                    <a:pt x="136" y="14"/>
                  </a:lnTo>
                  <a:lnTo>
                    <a:pt x="136" y="14"/>
                  </a:lnTo>
                  <a:lnTo>
                    <a:pt x="147" y="5"/>
                  </a:lnTo>
                  <a:lnTo>
                    <a:pt x="147" y="5"/>
                  </a:lnTo>
                  <a:lnTo>
                    <a:pt x="144" y="8"/>
                  </a:lnTo>
                  <a:lnTo>
                    <a:pt x="143" y="11"/>
                  </a:lnTo>
                  <a:lnTo>
                    <a:pt x="140" y="18"/>
                  </a:lnTo>
                  <a:lnTo>
                    <a:pt x="140" y="18"/>
                  </a:lnTo>
                  <a:lnTo>
                    <a:pt x="140" y="19"/>
                  </a:lnTo>
                  <a:lnTo>
                    <a:pt x="142" y="19"/>
                  </a:lnTo>
                  <a:lnTo>
                    <a:pt x="143" y="18"/>
                  </a:lnTo>
                  <a:lnTo>
                    <a:pt x="143" y="18"/>
                  </a:lnTo>
                  <a:lnTo>
                    <a:pt x="151" y="7"/>
                  </a:lnTo>
                  <a:lnTo>
                    <a:pt x="151" y="7"/>
                  </a:lnTo>
                  <a:lnTo>
                    <a:pt x="149" y="12"/>
                  </a:lnTo>
                  <a:lnTo>
                    <a:pt x="146" y="19"/>
                  </a:lnTo>
                  <a:lnTo>
                    <a:pt x="146" y="19"/>
                  </a:lnTo>
                  <a:lnTo>
                    <a:pt x="146" y="21"/>
                  </a:lnTo>
                  <a:lnTo>
                    <a:pt x="146" y="21"/>
                  </a:lnTo>
                  <a:lnTo>
                    <a:pt x="149" y="19"/>
                  </a:lnTo>
                  <a:lnTo>
                    <a:pt x="149" y="19"/>
                  </a:lnTo>
                  <a:lnTo>
                    <a:pt x="153" y="14"/>
                  </a:lnTo>
                  <a:lnTo>
                    <a:pt x="153" y="14"/>
                  </a:lnTo>
                  <a:lnTo>
                    <a:pt x="157" y="10"/>
                  </a:lnTo>
                  <a:lnTo>
                    <a:pt x="157" y="10"/>
                  </a:lnTo>
                  <a:lnTo>
                    <a:pt x="154" y="15"/>
                  </a:lnTo>
                  <a:lnTo>
                    <a:pt x="153" y="21"/>
                  </a:lnTo>
                  <a:lnTo>
                    <a:pt x="153" y="21"/>
                  </a:lnTo>
                  <a:lnTo>
                    <a:pt x="153" y="21"/>
                  </a:lnTo>
                  <a:lnTo>
                    <a:pt x="153" y="21"/>
                  </a:lnTo>
                  <a:lnTo>
                    <a:pt x="154" y="21"/>
                  </a:lnTo>
                  <a:lnTo>
                    <a:pt x="154" y="21"/>
                  </a:lnTo>
                  <a:lnTo>
                    <a:pt x="160" y="15"/>
                  </a:lnTo>
                  <a:lnTo>
                    <a:pt x="165" y="10"/>
                  </a:lnTo>
                  <a:lnTo>
                    <a:pt x="165" y="10"/>
                  </a:lnTo>
                  <a:lnTo>
                    <a:pt x="161" y="15"/>
                  </a:lnTo>
                  <a:lnTo>
                    <a:pt x="160" y="21"/>
                  </a:lnTo>
                  <a:lnTo>
                    <a:pt x="160" y="21"/>
                  </a:lnTo>
                  <a:lnTo>
                    <a:pt x="161" y="21"/>
                  </a:lnTo>
                  <a:lnTo>
                    <a:pt x="161" y="21"/>
                  </a:lnTo>
                  <a:lnTo>
                    <a:pt x="164" y="21"/>
                  </a:lnTo>
                  <a:lnTo>
                    <a:pt x="165" y="18"/>
                  </a:lnTo>
                  <a:lnTo>
                    <a:pt x="169" y="14"/>
                  </a:lnTo>
                  <a:lnTo>
                    <a:pt x="169" y="14"/>
                  </a:lnTo>
                  <a:lnTo>
                    <a:pt x="172" y="11"/>
                  </a:lnTo>
                  <a:lnTo>
                    <a:pt x="172" y="11"/>
                  </a:lnTo>
                  <a:lnTo>
                    <a:pt x="169" y="18"/>
                  </a:lnTo>
                  <a:lnTo>
                    <a:pt x="169" y="18"/>
                  </a:lnTo>
                  <a:lnTo>
                    <a:pt x="169" y="19"/>
                  </a:lnTo>
                  <a:lnTo>
                    <a:pt x="171" y="19"/>
                  </a:lnTo>
                  <a:lnTo>
                    <a:pt x="172" y="18"/>
                  </a:lnTo>
                  <a:lnTo>
                    <a:pt x="172" y="18"/>
                  </a:lnTo>
                  <a:lnTo>
                    <a:pt x="178" y="14"/>
                  </a:lnTo>
                  <a:lnTo>
                    <a:pt x="182" y="8"/>
                  </a:lnTo>
                  <a:lnTo>
                    <a:pt x="182" y="8"/>
                  </a:lnTo>
                  <a:lnTo>
                    <a:pt x="183" y="5"/>
                  </a:lnTo>
                  <a:lnTo>
                    <a:pt x="183" y="7"/>
                  </a:lnTo>
                  <a:lnTo>
                    <a:pt x="180" y="12"/>
                  </a:lnTo>
                  <a:lnTo>
                    <a:pt x="180" y="12"/>
                  </a:lnTo>
                  <a:lnTo>
                    <a:pt x="178" y="22"/>
                  </a:lnTo>
                  <a:lnTo>
                    <a:pt x="178" y="22"/>
                  </a:lnTo>
                  <a:lnTo>
                    <a:pt x="178" y="22"/>
                  </a:lnTo>
                  <a:lnTo>
                    <a:pt x="179" y="22"/>
                  </a:lnTo>
                  <a:lnTo>
                    <a:pt x="180" y="22"/>
                  </a:lnTo>
                  <a:lnTo>
                    <a:pt x="180" y="22"/>
                  </a:lnTo>
                  <a:lnTo>
                    <a:pt x="186" y="16"/>
                  </a:lnTo>
                  <a:lnTo>
                    <a:pt x="191" y="10"/>
                  </a:lnTo>
                  <a:lnTo>
                    <a:pt x="191" y="10"/>
                  </a:lnTo>
                  <a:lnTo>
                    <a:pt x="187" y="16"/>
                  </a:lnTo>
                  <a:lnTo>
                    <a:pt x="186" y="19"/>
                  </a:lnTo>
                  <a:lnTo>
                    <a:pt x="186" y="22"/>
                  </a:lnTo>
                  <a:lnTo>
                    <a:pt x="186" y="22"/>
                  </a:lnTo>
                  <a:lnTo>
                    <a:pt x="187" y="22"/>
                  </a:lnTo>
                  <a:lnTo>
                    <a:pt x="189" y="22"/>
                  </a:lnTo>
                  <a:lnTo>
                    <a:pt x="190" y="21"/>
                  </a:lnTo>
                  <a:lnTo>
                    <a:pt x="190" y="21"/>
                  </a:lnTo>
                  <a:lnTo>
                    <a:pt x="195" y="14"/>
                  </a:lnTo>
                  <a:lnTo>
                    <a:pt x="200" y="5"/>
                  </a:lnTo>
                  <a:lnTo>
                    <a:pt x="200" y="5"/>
                  </a:lnTo>
                  <a:lnTo>
                    <a:pt x="194" y="19"/>
                  </a:lnTo>
                  <a:lnTo>
                    <a:pt x="194" y="19"/>
                  </a:lnTo>
                  <a:lnTo>
                    <a:pt x="194" y="21"/>
                  </a:lnTo>
                  <a:lnTo>
                    <a:pt x="195" y="21"/>
                  </a:lnTo>
                  <a:lnTo>
                    <a:pt x="198" y="18"/>
                  </a:lnTo>
                  <a:lnTo>
                    <a:pt x="198" y="18"/>
                  </a:lnTo>
                  <a:lnTo>
                    <a:pt x="200" y="16"/>
                  </a:lnTo>
                  <a:lnTo>
                    <a:pt x="200" y="16"/>
                  </a:lnTo>
                  <a:lnTo>
                    <a:pt x="205" y="12"/>
                  </a:lnTo>
                  <a:lnTo>
                    <a:pt x="211" y="7"/>
                  </a:lnTo>
                  <a:lnTo>
                    <a:pt x="211" y="7"/>
                  </a:lnTo>
                  <a:lnTo>
                    <a:pt x="209" y="10"/>
                  </a:lnTo>
                  <a:lnTo>
                    <a:pt x="208" y="14"/>
                  </a:lnTo>
                  <a:lnTo>
                    <a:pt x="206" y="22"/>
                  </a:lnTo>
                  <a:lnTo>
                    <a:pt x="206" y="22"/>
                  </a:lnTo>
                  <a:lnTo>
                    <a:pt x="201" y="30"/>
                  </a:lnTo>
                  <a:lnTo>
                    <a:pt x="197" y="40"/>
                  </a:lnTo>
                  <a:lnTo>
                    <a:pt x="197" y="40"/>
                  </a:lnTo>
                  <a:lnTo>
                    <a:pt x="195" y="43"/>
                  </a:lnTo>
                  <a:lnTo>
                    <a:pt x="200" y="33"/>
                  </a:lnTo>
                  <a:lnTo>
                    <a:pt x="200" y="33"/>
                  </a:lnTo>
                  <a:lnTo>
                    <a:pt x="202" y="21"/>
                  </a:lnTo>
                  <a:lnTo>
                    <a:pt x="202" y="21"/>
                  </a:lnTo>
                  <a:lnTo>
                    <a:pt x="202" y="21"/>
                  </a:lnTo>
                  <a:lnTo>
                    <a:pt x="202" y="21"/>
                  </a:lnTo>
                  <a:lnTo>
                    <a:pt x="200" y="23"/>
                  </a:lnTo>
                  <a:lnTo>
                    <a:pt x="197" y="29"/>
                  </a:lnTo>
                  <a:lnTo>
                    <a:pt x="193" y="38"/>
                  </a:lnTo>
                  <a:lnTo>
                    <a:pt x="193" y="38"/>
                  </a:lnTo>
                  <a:lnTo>
                    <a:pt x="193" y="38"/>
                  </a:lnTo>
                  <a:lnTo>
                    <a:pt x="193" y="38"/>
                  </a:lnTo>
                  <a:lnTo>
                    <a:pt x="197" y="32"/>
                  </a:lnTo>
                  <a:lnTo>
                    <a:pt x="201" y="25"/>
                  </a:lnTo>
                  <a:lnTo>
                    <a:pt x="201" y="25"/>
                  </a:lnTo>
                  <a:lnTo>
                    <a:pt x="197" y="37"/>
                  </a:lnTo>
                  <a:lnTo>
                    <a:pt x="193" y="51"/>
                  </a:lnTo>
                  <a:lnTo>
                    <a:pt x="193" y="51"/>
                  </a:lnTo>
                  <a:lnTo>
                    <a:pt x="193" y="51"/>
                  </a:lnTo>
                  <a:lnTo>
                    <a:pt x="194" y="49"/>
                  </a:lnTo>
                  <a:lnTo>
                    <a:pt x="194" y="49"/>
                  </a:lnTo>
                  <a:lnTo>
                    <a:pt x="200" y="36"/>
                  </a:lnTo>
                  <a:lnTo>
                    <a:pt x="200" y="36"/>
                  </a:lnTo>
                  <a:lnTo>
                    <a:pt x="204" y="29"/>
                  </a:lnTo>
                  <a:lnTo>
                    <a:pt x="204" y="29"/>
                  </a:lnTo>
                  <a:lnTo>
                    <a:pt x="205" y="25"/>
                  </a:lnTo>
                  <a:lnTo>
                    <a:pt x="205" y="25"/>
                  </a:lnTo>
                  <a:lnTo>
                    <a:pt x="204" y="32"/>
                  </a:lnTo>
                  <a:lnTo>
                    <a:pt x="204" y="32"/>
                  </a:lnTo>
                  <a:lnTo>
                    <a:pt x="197" y="48"/>
                  </a:lnTo>
                  <a:lnTo>
                    <a:pt x="191" y="66"/>
                  </a:lnTo>
                  <a:lnTo>
                    <a:pt x="191" y="66"/>
                  </a:lnTo>
                  <a:lnTo>
                    <a:pt x="191" y="66"/>
                  </a:lnTo>
                  <a:lnTo>
                    <a:pt x="193" y="66"/>
                  </a:lnTo>
                  <a:lnTo>
                    <a:pt x="193" y="65"/>
                  </a:lnTo>
                  <a:lnTo>
                    <a:pt x="193" y="65"/>
                  </a:lnTo>
                  <a:lnTo>
                    <a:pt x="200" y="52"/>
                  </a:lnTo>
                  <a:lnTo>
                    <a:pt x="206" y="38"/>
                  </a:lnTo>
                  <a:lnTo>
                    <a:pt x="206" y="38"/>
                  </a:lnTo>
                  <a:lnTo>
                    <a:pt x="200" y="55"/>
                  </a:lnTo>
                  <a:lnTo>
                    <a:pt x="193" y="71"/>
                  </a:lnTo>
                  <a:lnTo>
                    <a:pt x="193" y="71"/>
                  </a:lnTo>
                  <a:lnTo>
                    <a:pt x="193" y="73"/>
                  </a:lnTo>
                  <a:lnTo>
                    <a:pt x="193" y="73"/>
                  </a:lnTo>
                  <a:lnTo>
                    <a:pt x="194" y="71"/>
                  </a:lnTo>
                  <a:lnTo>
                    <a:pt x="194" y="71"/>
                  </a:lnTo>
                  <a:lnTo>
                    <a:pt x="206" y="52"/>
                  </a:lnTo>
                  <a:lnTo>
                    <a:pt x="206" y="52"/>
                  </a:lnTo>
                  <a:lnTo>
                    <a:pt x="213" y="44"/>
                  </a:lnTo>
                  <a:lnTo>
                    <a:pt x="213" y="44"/>
                  </a:lnTo>
                  <a:lnTo>
                    <a:pt x="208" y="55"/>
                  </a:lnTo>
                  <a:lnTo>
                    <a:pt x="202" y="65"/>
                  </a:lnTo>
                  <a:lnTo>
                    <a:pt x="197" y="74"/>
                  </a:lnTo>
                  <a:lnTo>
                    <a:pt x="191" y="85"/>
                  </a:lnTo>
                  <a:lnTo>
                    <a:pt x="191" y="85"/>
                  </a:lnTo>
                  <a:lnTo>
                    <a:pt x="193" y="85"/>
                  </a:lnTo>
                  <a:lnTo>
                    <a:pt x="193" y="85"/>
                  </a:lnTo>
                  <a:lnTo>
                    <a:pt x="193" y="85"/>
                  </a:lnTo>
                  <a:lnTo>
                    <a:pt x="197" y="80"/>
                  </a:lnTo>
                  <a:lnTo>
                    <a:pt x="201" y="73"/>
                  </a:lnTo>
                  <a:lnTo>
                    <a:pt x="201" y="73"/>
                  </a:lnTo>
                  <a:lnTo>
                    <a:pt x="208" y="62"/>
                  </a:lnTo>
                  <a:lnTo>
                    <a:pt x="208" y="62"/>
                  </a:lnTo>
                  <a:lnTo>
                    <a:pt x="211" y="58"/>
                  </a:lnTo>
                  <a:lnTo>
                    <a:pt x="211" y="59"/>
                  </a:lnTo>
                  <a:lnTo>
                    <a:pt x="211" y="59"/>
                  </a:lnTo>
                  <a:lnTo>
                    <a:pt x="200" y="77"/>
                  </a:lnTo>
                  <a:lnTo>
                    <a:pt x="195" y="87"/>
                  </a:lnTo>
                  <a:lnTo>
                    <a:pt x="193" y="96"/>
                  </a:lnTo>
                  <a:lnTo>
                    <a:pt x="193" y="96"/>
                  </a:lnTo>
                  <a:lnTo>
                    <a:pt x="193" y="96"/>
                  </a:lnTo>
                  <a:lnTo>
                    <a:pt x="193" y="96"/>
                  </a:lnTo>
                  <a:lnTo>
                    <a:pt x="194" y="96"/>
                  </a:lnTo>
                  <a:lnTo>
                    <a:pt x="194" y="96"/>
                  </a:lnTo>
                  <a:lnTo>
                    <a:pt x="198" y="91"/>
                  </a:lnTo>
                  <a:lnTo>
                    <a:pt x="201" y="84"/>
                  </a:lnTo>
                  <a:lnTo>
                    <a:pt x="201" y="84"/>
                  </a:lnTo>
                  <a:lnTo>
                    <a:pt x="212" y="71"/>
                  </a:lnTo>
                  <a:lnTo>
                    <a:pt x="215" y="67"/>
                  </a:lnTo>
                  <a:lnTo>
                    <a:pt x="211" y="73"/>
                  </a:lnTo>
                  <a:lnTo>
                    <a:pt x="211" y="73"/>
                  </a:lnTo>
                  <a:lnTo>
                    <a:pt x="208" y="80"/>
                  </a:lnTo>
                  <a:lnTo>
                    <a:pt x="204" y="88"/>
                  </a:lnTo>
                  <a:lnTo>
                    <a:pt x="200" y="103"/>
                  </a:lnTo>
                  <a:lnTo>
                    <a:pt x="200" y="103"/>
                  </a:lnTo>
                  <a:lnTo>
                    <a:pt x="200" y="103"/>
                  </a:lnTo>
                  <a:lnTo>
                    <a:pt x="200" y="103"/>
                  </a:lnTo>
                  <a:lnTo>
                    <a:pt x="201" y="102"/>
                  </a:lnTo>
                  <a:lnTo>
                    <a:pt x="201" y="102"/>
                  </a:lnTo>
                  <a:lnTo>
                    <a:pt x="206" y="93"/>
                  </a:lnTo>
                  <a:lnTo>
                    <a:pt x="206" y="93"/>
                  </a:lnTo>
                  <a:lnTo>
                    <a:pt x="212" y="87"/>
                  </a:lnTo>
                  <a:lnTo>
                    <a:pt x="212" y="87"/>
                  </a:lnTo>
                  <a:lnTo>
                    <a:pt x="205" y="104"/>
                  </a:lnTo>
                  <a:lnTo>
                    <a:pt x="205" y="104"/>
                  </a:lnTo>
                  <a:lnTo>
                    <a:pt x="205" y="107"/>
                  </a:lnTo>
                  <a:lnTo>
                    <a:pt x="205" y="107"/>
                  </a:lnTo>
                  <a:lnTo>
                    <a:pt x="202" y="110"/>
                  </a:lnTo>
                  <a:lnTo>
                    <a:pt x="202" y="110"/>
                  </a:lnTo>
                  <a:lnTo>
                    <a:pt x="202" y="111"/>
                  </a:lnTo>
                  <a:lnTo>
                    <a:pt x="202" y="111"/>
                  </a:lnTo>
                  <a:lnTo>
                    <a:pt x="204" y="111"/>
                  </a:lnTo>
                  <a:lnTo>
                    <a:pt x="204" y="111"/>
                  </a:lnTo>
                  <a:lnTo>
                    <a:pt x="206" y="106"/>
                  </a:lnTo>
                  <a:lnTo>
                    <a:pt x="206" y="106"/>
                  </a:lnTo>
                  <a:lnTo>
                    <a:pt x="213" y="95"/>
                  </a:lnTo>
                  <a:lnTo>
                    <a:pt x="213" y="95"/>
                  </a:lnTo>
                  <a:lnTo>
                    <a:pt x="215" y="92"/>
                  </a:lnTo>
                  <a:lnTo>
                    <a:pt x="215" y="95"/>
                  </a:lnTo>
                  <a:lnTo>
                    <a:pt x="212" y="104"/>
                  </a:lnTo>
                  <a:lnTo>
                    <a:pt x="212" y="104"/>
                  </a:lnTo>
                  <a:lnTo>
                    <a:pt x="212" y="106"/>
                  </a:lnTo>
                  <a:lnTo>
                    <a:pt x="213" y="104"/>
                  </a:lnTo>
                  <a:lnTo>
                    <a:pt x="215" y="103"/>
                  </a:lnTo>
                  <a:lnTo>
                    <a:pt x="215" y="103"/>
                  </a:lnTo>
                  <a:lnTo>
                    <a:pt x="217" y="95"/>
                  </a:lnTo>
                  <a:lnTo>
                    <a:pt x="220" y="85"/>
                  </a:lnTo>
                  <a:lnTo>
                    <a:pt x="220" y="85"/>
                  </a:lnTo>
                  <a:lnTo>
                    <a:pt x="220" y="85"/>
                  </a:lnTo>
                  <a:lnTo>
                    <a:pt x="219" y="85"/>
                  </a:lnTo>
                  <a:lnTo>
                    <a:pt x="219" y="85"/>
                  </a:lnTo>
                  <a:lnTo>
                    <a:pt x="215" y="89"/>
                  </a:lnTo>
                  <a:lnTo>
                    <a:pt x="211" y="95"/>
                  </a:lnTo>
                  <a:lnTo>
                    <a:pt x="211" y="95"/>
                  </a:lnTo>
                  <a:lnTo>
                    <a:pt x="213" y="89"/>
                  </a:lnTo>
                  <a:lnTo>
                    <a:pt x="213" y="89"/>
                  </a:lnTo>
                  <a:lnTo>
                    <a:pt x="215" y="84"/>
                  </a:lnTo>
                  <a:lnTo>
                    <a:pt x="216" y="78"/>
                  </a:lnTo>
                  <a:lnTo>
                    <a:pt x="216" y="78"/>
                  </a:lnTo>
                  <a:lnTo>
                    <a:pt x="216" y="78"/>
                  </a:lnTo>
                  <a:lnTo>
                    <a:pt x="215" y="78"/>
                  </a:lnTo>
                  <a:lnTo>
                    <a:pt x="215" y="78"/>
                  </a:lnTo>
                  <a:lnTo>
                    <a:pt x="212" y="81"/>
                  </a:lnTo>
                  <a:lnTo>
                    <a:pt x="211" y="84"/>
                  </a:lnTo>
                  <a:lnTo>
                    <a:pt x="211" y="84"/>
                  </a:lnTo>
                  <a:lnTo>
                    <a:pt x="206" y="89"/>
                  </a:lnTo>
                  <a:lnTo>
                    <a:pt x="206" y="89"/>
                  </a:lnTo>
                  <a:lnTo>
                    <a:pt x="211" y="77"/>
                  </a:lnTo>
                  <a:lnTo>
                    <a:pt x="211" y="77"/>
                  </a:lnTo>
                  <a:lnTo>
                    <a:pt x="216" y="70"/>
                  </a:lnTo>
                  <a:lnTo>
                    <a:pt x="220" y="63"/>
                  </a:lnTo>
                  <a:lnTo>
                    <a:pt x="220" y="63"/>
                  </a:lnTo>
                  <a:lnTo>
                    <a:pt x="220" y="62"/>
                  </a:lnTo>
                  <a:lnTo>
                    <a:pt x="219" y="62"/>
                  </a:lnTo>
                  <a:lnTo>
                    <a:pt x="219" y="62"/>
                  </a:lnTo>
                  <a:lnTo>
                    <a:pt x="213" y="65"/>
                  </a:lnTo>
                  <a:lnTo>
                    <a:pt x="209" y="70"/>
                  </a:lnTo>
                  <a:lnTo>
                    <a:pt x="202" y="80"/>
                  </a:lnTo>
                  <a:lnTo>
                    <a:pt x="202" y="80"/>
                  </a:lnTo>
                  <a:lnTo>
                    <a:pt x="198" y="87"/>
                  </a:lnTo>
                  <a:lnTo>
                    <a:pt x="195" y="92"/>
                  </a:lnTo>
                  <a:lnTo>
                    <a:pt x="195" y="92"/>
                  </a:lnTo>
                  <a:lnTo>
                    <a:pt x="200" y="84"/>
                  </a:lnTo>
                  <a:lnTo>
                    <a:pt x="204" y="76"/>
                  </a:lnTo>
                  <a:lnTo>
                    <a:pt x="204" y="76"/>
                  </a:lnTo>
                  <a:lnTo>
                    <a:pt x="216" y="52"/>
                  </a:lnTo>
                  <a:lnTo>
                    <a:pt x="216" y="52"/>
                  </a:lnTo>
                  <a:lnTo>
                    <a:pt x="216" y="52"/>
                  </a:lnTo>
                  <a:lnTo>
                    <a:pt x="216" y="51"/>
                  </a:lnTo>
                  <a:lnTo>
                    <a:pt x="215" y="52"/>
                  </a:lnTo>
                  <a:lnTo>
                    <a:pt x="215" y="52"/>
                  </a:lnTo>
                  <a:lnTo>
                    <a:pt x="205" y="65"/>
                  </a:lnTo>
                  <a:lnTo>
                    <a:pt x="205" y="65"/>
                  </a:lnTo>
                  <a:lnTo>
                    <a:pt x="212" y="52"/>
                  </a:lnTo>
                  <a:lnTo>
                    <a:pt x="217" y="38"/>
                  </a:lnTo>
                  <a:lnTo>
                    <a:pt x="217" y="38"/>
                  </a:lnTo>
                  <a:lnTo>
                    <a:pt x="216" y="38"/>
                  </a:lnTo>
                  <a:lnTo>
                    <a:pt x="216" y="38"/>
                  </a:lnTo>
                  <a:lnTo>
                    <a:pt x="216" y="38"/>
                  </a:lnTo>
                  <a:lnTo>
                    <a:pt x="205" y="52"/>
                  </a:lnTo>
                  <a:lnTo>
                    <a:pt x="197" y="66"/>
                  </a:lnTo>
                  <a:lnTo>
                    <a:pt x="197" y="66"/>
                  </a:lnTo>
                  <a:lnTo>
                    <a:pt x="201" y="58"/>
                  </a:lnTo>
                  <a:lnTo>
                    <a:pt x="205" y="47"/>
                  </a:lnTo>
                  <a:lnTo>
                    <a:pt x="215" y="23"/>
                  </a:lnTo>
                  <a:lnTo>
                    <a:pt x="215" y="23"/>
                  </a:lnTo>
                  <a:lnTo>
                    <a:pt x="216" y="23"/>
                  </a:lnTo>
                  <a:lnTo>
                    <a:pt x="217" y="23"/>
                  </a:lnTo>
                  <a:lnTo>
                    <a:pt x="217" y="23"/>
                  </a:lnTo>
                  <a:lnTo>
                    <a:pt x="223" y="15"/>
                  </a:lnTo>
                  <a:lnTo>
                    <a:pt x="227" y="7"/>
                  </a:lnTo>
                  <a:lnTo>
                    <a:pt x="227" y="7"/>
                  </a:lnTo>
                  <a:lnTo>
                    <a:pt x="224" y="14"/>
                  </a:lnTo>
                  <a:lnTo>
                    <a:pt x="223" y="18"/>
                  </a:lnTo>
                  <a:lnTo>
                    <a:pt x="223" y="21"/>
                  </a:lnTo>
                  <a:lnTo>
                    <a:pt x="223" y="21"/>
                  </a:lnTo>
                  <a:lnTo>
                    <a:pt x="223" y="22"/>
                  </a:lnTo>
                  <a:lnTo>
                    <a:pt x="224" y="21"/>
                  </a:lnTo>
                  <a:lnTo>
                    <a:pt x="226" y="21"/>
                  </a:lnTo>
                  <a:lnTo>
                    <a:pt x="226" y="21"/>
                  </a:lnTo>
                  <a:lnTo>
                    <a:pt x="235" y="7"/>
                  </a:lnTo>
                  <a:lnTo>
                    <a:pt x="235" y="7"/>
                  </a:lnTo>
                  <a:lnTo>
                    <a:pt x="237" y="5"/>
                  </a:lnTo>
                  <a:lnTo>
                    <a:pt x="237" y="7"/>
                  </a:lnTo>
                  <a:lnTo>
                    <a:pt x="235" y="10"/>
                  </a:lnTo>
                  <a:lnTo>
                    <a:pt x="235" y="10"/>
                  </a:lnTo>
                  <a:lnTo>
                    <a:pt x="234" y="15"/>
                  </a:lnTo>
                  <a:lnTo>
                    <a:pt x="233" y="21"/>
                  </a:lnTo>
                  <a:lnTo>
                    <a:pt x="233" y="21"/>
                  </a:lnTo>
                  <a:lnTo>
                    <a:pt x="234" y="21"/>
                  </a:lnTo>
                  <a:lnTo>
                    <a:pt x="234" y="21"/>
                  </a:lnTo>
                  <a:lnTo>
                    <a:pt x="235" y="21"/>
                  </a:lnTo>
                  <a:lnTo>
                    <a:pt x="238" y="19"/>
                  </a:lnTo>
                  <a:lnTo>
                    <a:pt x="238" y="19"/>
                  </a:lnTo>
                  <a:lnTo>
                    <a:pt x="238" y="25"/>
                  </a:lnTo>
                  <a:lnTo>
                    <a:pt x="238" y="25"/>
                  </a:lnTo>
                  <a:lnTo>
                    <a:pt x="238" y="25"/>
                  </a:lnTo>
                  <a:lnTo>
                    <a:pt x="239" y="25"/>
                  </a:lnTo>
                  <a:lnTo>
                    <a:pt x="241" y="23"/>
                  </a:lnTo>
                  <a:lnTo>
                    <a:pt x="241" y="23"/>
                  </a:lnTo>
                  <a:lnTo>
                    <a:pt x="249" y="12"/>
                  </a:lnTo>
                  <a:lnTo>
                    <a:pt x="252" y="8"/>
                  </a:lnTo>
                  <a:lnTo>
                    <a:pt x="253" y="8"/>
                  </a:lnTo>
                  <a:lnTo>
                    <a:pt x="253" y="8"/>
                  </a:lnTo>
                  <a:lnTo>
                    <a:pt x="253" y="8"/>
                  </a:lnTo>
                  <a:lnTo>
                    <a:pt x="249" y="16"/>
                  </a:lnTo>
                  <a:lnTo>
                    <a:pt x="248" y="21"/>
                  </a:lnTo>
                  <a:lnTo>
                    <a:pt x="248" y="25"/>
                  </a:lnTo>
                  <a:lnTo>
                    <a:pt x="248" y="25"/>
                  </a:lnTo>
                  <a:lnTo>
                    <a:pt x="248" y="25"/>
                  </a:lnTo>
                  <a:lnTo>
                    <a:pt x="249" y="25"/>
                  </a:lnTo>
                  <a:lnTo>
                    <a:pt x="250" y="23"/>
                  </a:lnTo>
                  <a:lnTo>
                    <a:pt x="250" y="23"/>
                  </a:lnTo>
                  <a:lnTo>
                    <a:pt x="264" y="8"/>
                  </a:lnTo>
                  <a:lnTo>
                    <a:pt x="264" y="8"/>
                  </a:lnTo>
                  <a:lnTo>
                    <a:pt x="264" y="7"/>
                  </a:lnTo>
                  <a:lnTo>
                    <a:pt x="264" y="7"/>
                  </a:lnTo>
                  <a:lnTo>
                    <a:pt x="263" y="7"/>
                  </a:lnTo>
                  <a:lnTo>
                    <a:pt x="263" y="7"/>
                  </a:lnTo>
                  <a:close/>
                  <a:moveTo>
                    <a:pt x="191" y="8"/>
                  </a:moveTo>
                  <a:lnTo>
                    <a:pt x="191" y="8"/>
                  </a:lnTo>
                  <a:lnTo>
                    <a:pt x="191" y="10"/>
                  </a:lnTo>
                  <a:lnTo>
                    <a:pt x="191" y="10"/>
                  </a:lnTo>
                  <a:lnTo>
                    <a:pt x="191" y="8"/>
                  </a:lnTo>
                  <a:lnTo>
                    <a:pt x="191" y="8"/>
                  </a:lnTo>
                  <a:close/>
                  <a:moveTo>
                    <a:pt x="211" y="30"/>
                  </a:moveTo>
                  <a:lnTo>
                    <a:pt x="211" y="30"/>
                  </a:lnTo>
                  <a:lnTo>
                    <a:pt x="213" y="25"/>
                  </a:lnTo>
                  <a:lnTo>
                    <a:pt x="213" y="25"/>
                  </a:lnTo>
                  <a:lnTo>
                    <a:pt x="211" y="30"/>
                  </a:lnTo>
                  <a:lnTo>
                    <a:pt x="211" y="30"/>
                  </a:lnTo>
                  <a:close/>
                  <a:moveTo>
                    <a:pt x="208" y="36"/>
                  </a:moveTo>
                  <a:lnTo>
                    <a:pt x="208" y="36"/>
                  </a:lnTo>
                  <a:lnTo>
                    <a:pt x="208" y="34"/>
                  </a:lnTo>
                  <a:lnTo>
                    <a:pt x="208" y="34"/>
                  </a:lnTo>
                  <a:lnTo>
                    <a:pt x="208" y="36"/>
                  </a:lnTo>
                  <a:lnTo>
                    <a:pt x="208" y="36"/>
                  </a:lnTo>
                  <a:close/>
                  <a:moveTo>
                    <a:pt x="215" y="21"/>
                  </a:moveTo>
                  <a:lnTo>
                    <a:pt x="215" y="21"/>
                  </a:lnTo>
                  <a:lnTo>
                    <a:pt x="215" y="22"/>
                  </a:lnTo>
                  <a:lnTo>
                    <a:pt x="215" y="22"/>
                  </a:lnTo>
                  <a:lnTo>
                    <a:pt x="205" y="38"/>
                  </a:lnTo>
                  <a:lnTo>
                    <a:pt x="200" y="45"/>
                  </a:lnTo>
                  <a:lnTo>
                    <a:pt x="197" y="55"/>
                  </a:lnTo>
                  <a:lnTo>
                    <a:pt x="197" y="55"/>
                  </a:lnTo>
                  <a:lnTo>
                    <a:pt x="209" y="22"/>
                  </a:lnTo>
                  <a:lnTo>
                    <a:pt x="209" y="22"/>
                  </a:lnTo>
                  <a:lnTo>
                    <a:pt x="209" y="22"/>
                  </a:lnTo>
                  <a:lnTo>
                    <a:pt x="209" y="22"/>
                  </a:lnTo>
                  <a:lnTo>
                    <a:pt x="217" y="11"/>
                  </a:lnTo>
                  <a:lnTo>
                    <a:pt x="217" y="11"/>
                  </a:lnTo>
                  <a:lnTo>
                    <a:pt x="215" y="21"/>
                  </a:lnTo>
                  <a:lnTo>
                    <a:pt x="215" y="2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71" name="Freeform 100"/>
            <p:cNvSpPr/>
            <p:nvPr/>
          </p:nvSpPr>
          <p:spPr bwMode="auto">
            <a:xfrm>
              <a:off x="3416301" y="2384425"/>
              <a:ext cx="87313" cy="34925"/>
            </a:xfrm>
            <a:custGeom>
              <a:avLst/>
              <a:gdLst/>
              <a:ahLst/>
              <a:cxnLst>
                <a:cxn ang="0">
                  <a:pos x="50" y="12"/>
                </a:cxn>
                <a:cxn ang="0">
                  <a:pos x="52" y="5"/>
                </a:cxn>
                <a:cxn ang="0">
                  <a:pos x="52" y="2"/>
                </a:cxn>
                <a:cxn ang="0">
                  <a:pos x="47" y="7"/>
                </a:cxn>
                <a:cxn ang="0">
                  <a:pos x="37" y="16"/>
                </a:cxn>
                <a:cxn ang="0">
                  <a:pos x="40" y="11"/>
                </a:cxn>
                <a:cxn ang="0">
                  <a:pos x="43" y="5"/>
                </a:cxn>
                <a:cxn ang="0">
                  <a:pos x="37" y="7"/>
                </a:cxn>
                <a:cxn ang="0">
                  <a:pos x="36" y="4"/>
                </a:cxn>
                <a:cxn ang="0">
                  <a:pos x="36" y="4"/>
                </a:cxn>
                <a:cxn ang="0">
                  <a:pos x="33" y="4"/>
                </a:cxn>
                <a:cxn ang="0">
                  <a:pos x="26" y="13"/>
                </a:cxn>
                <a:cxn ang="0">
                  <a:pos x="28" y="4"/>
                </a:cxn>
                <a:cxn ang="0">
                  <a:pos x="26" y="2"/>
                </a:cxn>
                <a:cxn ang="0">
                  <a:pos x="21" y="8"/>
                </a:cxn>
                <a:cxn ang="0">
                  <a:pos x="22" y="4"/>
                </a:cxn>
                <a:cxn ang="0">
                  <a:pos x="15" y="8"/>
                </a:cxn>
                <a:cxn ang="0">
                  <a:pos x="14" y="7"/>
                </a:cxn>
                <a:cxn ang="0">
                  <a:pos x="15" y="0"/>
                </a:cxn>
                <a:cxn ang="0">
                  <a:pos x="7" y="5"/>
                </a:cxn>
                <a:cxn ang="0">
                  <a:pos x="0" y="12"/>
                </a:cxn>
                <a:cxn ang="0">
                  <a:pos x="4" y="8"/>
                </a:cxn>
                <a:cxn ang="0">
                  <a:pos x="11" y="5"/>
                </a:cxn>
                <a:cxn ang="0">
                  <a:pos x="6" y="19"/>
                </a:cxn>
                <a:cxn ang="0">
                  <a:pos x="8" y="18"/>
                </a:cxn>
                <a:cxn ang="0">
                  <a:pos x="17" y="9"/>
                </a:cxn>
                <a:cxn ang="0">
                  <a:pos x="18" y="9"/>
                </a:cxn>
                <a:cxn ang="0">
                  <a:pos x="14" y="20"/>
                </a:cxn>
                <a:cxn ang="0">
                  <a:pos x="15" y="20"/>
                </a:cxn>
                <a:cxn ang="0">
                  <a:pos x="23" y="8"/>
                </a:cxn>
                <a:cxn ang="0">
                  <a:pos x="23" y="9"/>
                </a:cxn>
                <a:cxn ang="0">
                  <a:pos x="22" y="20"/>
                </a:cxn>
                <a:cxn ang="0">
                  <a:pos x="23" y="20"/>
                </a:cxn>
                <a:cxn ang="0">
                  <a:pos x="32" y="9"/>
                </a:cxn>
                <a:cxn ang="0">
                  <a:pos x="30" y="11"/>
                </a:cxn>
                <a:cxn ang="0">
                  <a:pos x="29" y="18"/>
                </a:cxn>
                <a:cxn ang="0">
                  <a:pos x="30" y="18"/>
                </a:cxn>
                <a:cxn ang="0">
                  <a:pos x="37" y="9"/>
                </a:cxn>
                <a:cxn ang="0">
                  <a:pos x="37" y="11"/>
                </a:cxn>
                <a:cxn ang="0">
                  <a:pos x="34" y="20"/>
                </a:cxn>
                <a:cxn ang="0">
                  <a:pos x="36" y="20"/>
                </a:cxn>
                <a:cxn ang="0">
                  <a:pos x="47" y="9"/>
                </a:cxn>
                <a:cxn ang="0">
                  <a:pos x="48" y="8"/>
                </a:cxn>
                <a:cxn ang="0">
                  <a:pos x="45" y="19"/>
                </a:cxn>
                <a:cxn ang="0">
                  <a:pos x="47" y="19"/>
                </a:cxn>
                <a:cxn ang="0">
                  <a:pos x="55" y="8"/>
                </a:cxn>
                <a:cxn ang="0">
                  <a:pos x="54" y="8"/>
                </a:cxn>
              </a:cxnLst>
              <a:rect l="0" t="0" r="r" b="b"/>
              <a:pathLst>
                <a:path w="55" h="22">
                  <a:moveTo>
                    <a:pt x="52" y="9"/>
                  </a:moveTo>
                  <a:lnTo>
                    <a:pt x="52" y="9"/>
                  </a:lnTo>
                  <a:lnTo>
                    <a:pt x="50" y="12"/>
                  </a:lnTo>
                  <a:lnTo>
                    <a:pt x="50" y="12"/>
                  </a:lnTo>
                  <a:lnTo>
                    <a:pt x="52" y="8"/>
                  </a:lnTo>
                  <a:lnTo>
                    <a:pt x="52" y="5"/>
                  </a:lnTo>
                  <a:lnTo>
                    <a:pt x="52" y="4"/>
                  </a:lnTo>
                  <a:lnTo>
                    <a:pt x="52" y="4"/>
                  </a:lnTo>
                  <a:lnTo>
                    <a:pt x="52" y="2"/>
                  </a:lnTo>
                  <a:lnTo>
                    <a:pt x="52" y="2"/>
                  </a:lnTo>
                  <a:lnTo>
                    <a:pt x="50" y="4"/>
                  </a:lnTo>
                  <a:lnTo>
                    <a:pt x="47" y="7"/>
                  </a:lnTo>
                  <a:lnTo>
                    <a:pt x="41" y="11"/>
                  </a:lnTo>
                  <a:lnTo>
                    <a:pt x="41" y="11"/>
                  </a:lnTo>
                  <a:lnTo>
                    <a:pt x="37" y="16"/>
                  </a:lnTo>
                  <a:lnTo>
                    <a:pt x="37" y="16"/>
                  </a:lnTo>
                  <a:lnTo>
                    <a:pt x="40" y="11"/>
                  </a:lnTo>
                  <a:lnTo>
                    <a:pt x="40" y="11"/>
                  </a:lnTo>
                  <a:lnTo>
                    <a:pt x="41" y="8"/>
                  </a:lnTo>
                  <a:lnTo>
                    <a:pt x="43" y="5"/>
                  </a:lnTo>
                  <a:lnTo>
                    <a:pt x="43" y="5"/>
                  </a:lnTo>
                  <a:lnTo>
                    <a:pt x="41" y="4"/>
                  </a:lnTo>
                  <a:lnTo>
                    <a:pt x="41" y="4"/>
                  </a:lnTo>
                  <a:lnTo>
                    <a:pt x="37" y="7"/>
                  </a:lnTo>
                  <a:lnTo>
                    <a:pt x="34" y="9"/>
                  </a:lnTo>
                  <a:lnTo>
                    <a:pt x="34" y="9"/>
                  </a:lnTo>
                  <a:lnTo>
                    <a:pt x="36" y="4"/>
                  </a:lnTo>
                  <a:lnTo>
                    <a:pt x="36" y="4"/>
                  </a:lnTo>
                  <a:lnTo>
                    <a:pt x="36" y="4"/>
                  </a:lnTo>
                  <a:lnTo>
                    <a:pt x="36" y="4"/>
                  </a:lnTo>
                  <a:lnTo>
                    <a:pt x="34" y="4"/>
                  </a:lnTo>
                  <a:lnTo>
                    <a:pt x="34" y="4"/>
                  </a:lnTo>
                  <a:lnTo>
                    <a:pt x="33" y="4"/>
                  </a:lnTo>
                  <a:lnTo>
                    <a:pt x="33" y="4"/>
                  </a:lnTo>
                  <a:lnTo>
                    <a:pt x="29" y="8"/>
                  </a:lnTo>
                  <a:lnTo>
                    <a:pt x="26" y="13"/>
                  </a:lnTo>
                  <a:lnTo>
                    <a:pt x="26" y="13"/>
                  </a:lnTo>
                  <a:lnTo>
                    <a:pt x="28" y="4"/>
                  </a:lnTo>
                  <a:lnTo>
                    <a:pt x="28" y="4"/>
                  </a:lnTo>
                  <a:lnTo>
                    <a:pt x="28" y="4"/>
                  </a:lnTo>
                  <a:lnTo>
                    <a:pt x="26" y="2"/>
                  </a:lnTo>
                  <a:lnTo>
                    <a:pt x="26" y="2"/>
                  </a:lnTo>
                  <a:lnTo>
                    <a:pt x="23" y="5"/>
                  </a:lnTo>
                  <a:lnTo>
                    <a:pt x="21" y="8"/>
                  </a:lnTo>
                  <a:lnTo>
                    <a:pt x="21" y="8"/>
                  </a:lnTo>
                  <a:lnTo>
                    <a:pt x="22" y="5"/>
                  </a:lnTo>
                  <a:lnTo>
                    <a:pt x="22" y="5"/>
                  </a:lnTo>
                  <a:lnTo>
                    <a:pt x="22" y="4"/>
                  </a:lnTo>
                  <a:lnTo>
                    <a:pt x="21" y="4"/>
                  </a:lnTo>
                  <a:lnTo>
                    <a:pt x="21" y="4"/>
                  </a:lnTo>
                  <a:lnTo>
                    <a:pt x="15" y="8"/>
                  </a:lnTo>
                  <a:lnTo>
                    <a:pt x="11" y="12"/>
                  </a:lnTo>
                  <a:lnTo>
                    <a:pt x="11" y="12"/>
                  </a:lnTo>
                  <a:lnTo>
                    <a:pt x="14" y="7"/>
                  </a:lnTo>
                  <a:lnTo>
                    <a:pt x="15" y="0"/>
                  </a:lnTo>
                  <a:lnTo>
                    <a:pt x="15" y="0"/>
                  </a:lnTo>
                  <a:lnTo>
                    <a:pt x="15" y="0"/>
                  </a:lnTo>
                  <a:lnTo>
                    <a:pt x="14" y="0"/>
                  </a:lnTo>
                  <a:lnTo>
                    <a:pt x="14" y="0"/>
                  </a:lnTo>
                  <a:lnTo>
                    <a:pt x="7" y="5"/>
                  </a:lnTo>
                  <a:lnTo>
                    <a:pt x="0" y="11"/>
                  </a:lnTo>
                  <a:lnTo>
                    <a:pt x="0" y="11"/>
                  </a:lnTo>
                  <a:lnTo>
                    <a:pt x="0" y="12"/>
                  </a:lnTo>
                  <a:lnTo>
                    <a:pt x="1" y="12"/>
                  </a:lnTo>
                  <a:lnTo>
                    <a:pt x="1" y="12"/>
                  </a:lnTo>
                  <a:lnTo>
                    <a:pt x="4" y="8"/>
                  </a:lnTo>
                  <a:lnTo>
                    <a:pt x="4" y="8"/>
                  </a:lnTo>
                  <a:lnTo>
                    <a:pt x="11" y="5"/>
                  </a:lnTo>
                  <a:lnTo>
                    <a:pt x="11" y="5"/>
                  </a:lnTo>
                  <a:lnTo>
                    <a:pt x="8" y="12"/>
                  </a:lnTo>
                  <a:lnTo>
                    <a:pt x="6" y="19"/>
                  </a:lnTo>
                  <a:lnTo>
                    <a:pt x="6" y="19"/>
                  </a:lnTo>
                  <a:lnTo>
                    <a:pt x="6" y="19"/>
                  </a:lnTo>
                  <a:lnTo>
                    <a:pt x="7" y="19"/>
                  </a:lnTo>
                  <a:lnTo>
                    <a:pt x="8" y="18"/>
                  </a:lnTo>
                  <a:lnTo>
                    <a:pt x="8" y="18"/>
                  </a:lnTo>
                  <a:lnTo>
                    <a:pt x="17" y="9"/>
                  </a:lnTo>
                  <a:lnTo>
                    <a:pt x="17" y="9"/>
                  </a:lnTo>
                  <a:lnTo>
                    <a:pt x="18" y="8"/>
                  </a:lnTo>
                  <a:lnTo>
                    <a:pt x="18" y="8"/>
                  </a:lnTo>
                  <a:lnTo>
                    <a:pt x="18" y="9"/>
                  </a:lnTo>
                  <a:lnTo>
                    <a:pt x="18" y="9"/>
                  </a:lnTo>
                  <a:lnTo>
                    <a:pt x="15" y="15"/>
                  </a:lnTo>
                  <a:lnTo>
                    <a:pt x="14" y="20"/>
                  </a:lnTo>
                  <a:lnTo>
                    <a:pt x="14" y="20"/>
                  </a:lnTo>
                  <a:lnTo>
                    <a:pt x="15" y="22"/>
                  </a:lnTo>
                  <a:lnTo>
                    <a:pt x="15" y="20"/>
                  </a:lnTo>
                  <a:lnTo>
                    <a:pt x="17" y="20"/>
                  </a:lnTo>
                  <a:lnTo>
                    <a:pt x="17" y="20"/>
                  </a:lnTo>
                  <a:lnTo>
                    <a:pt x="23" y="8"/>
                  </a:lnTo>
                  <a:lnTo>
                    <a:pt x="23" y="8"/>
                  </a:lnTo>
                  <a:lnTo>
                    <a:pt x="25" y="8"/>
                  </a:lnTo>
                  <a:lnTo>
                    <a:pt x="23" y="9"/>
                  </a:lnTo>
                  <a:lnTo>
                    <a:pt x="22" y="13"/>
                  </a:lnTo>
                  <a:lnTo>
                    <a:pt x="22" y="13"/>
                  </a:lnTo>
                  <a:lnTo>
                    <a:pt x="22" y="20"/>
                  </a:lnTo>
                  <a:lnTo>
                    <a:pt x="22" y="20"/>
                  </a:lnTo>
                  <a:lnTo>
                    <a:pt x="22" y="20"/>
                  </a:lnTo>
                  <a:lnTo>
                    <a:pt x="23" y="20"/>
                  </a:lnTo>
                  <a:lnTo>
                    <a:pt x="25" y="19"/>
                  </a:lnTo>
                  <a:lnTo>
                    <a:pt x="25" y="19"/>
                  </a:lnTo>
                  <a:lnTo>
                    <a:pt x="32" y="9"/>
                  </a:lnTo>
                  <a:lnTo>
                    <a:pt x="32" y="9"/>
                  </a:lnTo>
                  <a:lnTo>
                    <a:pt x="30" y="11"/>
                  </a:lnTo>
                  <a:lnTo>
                    <a:pt x="30" y="11"/>
                  </a:lnTo>
                  <a:lnTo>
                    <a:pt x="29" y="18"/>
                  </a:lnTo>
                  <a:lnTo>
                    <a:pt x="29" y="18"/>
                  </a:lnTo>
                  <a:lnTo>
                    <a:pt x="29" y="18"/>
                  </a:lnTo>
                  <a:lnTo>
                    <a:pt x="29" y="18"/>
                  </a:lnTo>
                  <a:lnTo>
                    <a:pt x="30" y="18"/>
                  </a:lnTo>
                  <a:lnTo>
                    <a:pt x="30" y="18"/>
                  </a:lnTo>
                  <a:lnTo>
                    <a:pt x="34" y="13"/>
                  </a:lnTo>
                  <a:lnTo>
                    <a:pt x="37" y="9"/>
                  </a:lnTo>
                  <a:lnTo>
                    <a:pt x="37" y="9"/>
                  </a:lnTo>
                  <a:lnTo>
                    <a:pt x="39" y="8"/>
                  </a:lnTo>
                  <a:lnTo>
                    <a:pt x="39" y="8"/>
                  </a:lnTo>
                  <a:lnTo>
                    <a:pt x="37" y="11"/>
                  </a:lnTo>
                  <a:lnTo>
                    <a:pt x="37" y="11"/>
                  </a:lnTo>
                  <a:lnTo>
                    <a:pt x="34" y="20"/>
                  </a:lnTo>
                  <a:lnTo>
                    <a:pt x="34" y="20"/>
                  </a:lnTo>
                  <a:lnTo>
                    <a:pt x="34" y="20"/>
                  </a:lnTo>
                  <a:lnTo>
                    <a:pt x="36" y="20"/>
                  </a:lnTo>
                  <a:lnTo>
                    <a:pt x="36" y="20"/>
                  </a:lnTo>
                  <a:lnTo>
                    <a:pt x="39" y="18"/>
                  </a:lnTo>
                  <a:lnTo>
                    <a:pt x="41" y="15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0" y="5"/>
                  </a:lnTo>
                  <a:lnTo>
                    <a:pt x="48" y="8"/>
                  </a:lnTo>
                  <a:lnTo>
                    <a:pt x="48" y="8"/>
                  </a:lnTo>
                  <a:lnTo>
                    <a:pt x="47" y="13"/>
                  </a:lnTo>
                  <a:lnTo>
                    <a:pt x="45" y="19"/>
                  </a:lnTo>
                  <a:lnTo>
                    <a:pt x="45" y="19"/>
                  </a:lnTo>
                  <a:lnTo>
                    <a:pt x="47" y="19"/>
                  </a:lnTo>
                  <a:lnTo>
                    <a:pt x="47" y="19"/>
                  </a:lnTo>
                  <a:lnTo>
                    <a:pt x="50" y="18"/>
                  </a:lnTo>
                  <a:lnTo>
                    <a:pt x="51" y="15"/>
                  </a:lnTo>
                  <a:lnTo>
                    <a:pt x="55" y="8"/>
                  </a:lnTo>
                  <a:lnTo>
                    <a:pt x="55" y="8"/>
                  </a:lnTo>
                  <a:lnTo>
                    <a:pt x="55" y="8"/>
                  </a:lnTo>
                  <a:lnTo>
                    <a:pt x="54" y="8"/>
                  </a:lnTo>
                  <a:lnTo>
                    <a:pt x="52" y="9"/>
                  </a:lnTo>
                  <a:lnTo>
                    <a:pt x="52" y="9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72" name="Freeform 101"/>
            <p:cNvSpPr/>
            <p:nvPr/>
          </p:nvSpPr>
          <p:spPr bwMode="auto">
            <a:xfrm>
              <a:off x="3498851" y="2386013"/>
              <a:ext cx="90488" cy="28575"/>
            </a:xfrm>
            <a:custGeom>
              <a:avLst/>
              <a:gdLst/>
              <a:ahLst/>
              <a:cxnLst>
                <a:cxn ang="0">
                  <a:pos x="55" y="0"/>
                </a:cxn>
                <a:cxn ang="0">
                  <a:pos x="46" y="8"/>
                </a:cxn>
                <a:cxn ang="0">
                  <a:pos x="47" y="6"/>
                </a:cxn>
                <a:cxn ang="0">
                  <a:pos x="47" y="1"/>
                </a:cxn>
                <a:cxn ang="0">
                  <a:pos x="47" y="1"/>
                </a:cxn>
                <a:cxn ang="0">
                  <a:pos x="42" y="4"/>
                </a:cxn>
                <a:cxn ang="0">
                  <a:pos x="38" y="8"/>
                </a:cxn>
                <a:cxn ang="0">
                  <a:pos x="35" y="8"/>
                </a:cxn>
                <a:cxn ang="0">
                  <a:pos x="36" y="3"/>
                </a:cxn>
                <a:cxn ang="0">
                  <a:pos x="36" y="1"/>
                </a:cxn>
                <a:cxn ang="0">
                  <a:pos x="33" y="1"/>
                </a:cxn>
                <a:cxn ang="0">
                  <a:pos x="29" y="4"/>
                </a:cxn>
                <a:cxn ang="0">
                  <a:pos x="26" y="8"/>
                </a:cxn>
                <a:cxn ang="0">
                  <a:pos x="26" y="3"/>
                </a:cxn>
                <a:cxn ang="0">
                  <a:pos x="26" y="3"/>
                </a:cxn>
                <a:cxn ang="0">
                  <a:pos x="22" y="6"/>
                </a:cxn>
                <a:cxn ang="0">
                  <a:pos x="18" y="10"/>
                </a:cxn>
                <a:cxn ang="0">
                  <a:pos x="20" y="3"/>
                </a:cxn>
                <a:cxn ang="0">
                  <a:pos x="20" y="3"/>
                </a:cxn>
                <a:cxn ang="0">
                  <a:pos x="17" y="3"/>
                </a:cxn>
                <a:cxn ang="0">
                  <a:pos x="11" y="10"/>
                </a:cxn>
                <a:cxn ang="0">
                  <a:pos x="13" y="4"/>
                </a:cxn>
                <a:cxn ang="0">
                  <a:pos x="13" y="3"/>
                </a:cxn>
                <a:cxn ang="0">
                  <a:pos x="11" y="4"/>
                </a:cxn>
                <a:cxn ang="0">
                  <a:pos x="0" y="12"/>
                </a:cxn>
                <a:cxn ang="0">
                  <a:pos x="0" y="12"/>
                </a:cxn>
                <a:cxn ang="0">
                  <a:pos x="2" y="14"/>
                </a:cxn>
                <a:cxn ang="0">
                  <a:pos x="2" y="12"/>
                </a:cxn>
                <a:cxn ang="0">
                  <a:pos x="7" y="8"/>
                </a:cxn>
                <a:cxn ang="0">
                  <a:pos x="10" y="8"/>
                </a:cxn>
                <a:cxn ang="0">
                  <a:pos x="9" y="14"/>
                </a:cxn>
                <a:cxn ang="0">
                  <a:pos x="7" y="17"/>
                </a:cxn>
                <a:cxn ang="0">
                  <a:pos x="9" y="17"/>
                </a:cxn>
                <a:cxn ang="0">
                  <a:pos x="10" y="15"/>
                </a:cxn>
                <a:cxn ang="0">
                  <a:pos x="17" y="7"/>
                </a:cxn>
                <a:cxn ang="0">
                  <a:pos x="14" y="15"/>
                </a:cxn>
                <a:cxn ang="0">
                  <a:pos x="15" y="15"/>
                </a:cxn>
                <a:cxn ang="0">
                  <a:pos x="17" y="14"/>
                </a:cxn>
                <a:cxn ang="0">
                  <a:pos x="21" y="10"/>
                </a:cxn>
                <a:cxn ang="0">
                  <a:pos x="22" y="8"/>
                </a:cxn>
                <a:cxn ang="0">
                  <a:pos x="22" y="14"/>
                </a:cxn>
                <a:cxn ang="0">
                  <a:pos x="24" y="15"/>
                </a:cxn>
                <a:cxn ang="0">
                  <a:pos x="25" y="14"/>
                </a:cxn>
                <a:cxn ang="0">
                  <a:pos x="32" y="6"/>
                </a:cxn>
                <a:cxn ang="0">
                  <a:pos x="31" y="10"/>
                </a:cxn>
                <a:cxn ang="0">
                  <a:pos x="31" y="14"/>
                </a:cxn>
                <a:cxn ang="0">
                  <a:pos x="32" y="15"/>
                </a:cxn>
                <a:cxn ang="0">
                  <a:pos x="38" y="11"/>
                </a:cxn>
                <a:cxn ang="0">
                  <a:pos x="40" y="7"/>
                </a:cxn>
                <a:cxn ang="0">
                  <a:pos x="43" y="8"/>
                </a:cxn>
                <a:cxn ang="0">
                  <a:pos x="42" y="15"/>
                </a:cxn>
                <a:cxn ang="0">
                  <a:pos x="43" y="15"/>
                </a:cxn>
                <a:cxn ang="0">
                  <a:pos x="44" y="14"/>
                </a:cxn>
                <a:cxn ang="0">
                  <a:pos x="49" y="8"/>
                </a:cxn>
                <a:cxn ang="0">
                  <a:pos x="53" y="4"/>
                </a:cxn>
                <a:cxn ang="0">
                  <a:pos x="53" y="11"/>
                </a:cxn>
                <a:cxn ang="0">
                  <a:pos x="54" y="11"/>
                </a:cxn>
                <a:cxn ang="0">
                  <a:pos x="55" y="8"/>
                </a:cxn>
                <a:cxn ang="0">
                  <a:pos x="57" y="0"/>
                </a:cxn>
                <a:cxn ang="0">
                  <a:pos x="55" y="0"/>
                </a:cxn>
              </a:cxnLst>
              <a:rect l="0" t="0" r="r" b="b"/>
              <a:pathLst>
                <a:path w="57" h="18">
                  <a:moveTo>
                    <a:pt x="55" y="0"/>
                  </a:moveTo>
                  <a:lnTo>
                    <a:pt x="55" y="0"/>
                  </a:lnTo>
                  <a:lnTo>
                    <a:pt x="50" y="4"/>
                  </a:lnTo>
                  <a:lnTo>
                    <a:pt x="46" y="8"/>
                  </a:lnTo>
                  <a:lnTo>
                    <a:pt x="46" y="8"/>
                  </a:lnTo>
                  <a:lnTo>
                    <a:pt x="47" y="6"/>
                  </a:lnTo>
                  <a:lnTo>
                    <a:pt x="47" y="1"/>
                  </a:lnTo>
                  <a:lnTo>
                    <a:pt x="47" y="1"/>
                  </a:lnTo>
                  <a:lnTo>
                    <a:pt x="47" y="1"/>
                  </a:lnTo>
                  <a:lnTo>
                    <a:pt x="47" y="1"/>
                  </a:lnTo>
                  <a:lnTo>
                    <a:pt x="44" y="1"/>
                  </a:lnTo>
                  <a:lnTo>
                    <a:pt x="42" y="4"/>
                  </a:lnTo>
                  <a:lnTo>
                    <a:pt x="38" y="8"/>
                  </a:lnTo>
                  <a:lnTo>
                    <a:pt x="38" y="8"/>
                  </a:lnTo>
                  <a:lnTo>
                    <a:pt x="33" y="11"/>
                  </a:lnTo>
                  <a:lnTo>
                    <a:pt x="35" y="8"/>
                  </a:lnTo>
                  <a:lnTo>
                    <a:pt x="36" y="4"/>
                  </a:lnTo>
                  <a:lnTo>
                    <a:pt x="36" y="3"/>
                  </a:lnTo>
                  <a:lnTo>
                    <a:pt x="36" y="1"/>
                  </a:lnTo>
                  <a:lnTo>
                    <a:pt x="36" y="1"/>
                  </a:lnTo>
                  <a:lnTo>
                    <a:pt x="35" y="1"/>
                  </a:lnTo>
                  <a:lnTo>
                    <a:pt x="33" y="1"/>
                  </a:lnTo>
                  <a:lnTo>
                    <a:pt x="33" y="1"/>
                  </a:lnTo>
                  <a:lnTo>
                    <a:pt x="29" y="4"/>
                  </a:lnTo>
                  <a:lnTo>
                    <a:pt x="26" y="8"/>
                  </a:lnTo>
                  <a:lnTo>
                    <a:pt x="26" y="8"/>
                  </a:lnTo>
                  <a:lnTo>
                    <a:pt x="28" y="6"/>
                  </a:lnTo>
                  <a:lnTo>
                    <a:pt x="26" y="3"/>
                  </a:lnTo>
                  <a:lnTo>
                    <a:pt x="26" y="3"/>
                  </a:lnTo>
                  <a:lnTo>
                    <a:pt x="26" y="3"/>
                  </a:lnTo>
                  <a:lnTo>
                    <a:pt x="26" y="3"/>
                  </a:lnTo>
                  <a:lnTo>
                    <a:pt x="22" y="6"/>
                  </a:lnTo>
                  <a:lnTo>
                    <a:pt x="18" y="10"/>
                  </a:lnTo>
                  <a:lnTo>
                    <a:pt x="18" y="10"/>
                  </a:lnTo>
                  <a:lnTo>
                    <a:pt x="20" y="7"/>
                  </a:lnTo>
                  <a:lnTo>
                    <a:pt x="20" y="3"/>
                  </a:lnTo>
                  <a:lnTo>
                    <a:pt x="20" y="3"/>
                  </a:lnTo>
                  <a:lnTo>
                    <a:pt x="20" y="3"/>
                  </a:lnTo>
                  <a:lnTo>
                    <a:pt x="20" y="3"/>
                  </a:lnTo>
                  <a:lnTo>
                    <a:pt x="17" y="3"/>
                  </a:lnTo>
                  <a:lnTo>
                    <a:pt x="15" y="6"/>
                  </a:lnTo>
                  <a:lnTo>
                    <a:pt x="11" y="10"/>
                  </a:lnTo>
                  <a:lnTo>
                    <a:pt x="11" y="10"/>
                  </a:lnTo>
                  <a:lnTo>
                    <a:pt x="13" y="4"/>
                  </a:lnTo>
                  <a:lnTo>
                    <a:pt x="13" y="4"/>
                  </a:lnTo>
                  <a:lnTo>
                    <a:pt x="13" y="3"/>
                  </a:lnTo>
                  <a:lnTo>
                    <a:pt x="11" y="4"/>
                  </a:lnTo>
                  <a:lnTo>
                    <a:pt x="11" y="4"/>
                  </a:lnTo>
                  <a:lnTo>
                    <a:pt x="6" y="8"/>
                  </a:lnTo>
                  <a:lnTo>
                    <a:pt x="0" y="12"/>
                  </a:lnTo>
                  <a:lnTo>
                    <a:pt x="0" y="12"/>
                  </a:lnTo>
                  <a:lnTo>
                    <a:pt x="0" y="12"/>
                  </a:lnTo>
                  <a:lnTo>
                    <a:pt x="0" y="12"/>
                  </a:lnTo>
                  <a:lnTo>
                    <a:pt x="2" y="14"/>
                  </a:lnTo>
                  <a:lnTo>
                    <a:pt x="2" y="14"/>
                  </a:lnTo>
                  <a:lnTo>
                    <a:pt x="2" y="12"/>
                  </a:lnTo>
                  <a:lnTo>
                    <a:pt x="2" y="12"/>
                  </a:lnTo>
                  <a:lnTo>
                    <a:pt x="7" y="8"/>
                  </a:lnTo>
                  <a:lnTo>
                    <a:pt x="7" y="8"/>
                  </a:lnTo>
                  <a:lnTo>
                    <a:pt x="10" y="8"/>
                  </a:lnTo>
                  <a:lnTo>
                    <a:pt x="10" y="10"/>
                  </a:lnTo>
                  <a:lnTo>
                    <a:pt x="9" y="14"/>
                  </a:lnTo>
                  <a:lnTo>
                    <a:pt x="7" y="17"/>
                  </a:lnTo>
                  <a:lnTo>
                    <a:pt x="7" y="17"/>
                  </a:lnTo>
                  <a:lnTo>
                    <a:pt x="9" y="18"/>
                  </a:lnTo>
                  <a:lnTo>
                    <a:pt x="9" y="17"/>
                  </a:lnTo>
                  <a:lnTo>
                    <a:pt x="10" y="15"/>
                  </a:lnTo>
                  <a:lnTo>
                    <a:pt x="10" y="15"/>
                  </a:lnTo>
                  <a:lnTo>
                    <a:pt x="17" y="7"/>
                  </a:lnTo>
                  <a:lnTo>
                    <a:pt x="17" y="7"/>
                  </a:lnTo>
                  <a:lnTo>
                    <a:pt x="15" y="11"/>
                  </a:lnTo>
                  <a:lnTo>
                    <a:pt x="14" y="15"/>
                  </a:lnTo>
                  <a:lnTo>
                    <a:pt x="14" y="15"/>
                  </a:lnTo>
                  <a:lnTo>
                    <a:pt x="15" y="15"/>
                  </a:lnTo>
                  <a:lnTo>
                    <a:pt x="15" y="15"/>
                  </a:lnTo>
                  <a:lnTo>
                    <a:pt x="17" y="14"/>
                  </a:lnTo>
                  <a:lnTo>
                    <a:pt x="17" y="14"/>
                  </a:lnTo>
                  <a:lnTo>
                    <a:pt x="21" y="10"/>
                  </a:lnTo>
                  <a:lnTo>
                    <a:pt x="21" y="10"/>
                  </a:lnTo>
                  <a:lnTo>
                    <a:pt x="22" y="8"/>
                  </a:lnTo>
                  <a:lnTo>
                    <a:pt x="22" y="10"/>
                  </a:lnTo>
                  <a:lnTo>
                    <a:pt x="22" y="14"/>
                  </a:lnTo>
                  <a:lnTo>
                    <a:pt x="22" y="14"/>
                  </a:lnTo>
                  <a:lnTo>
                    <a:pt x="24" y="15"/>
                  </a:lnTo>
                  <a:lnTo>
                    <a:pt x="24" y="14"/>
                  </a:lnTo>
                  <a:lnTo>
                    <a:pt x="25" y="14"/>
                  </a:lnTo>
                  <a:lnTo>
                    <a:pt x="25" y="14"/>
                  </a:lnTo>
                  <a:lnTo>
                    <a:pt x="32" y="6"/>
                  </a:lnTo>
                  <a:lnTo>
                    <a:pt x="32" y="6"/>
                  </a:lnTo>
                  <a:lnTo>
                    <a:pt x="31" y="10"/>
                  </a:lnTo>
                  <a:lnTo>
                    <a:pt x="31" y="14"/>
                  </a:lnTo>
                  <a:lnTo>
                    <a:pt x="31" y="14"/>
                  </a:lnTo>
                  <a:lnTo>
                    <a:pt x="32" y="15"/>
                  </a:lnTo>
                  <a:lnTo>
                    <a:pt x="32" y="15"/>
                  </a:lnTo>
                  <a:lnTo>
                    <a:pt x="32" y="15"/>
                  </a:lnTo>
                  <a:lnTo>
                    <a:pt x="38" y="11"/>
                  </a:lnTo>
                  <a:lnTo>
                    <a:pt x="40" y="7"/>
                  </a:lnTo>
                  <a:lnTo>
                    <a:pt x="40" y="7"/>
                  </a:lnTo>
                  <a:lnTo>
                    <a:pt x="43" y="6"/>
                  </a:lnTo>
                  <a:lnTo>
                    <a:pt x="43" y="8"/>
                  </a:lnTo>
                  <a:lnTo>
                    <a:pt x="42" y="15"/>
                  </a:lnTo>
                  <a:lnTo>
                    <a:pt x="42" y="15"/>
                  </a:lnTo>
                  <a:lnTo>
                    <a:pt x="42" y="15"/>
                  </a:lnTo>
                  <a:lnTo>
                    <a:pt x="43" y="15"/>
                  </a:lnTo>
                  <a:lnTo>
                    <a:pt x="44" y="14"/>
                  </a:lnTo>
                  <a:lnTo>
                    <a:pt x="44" y="14"/>
                  </a:lnTo>
                  <a:lnTo>
                    <a:pt x="49" y="8"/>
                  </a:lnTo>
                  <a:lnTo>
                    <a:pt x="49" y="8"/>
                  </a:lnTo>
                  <a:lnTo>
                    <a:pt x="51" y="6"/>
                  </a:lnTo>
                  <a:lnTo>
                    <a:pt x="53" y="4"/>
                  </a:lnTo>
                  <a:lnTo>
                    <a:pt x="53" y="11"/>
                  </a:lnTo>
                  <a:lnTo>
                    <a:pt x="53" y="11"/>
                  </a:lnTo>
                  <a:lnTo>
                    <a:pt x="53" y="11"/>
                  </a:lnTo>
                  <a:lnTo>
                    <a:pt x="54" y="11"/>
                  </a:lnTo>
                  <a:lnTo>
                    <a:pt x="55" y="8"/>
                  </a:lnTo>
                  <a:lnTo>
                    <a:pt x="55" y="8"/>
                  </a:lnTo>
                  <a:lnTo>
                    <a:pt x="57" y="0"/>
                  </a:lnTo>
                  <a:lnTo>
                    <a:pt x="57" y="0"/>
                  </a:lnTo>
                  <a:lnTo>
                    <a:pt x="57" y="0"/>
                  </a:lnTo>
                  <a:lnTo>
                    <a:pt x="55" y="0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73" name="Freeform 102"/>
            <p:cNvSpPr/>
            <p:nvPr/>
          </p:nvSpPr>
          <p:spPr bwMode="auto">
            <a:xfrm>
              <a:off x="3589338" y="2384425"/>
              <a:ext cx="227013" cy="25400"/>
            </a:xfrm>
            <a:custGeom>
              <a:avLst/>
              <a:gdLst/>
              <a:ahLst/>
              <a:cxnLst>
                <a:cxn ang="0">
                  <a:pos x="136" y="2"/>
                </a:cxn>
                <a:cxn ang="0">
                  <a:pos x="133" y="2"/>
                </a:cxn>
                <a:cxn ang="0">
                  <a:pos x="124" y="7"/>
                </a:cxn>
                <a:cxn ang="0">
                  <a:pos x="119" y="2"/>
                </a:cxn>
                <a:cxn ang="0">
                  <a:pos x="115" y="1"/>
                </a:cxn>
                <a:cxn ang="0">
                  <a:pos x="106" y="7"/>
                </a:cxn>
                <a:cxn ang="0">
                  <a:pos x="106" y="0"/>
                </a:cxn>
                <a:cxn ang="0">
                  <a:pos x="99" y="4"/>
                </a:cxn>
                <a:cxn ang="0">
                  <a:pos x="93" y="2"/>
                </a:cxn>
                <a:cxn ang="0">
                  <a:pos x="92" y="1"/>
                </a:cxn>
                <a:cxn ang="0">
                  <a:pos x="80" y="7"/>
                </a:cxn>
                <a:cxn ang="0">
                  <a:pos x="80" y="1"/>
                </a:cxn>
                <a:cxn ang="0">
                  <a:pos x="74" y="2"/>
                </a:cxn>
                <a:cxn ang="0">
                  <a:pos x="70" y="4"/>
                </a:cxn>
                <a:cxn ang="0">
                  <a:pos x="60" y="9"/>
                </a:cxn>
                <a:cxn ang="0">
                  <a:pos x="59" y="1"/>
                </a:cxn>
                <a:cxn ang="0">
                  <a:pos x="51" y="1"/>
                </a:cxn>
                <a:cxn ang="0">
                  <a:pos x="41" y="8"/>
                </a:cxn>
                <a:cxn ang="0">
                  <a:pos x="41" y="5"/>
                </a:cxn>
                <a:cxn ang="0">
                  <a:pos x="38" y="2"/>
                </a:cxn>
                <a:cxn ang="0">
                  <a:pos x="33" y="1"/>
                </a:cxn>
                <a:cxn ang="0">
                  <a:pos x="27" y="4"/>
                </a:cxn>
                <a:cxn ang="0">
                  <a:pos x="22" y="4"/>
                </a:cxn>
                <a:cxn ang="0">
                  <a:pos x="19" y="1"/>
                </a:cxn>
                <a:cxn ang="0">
                  <a:pos x="11" y="5"/>
                </a:cxn>
                <a:cxn ang="0">
                  <a:pos x="0" y="11"/>
                </a:cxn>
                <a:cxn ang="0">
                  <a:pos x="8" y="7"/>
                </a:cxn>
                <a:cxn ang="0">
                  <a:pos x="9" y="12"/>
                </a:cxn>
                <a:cxn ang="0">
                  <a:pos x="16" y="12"/>
                </a:cxn>
                <a:cxn ang="0">
                  <a:pos x="23" y="11"/>
                </a:cxn>
                <a:cxn ang="0">
                  <a:pos x="31" y="4"/>
                </a:cxn>
                <a:cxn ang="0">
                  <a:pos x="30" y="13"/>
                </a:cxn>
                <a:cxn ang="0">
                  <a:pos x="36" y="12"/>
                </a:cxn>
                <a:cxn ang="0">
                  <a:pos x="41" y="9"/>
                </a:cxn>
                <a:cxn ang="0">
                  <a:pos x="48" y="5"/>
                </a:cxn>
                <a:cxn ang="0">
                  <a:pos x="48" y="13"/>
                </a:cxn>
                <a:cxn ang="0">
                  <a:pos x="56" y="9"/>
                </a:cxn>
                <a:cxn ang="0">
                  <a:pos x="59" y="13"/>
                </a:cxn>
                <a:cxn ang="0">
                  <a:pos x="66" y="8"/>
                </a:cxn>
                <a:cxn ang="0">
                  <a:pos x="69" y="11"/>
                </a:cxn>
                <a:cxn ang="0">
                  <a:pos x="71" y="11"/>
                </a:cxn>
                <a:cxn ang="0">
                  <a:pos x="71" y="12"/>
                </a:cxn>
                <a:cxn ang="0">
                  <a:pos x="73" y="11"/>
                </a:cxn>
                <a:cxn ang="0">
                  <a:pos x="78" y="11"/>
                </a:cxn>
                <a:cxn ang="0">
                  <a:pos x="84" y="12"/>
                </a:cxn>
                <a:cxn ang="0">
                  <a:pos x="96" y="4"/>
                </a:cxn>
                <a:cxn ang="0">
                  <a:pos x="93" y="12"/>
                </a:cxn>
                <a:cxn ang="0">
                  <a:pos x="103" y="4"/>
                </a:cxn>
                <a:cxn ang="0">
                  <a:pos x="103" y="12"/>
                </a:cxn>
                <a:cxn ang="0">
                  <a:pos x="108" y="15"/>
                </a:cxn>
                <a:cxn ang="0">
                  <a:pos x="117" y="8"/>
                </a:cxn>
                <a:cxn ang="0">
                  <a:pos x="119" y="16"/>
                </a:cxn>
                <a:cxn ang="0">
                  <a:pos x="129" y="8"/>
                </a:cxn>
                <a:cxn ang="0">
                  <a:pos x="135" y="13"/>
                </a:cxn>
                <a:cxn ang="0">
                  <a:pos x="137" y="16"/>
                </a:cxn>
                <a:cxn ang="0">
                  <a:pos x="143" y="1"/>
                </a:cxn>
              </a:cxnLst>
              <a:rect l="0" t="0" r="r" b="b"/>
              <a:pathLst>
                <a:path w="143" h="16">
                  <a:moveTo>
                    <a:pt x="139" y="2"/>
                  </a:moveTo>
                  <a:lnTo>
                    <a:pt x="139" y="2"/>
                  </a:lnTo>
                  <a:lnTo>
                    <a:pt x="136" y="7"/>
                  </a:lnTo>
                  <a:lnTo>
                    <a:pt x="136" y="7"/>
                  </a:lnTo>
                  <a:lnTo>
                    <a:pt x="136" y="2"/>
                  </a:lnTo>
                  <a:lnTo>
                    <a:pt x="136" y="2"/>
                  </a:lnTo>
                  <a:lnTo>
                    <a:pt x="136" y="2"/>
                  </a:lnTo>
                  <a:lnTo>
                    <a:pt x="136" y="2"/>
                  </a:lnTo>
                  <a:lnTo>
                    <a:pt x="135" y="1"/>
                  </a:lnTo>
                  <a:lnTo>
                    <a:pt x="135" y="1"/>
                  </a:lnTo>
                  <a:lnTo>
                    <a:pt x="133" y="2"/>
                  </a:lnTo>
                  <a:lnTo>
                    <a:pt x="133" y="2"/>
                  </a:lnTo>
                  <a:lnTo>
                    <a:pt x="129" y="5"/>
                  </a:lnTo>
                  <a:lnTo>
                    <a:pt x="125" y="9"/>
                  </a:lnTo>
                  <a:lnTo>
                    <a:pt x="125" y="9"/>
                  </a:lnTo>
                  <a:lnTo>
                    <a:pt x="124" y="11"/>
                  </a:lnTo>
                  <a:lnTo>
                    <a:pt x="124" y="9"/>
                  </a:lnTo>
                  <a:lnTo>
                    <a:pt x="124" y="7"/>
                  </a:lnTo>
                  <a:lnTo>
                    <a:pt x="125" y="1"/>
                  </a:lnTo>
                  <a:lnTo>
                    <a:pt x="125" y="1"/>
                  </a:lnTo>
                  <a:lnTo>
                    <a:pt x="125" y="0"/>
                  </a:lnTo>
                  <a:lnTo>
                    <a:pt x="125" y="0"/>
                  </a:lnTo>
                  <a:lnTo>
                    <a:pt x="122" y="0"/>
                  </a:lnTo>
                  <a:lnTo>
                    <a:pt x="119" y="2"/>
                  </a:lnTo>
                  <a:lnTo>
                    <a:pt x="114" y="8"/>
                  </a:lnTo>
                  <a:lnTo>
                    <a:pt x="114" y="8"/>
                  </a:lnTo>
                  <a:lnTo>
                    <a:pt x="115" y="1"/>
                  </a:lnTo>
                  <a:lnTo>
                    <a:pt x="115" y="1"/>
                  </a:lnTo>
                  <a:lnTo>
                    <a:pt x="115" y="1"/>
                  </a:lnTo>
                  <a:lnTo>
                    <a:pt x="115" y="1"/>
                  </a:lnTo>
                  <a:lnTo>
                    <a:pt x="115" y="0"/>
                  </a:lnTo>
                  <a:lnTo>
                    <a:pt x="115" y="0"/>
                  </a:lnTo>
                  <a:lnTo>
                    <a:pt x="114" y="0"/>
                  </a:lnTo>
                  <a:lnTo>
                    <a:pt x="114" y="0"/>
                  </a:lnTo>
                  <a:lnTo>
                    <a:pt x="108" y="2"/>
                  </a:lnTo>
                  <a:lnTo>
                    <a:pt x="106" y="7"/>
                  </a:lnTo>
                  <a:lnTo>
                    <a:pt x="106" y="7"/>
                  </a:lnTo>
                  <a:lnTo>
                    <a:pt x="107" y="2"/>
                  </a:lnTo>
                  <a:lnTo>
                    <a:pt x="107" y="0"/>
                  </a:lnTo>
                  <a:lnTo>
                    <a:pt x="107" y="0"/>
                  </a:lnTo>
                  <a:lnTo>
                    <a:pt x="107" y="0"/>
                  </a:lnTo>
                  <a:lnTo>
                    <a:pt x="106" y="0"/>
                  </a:lnTo>
                  <a:lnTo>
                    <a:pt x="104" y="0"/>
                  </a:lnTo>
                  <a:lnTo>
                    <a:pt x="104" y="0"/>
                  </a:lnTo>
                  <a:lnTo>
                    <a:pt x="100" y="4"/>
                  </a:lnTo>
                  <a:lnTo>
                    <a:pt x="96" y="8"/>
                  </a:lnTo>
                  <a:lnTo>
                    <a:pt x="96" y="8"/>
                  </a:lnTo>
                  <a:lnTo>
                    <a:pt x="99" y="4"/>
                  </a:lnTo>
                  <a:lnTo>
                    <a:pt x="100" y="0"/>
                  </a:lnTo>
                  <a:lnTo>
                    <a:pt x="100" y="0"/>
                  </a:lnTo>
                  <a:lnTo>
                    <a:pt x="99" y="0"/>
                  </a:lnTo>
                  <a:lnTo>
                    <a:pt x="99" y="0"/>
                  </a:lnTo>
                  <a:lnTo>
                    <a:pt x="99" y="0"/>
                  </a:lnTo>
                  <a:lnTo>
                    <a:pt x="93" y="2"/>
                  </a:lnTo>
                  <a:lnTo>
                    <a:pt x="89" y="7"/>
                  </a:lnTo>
                  <a:lnTo>
                    <a:pt x="89" y="7"/>
                  </a:lnTo>
                  <a:lnTo>
                    <a:pt x="88" y="8"/>
                  </a:lnTo>
                  <a:lnTo>
                    <a:pt x="89" y="5"/>
                  </a:lnTo>
                  <a:lnTo>
                    <a:pt x="92" y="1"/>
                  </a:lnTo>
                  <a:lnTo>
                    <a:pt x="92" y="1"/>
                  </a:lnTo>
                  <a:lnTo>
                    <a:pt x="91" y="1"/>
                  </a:lnTo>
                  <a:lnTo>
                    <a:pt x="91" y="1"/>
                  </a:lnTo>
                  <a:lnTo>
                    <a:pt x="88" y="1"/>
                  </a:lnTo>
                  <a:lnTo>
                    <a:pt x="85" y="2"/>
                  </a:lnTo>
                  <a:lnTo>
                    <a:pt x="85" y="2"/>
                  </a:lnTo>
                  <a:lnTo>
                    <a:pt x="80" y="7"/>
                  </a:lnTo>
                  <a:lnTo>
                    <a:pt x="80" y="7"/>
                  </a:lnTo>
                  <a:lnTo>
                    <a:pt x="81" y="4"/>
                  </a:lnTo>
                  <a:lnTo>
                    <a:pt x="81" y="1"/>
                  </a:lnTo>
                  <a:lnTo>
                    <a:pt x="81" y="1"/>
                  </a:lnTo>
                  <a:lnTo>
                    <a:pt x="81" y="1"/>
                  </a:lnTo>
                  <a:lnTo>
                    <a:pt x="80" y="1"/>
                  </a:lnTo>
                  <a:lnTo>
                    <a:pt x="80" y="1"/>
                  </a:lnTo>
                  <a:lnTo>
                    <a:pt x="75" y="5"/>
                  </a:lnTo>
                  <a:lnTo>
                    <a:pt x="75" y="5"/>
                  </a:lnTo>
                  <a:lnTo>
                    <a:pt x="75" y="2"/>
                  </a:lnTo>
                  <a:lnTo>
                    <a:pt x="75" y="2"/>
                  </a:lnTo>
                  <a:lnTo>
                    <a:pt x="74" y="2"/>
                  </a:lnTo>
                  <a:lnTo>
                    <a:pt x="73" y="2"/>
                  </a:lnTo>
                  <a:lnTo>
                    <a:pt x="73" y="2"/>
                  </a:lnTo>
                  <a:lnTo>
                    <a:pt x="70" y="5"/>
                  </a:lnTo>
                  <a:lnTo>
                    <a:pt x="69" y="8"/>
                  </a:lnTo>
                  <a:lnTo>
                    <a:pt x="69" y="8"/>
                  </a:lnTo>
                  <a:lnTo>
                    <a:pt x="70" y="4"/>
                  </a:lnTo>
                  <a:lnTo>
                    <a:pt x="70" y="4"/>
                  </a:lnTo>
                  <a:lnTo>
                    <a:pt x="69" y="4"/>
                  </a:lnTo>
                  <a:lnTo>
                    <a:pt x="69" y="4"/>
                  </a:lnTo>
                  <a:lnTo>
                    <a:pt x="66" y="4"/>
                  </a:lnTo>
                  <a:lnTo>
                    <a:pt x="64" y="5"/>
                  </a:lnTo>
                  <a:lnTo>
                    <a:pt x="60" y="9"/>
                  </a:lnTo>
                  <a:lnTo>
                    <a:pt x="60" y="9"/>
                  </a:lnTo>
                  <a:lnTo>
                    <a:pt x="60" y="4"/>
                  </a:lnTo>
                  <a:lnTo>
                    <a:pt x="60" y="2"/>
                  </a:lnTo>
                  <a:lnTo>
                    <a:pt x="60" y="1"/>
                  </a:lnTo>
                  <a:lnTo>
                    <a:pt x="60" y="1"/>
                  </a:lnTo>
                  <a:lnTo>
                    <a:pt x="59" y="1"/>
                  </a:lnTo>
                  <a:lnTo>
                    <a:pt x="59" y="1"/>
                  </a:lnTo>
                  <a:lnTo>
                    <a:pt x="53" y="5"/>
                  </a:lnTo>
                  <a:lnTo>
                    <a:pt x="51" y="9"/>
                  </a:lnTo>
                  <a:lnTo>
                    <a:pt x="51" y="9"/>
                  </a:lnTo>
                  <a:lnTo>
                    <a:pt x="51" y="5"/>
                  </a:lnTo>
                  <a:lnTo>
                    <a:pt x="51" y="1"/>
                  </a:lnTo>
                  <a:lnTo>
                    <a:pt x="51" y="1"/>
                  </a:lnTo>
                  <a:lnTo>
                    <a:pt x="51" y="1"/>
                  </a:lnTo>
                  <a:lnTo>
                    <a:pt x="51" y="1"/>
                  </a:lnTo>
                  <a:lnTo>
                    <a:pt x="48" y="2"/>
                  </a:lnTo>
                  <a:lnTo>
                    <a:pt x="45" y="4"/>
                  </a:lnTo>
                  <a:lnTo>
                    <a:pt x="41" y="8"/>
                  </a:lnTo>
                  <a:lnTo>
                    <a:pt x="41" y="8"/>
                  </a:lnTo>
                  <a:lnTo>
                    <a:pt x="42" y="7"/>
                  </a:lnTo>
                  <a:lnTo>
                    <a:pt x="42" y="7"/>
                  </a:lnTo>
                  <a:lnTo>
                    <a:pt x="42" y="5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0" y="8"/>
                  </a:lnTo>
                  <a:lnTo>
                    <a:pt x="40" y="8"/>
                  </a:lnTo>
                  <a:lnTo>
                    <a:pt x="40" y="2"/>
                  </a:lnTo>
                  <a:lnTo>
                    <a:pt x="40" y="2"/>
                  </a:lnTo>
                  <a:lnTo>
                    <a:pt x="38" y="2"/>
                  </a:lnTo>
                  <a:lnTo>
                    <a:pt x="38" y="2"/>
                  </a:lnTo>
                  <a:lnTo>
                    <a:pt x="36" y="4"/>
                  </a:lnTo>
                  <a:lnTo>
                    <a:pt x="33" y="7"/>
                  </a:lnTo>
                  <a:lnTo>
                    <a:pt x="33" y="7"/>
                  </a:lnTo>
                  <a:lnTo>
                    <a:pt x="34" y="4"/>
                  </a:lnTo>
                  <a:lnTo>
                    <a:pt x="33" y="1"/>
                  </a:lnTo>
                  <a:lnTo>
                    <a:pt x="33" y="1"/>
                  </a:lnTo>
                  <a:lnTo>
                    <a:pt x="31" y="1"/>
                  </a:lnTo>
                  <a:lnTo>
                    <a:pt x="31" y="1"/>
                  </a:lnTo>
                  <a:lnTo>
                    <a:pt x="29" y="2"/>
                  </a:lnTo>
                  <a:lnTo>
                    <a:pt x="27" y="5"/>
                  </a:lnTo>
                  <a:lnTo>
                    <a:pt x="27" y="5"/>
                  </a:lnTo>
                  <a:lnTo>
                    <a:pt x="27" y="4"/>
                  </a:lnTo>
                  <a:lnTo>
                    <a:pt x="26" y="1"/>
                  </a:lnTo>
                  <a:lnTo>
                    <a:pt x="26" y="1"/>
                  </a:lnTo>
                  <a:lnTo>
                    <a:pt x="26" y="1"/>
                  </a:lnTo>
                  <a:lnTo>
                    <a:pt x="25" y="2"/>
                  </a:lnTo>
                  <a:lnTo>
                    <a:pt x="25" y="2"/>
                  </a:lnTo>
                  <a:lnTo>
                    <a:pt x="22" y="4"/>
                  </a:lnTo>
                  <a:lnTo>
                    <a:pt x="19" y="8"/>
                  </a:lnTo>
                  <a:lnTo>
                    <a:pt x="19" y="8"/>
                  </a:lnTo>
                  <a:lnTo>
                    <a:pt x="20" y="4"/>
                  </a:lnTo>
                  <a:lnTo>
                    <a:pt x="20" y="2"/>
                  </a:lnTo>
                  <a:lnTo>
                    <a:pt x="19" y="1"/>
                  </a:lnTo>
                  <a:lnTo>
                    <a:pt x="19" y="1"/>
                  </a:lnTo>
                  <a:lnTo>
                    <a:pt x="18" y="1"/>
                  </a:lnTo>
                  <a:lnTo>
                    <a:pt x="18" y="1"/>
                  </a:lnTo>
                  <a:lnTo>
                    <a:pt x="14" y="4"/>
                  </a:lnTo>
                  <a:lnTo>
                    <a:pt x="11" y="8"/>
                  </a:lnTo>
                  <a:lnTo>
                    <a:pt x="11" y="8"/>
                  </a:lnTo>
                  <a:lnTo>
                    <a:pt x="11" y="5"/>
                  </a:lnTo>
                  <a:lnTo>
                    <a:pt x="9" y="4"/>
                  </a:lnTo>
                  <a:lnTo>
                    <a:pt x="9" y="4"/>
                  </a:lnTo>
                  <a:lnTo>
                    <a:pt x="7" y="5"/>
                  </a:lnTo>
                  <a:lnTo>
                    <a:pt x="4" y="7"/>
                  </a:lnTo>
                  <a:lnTo>
                    <a:pt x="0" y="11"/>
                  </a:lnTo>
                  <a:lnTo>
                    <a:pt x="0" y="11"/>
                  </a:lnTo>
                  <a:lnTo>
                    <a:pt x="0" y="11"/>
                  </a:lnTo>
                  <a:lnTo>
                    <a:pt x="0" y="11"/>
                  </a:lnTo>
                  <a:lnTo>
                    <a:pt x="0" y="11"/>
                  </a:lnTo>
                  <a:lnTo>
                    <a:pt x="4" y="8"/>
                  </a:lnTo>
                  <a:lnTo>
                    <a:pt x="4" y="8"/>
                  </a:lnTo>
                  <a:lnTo>
                    <a:pt x="8" y="7"/>
                  </a:lnTo>
                  <a:lnTo>
                    <a:pt x="8" y="8"/>
                  </a:lnTo>
                  <a:lnTo>
                    <a:pt x="7" y="12"/>
                  </a:lnTo>
                  <a:lnTo>
                    <a:pt x="7" y="12"/>
                  </a:lnTo>
                  <a:lnTo>
                    <a:pt x="7" y="13"/>
                  </a:lnTo>
                  <a:lnTo>
                    <a:pt x="8" y="13"/>
                  </a:lnTo>
                  <a:lnTo>
                    <a:pt x="9" y="12"/>
                  </a:lnTo>
                  <a:lnTo>
                    <a:pt x="9" y="12"/>
                  </a:lnTo>
                  <a:lnTo>
                    <a:pt x="16" y="4"/>
                  </a:lnTo>
                  <a:lnTo>
                    <a:pt x="16" y="4"/>
                  </a:lnTo>
                  <a:lnTo>
                    <a:pt x="16" y="12"/>
                  </a:lnTo>
                  <a:lnTo>
                    <a:pt x="16" y="12"/>
                  </a:lnTo>
                  <a:lnTo>
                    <a:pt x="16" y="12"/>
                  </a:lnTo>
                  <a:lnTo>
                    <a:pt x="18" y="12"/>
                  </a:lnTo>
                  <a:lnTo>
                    <a:pt x="18" y="12"/>
                  </a:lnTo>
                  <a:lnTo>
                    <a:pt x="20" y="9"/>
                  </a:lnTo>
                  <a:lnTo>
                    <a:pt x="23" y="5"/>
                  </a:lnTo>
                  <a:lnTo>
                    <a:pt x="23" y="5"/>
                  </a:lnTo>
                  <a:lnTo>
                    <a:pt x="23" y="11"/>
                  </a:lnTo>
                  <a:lnTo>
                    <a:pt x="23" y="11"/>
                  </a:lnTo>
                  <a:lnTo>
                    <a:pt x="25" y="12"/>
                  </a:lnTo>
                  <a:lnTo>
                    <a:pt x="25" y="12"/>
                  </a:lnTo>
                  <a:lnTo>
                    <a:pt x="27" y="11"/>
                  </a:lnTo>
                  <a:lnTo>
                    <a:pt x="27" y="11"/>
                  </a:lnTo>
                  <a:lnTo>
                    <a:pt x="31" y="4"/>
                  </a:lnTo>
                  <a:lnTo>
                    <a:pt x="31" y="4"/>
                  </a:lnTo>
                  <a:lnTo>
                    <a:pt x="29" y="9"/>
                  </a:lnTo>
                  <a:lnTo>
                    <a:pt x="29" y="13"/>
                  </a:lnTo>
                  <a:lnTo>
                    <a:pt x="29" y="13"/>
                  </a:lnTo>
                  <a:lnTo>
                    <a:pt x="29" y="13"/>
                  </a:lnTo>
                  <a:lnTo>
                    <a:pt x="30" y="13"/>
                  </a:lnTo>
                  <a:lnTo>
                    <a:pt x="31" y="12"/>
                  </a:lnTo>
                  <a:lnTo>
                    <a:pt x="31" y="12"/>
                  </a:lnTo>
                  <a:lnTo>
                    <a:pt x="34" y="9"/>
                  </a:lnTo>
                  <a:lnTo>
                    <a:pt x="36" y="8"/>
                  </a:lnTo>
                  <a:lnTo>
                    <a:pt x="36" y="8"/>
                  </a:lnTo>
                  <a:lnTo>
                    <a:pt x="36" y="12"/>
                  </a:lnTo>
                  <a:lnTo>
                    <a:pt x="36" y="12"/>
                  </a:lnTo>
                  <a:lnTo>
                    <a:pt x="36" y="13"/>
                  </a:lnTo>
                  <a:lnTo>
                    <a:pt x="37" y="13"/>
                  </a:lnTo>
                  <a:lnTo>
                    <a:pt x="38" y="12"/>
                  </a:lnTo>
                  <a:lnTo>
                    <a:pt x="38" y="12"/>
                  </a:lnTo>
                  <a:lnTo>
                    <a:pt x="41" y="9"/>
                  </a:lnTo>
                  <a:lnTo>
                    <a:pt x="41" y="9"/>
                  </a:lnTo>
                  <a:lnTo>
                    <a:pt x="44" y="8"/>
                  </a:lnTo>
                  <a:lnTo>
                    <a:pt x="47" y="5"/>
                  </a:lnTo>
                  <a:lnTo>
                    <a:pt x="47" y="5"/>
                  </a:lnTo>
                  <a:lnTo>
                    <a:pt x="48" y="4"/>
                  </a:lnTo>
                  <a:lnTo>
                    <a:pt x="48" y="5"/>
                  </a:lnTo>
                  <a:lnTo>
                    <a:pt x="48" y="8"/>
                  </a:lnTo>
                  <a:lnTo>
                    <a:pt x="48" y="8"/>
                  </a:lnTo>
                  <a:lnTo>
                    <a:pt x="48" y="11"/>
                  </a:lnTo>
                  <a:lnTo>
                    <a:pt x="48" y="13"/>
                  </a:lnTo>
                  <a:lnTo>
                    <a:pt x="48" y="13"/>
                  </a:lnTo>
                  <a:lnTo>
                    <a:pt x="48" y="13"/>
                  </a:lnTo>
                  <a:lnTo>
                    <a:pt x="49" y="13"/>
                  </a:lnTo>
                  <a:lnTo>
                    <a:pt x="51" y="12"/>
                  </a:lnTo>
                  <a:lnTo>
                    <a:pt x="51" y="12"/>
                  </a:lnTo>
                  <a:lnTo>
                    <a:pt x="58" y="5"/>
                  </a:lnTo>
                  <a:lnTo>
                    <a:pt x="58" y="5"/>
                  </a:lnTo>
                  <a:lnTo>
                    <a:pt x="56" y="9"/>
                  </a:lnTo>
                  <a:lnTo>
                    <a:pt x="56" y="12"/>
                  </a:lnTo>
                  <a:lnTo>
                    <a:pt x="56" y="15"/>
                  </a:lnTo>
                  <a:lnTo>
                    <a:pt x="56" y="15"/>
                  </a:lnTo>
                  <a:lnTo>
                    <a:pt x="56" y="15"/>
                  </a:lnTo>
                  <a:lnTo>
                    <a:pt x="58" y="15"/>
                  </a:lnTo>
                  <a:lnTo>
                    <a:pt x="59" y="13"/>
                  </a:lnTo>
                  <a:lnTo>
                    <a:pt x="59" y="13"/>
                  </a:lnTo>
                  <a:lnTo>
                    <a:pt x="62" y="11"/>
                  </a:lnTo>
                  <a:lnTo>
                    <a:pt x="62" y="11"/>
                  </a:lnTo>
                  <a:lnTo>
                    <a:pt x="64" y="8"/>
                  </a:lnTo>
                  <a:lnTo>
                    <a:pt x="66" y="8"/>
                  </a:lnTo>
                  <a:lnTo>
                    <a:pt x="66" y="8"/>
                  </a:lnTo>
                  <a:lnTo>
                    <a:pt x="64" y="13"/>
                  </a:lnTo>
                  <a:lnTo>
                    <a:pt x="64" y="13"/>
                  </a:lnTo>
                  <a:lnTo>
                    <a:pt x="66" y="13"/>
                  </a:lnTo>
                  <a:lnTo>
                    <a:pt x="66" y="13"/>
                  </a:lnTo>
                  <a:lnTo>
                    <a:pt x="66" y="13"/>
                  </a:lnTo>
                  <a:lnTo>
                    <a:pt x="69" y="11"/>
                  </a:lnTo>
                  <a:lnTo>
                    <a:pt x="71" y="7"/>
                  </a:lnTo>
                  <a:lnTo>
                    <a:pt x="71" y="7"/>
                  </a:lnTo>
                  <a:lnTo>
                    <a:pt x="71" y="9"/>
                  </a:lnTo>
                  <a:lnTo>
                    <a:pt x="71" y="9"/>
                  </a:lnTo>
                  <a:lnTo>
                    <a:pt x="71" y="11"/>
                  </a:lnTo>
                  <a:lnTo>
                    <a:pt x="71" y="11"/>
                  </a:lnTo>
                  <a:lnTo>
                    <a:pt x="71" y="11"/>
                  </a:lnTo>
                  <a:lnTo>
                    <a:pt x="71" y="11"/>
                  </a:lnTo>
                  <a:lnTo>
                    <a:pt x="71" y="11"/>
                  </a:lnTo>
                  <a:lnTo>
                    <a:pt x="71" y="12"/>
                  </a:lnTo>
                  <a:lnTo>
                    <a:pt x="71" y="12"/>
                  </a:lnTo>
                  <a:lnTo>
                    <a:pt x="71" y="12"/>
                  </a:lnTo>
                  <a:lnTo>
                    <a:pt x="71" y="12"/>
                  </a:lnTo>
                  <a:lnTo>
                    <a:pt x="71" y="12"/>
                  </a:lnTo>
                  <a:lnTo>
                    <a:pt x="73" y="11"/>
                  </a:lnTo>
                  <a:lnTo>
                    <a:pt x="73" y="11"/>
                  </a:lnTo>
                  <a:lnTo>
                    <a:pt x="73" y="11"/>
                  </a:lnTo>
                  <a:lnTo>
                    <a:pt x="73" y="11"/>
                  </a:lnTo>
                  <a:lnTo>
                    <a:pt x="75" y="9"/>
                  </a:lnTo>
                  <a:lnTo>
                    <a:pt x="77" y="8"/>
                  </a:lnTo>
                  <a:lnTo>
                    <a:pt x="75" y="11"/>
                  </a:lnTo>
                  <a:lnTo>
                    <a:pt x="75" y="11"/>
                  </a:lnTo>
                  <a:lnTo>
                    <a:pt x="77" y="12"/>
                  </a:lnTo>
                  <a:lnTo>
                    <a:pt x="78" y="11"/>
                  </a:lnTo>
                  <a:lnTo>
                    <a:pt x="78" y="11"/>
                  </a:lnTo>
                  <a:lnTo>
                    <a:pt x="85" y="7"/>
                  </a:lnTo>
                  <a:lnTo>
                    <a:pt x="85" y="7"/>
                  </a:lnTo>
                  <a:lnTo>
                    <a:pt x="86" y="7"/>
                  </a:lnTo>
                  <a:lnTo>
                    <a:pt x="84" y="12"/>
                  </a:lnTo>
                  <a:lnTo>
                    <a:pt x="84" y="12"/>
                  </a:lnTo>
                  <a:lnTo>
                    <a:pt x="84" y="13"/>
                  </a:lnTo>
                  <a:lnTo>
                    <a:pt x="85" y="13"/>
                  </a:lnTo>
                  <a:lnTo>
                    <a:pt x="86" y="12"/>
                  </a:lnTo>
                  <a:lnTo>
                    <a:pt x="86" y="12"/>
                  </a:lnTo>
                  <a:lnTo>
                    <a:pt x="96" y="4"/>
                  </a:lnTo>
                  <a:lnTo>
                    <a:pt x="96" y="4"/>
                  </a:lnTo>
                  <a:lnTo>
                    <a:pt x="93" y="8"/>
                  </a:lnTo>
                  <a:lnTo>
                    <a:pt x="92" y="12"/>
                  </a:lnTo>
                  <a:lnTo>
                    <a:pt x="92" y="12"/>
                  </a:lnTo>
                  <a:lnTo>
                    <a:pt x="92" y="12"/>
                  </a:lnTo>
                  <a:lnTo>
                    <a:pt x="93" y="12"/>
                  </a:lnTo>
                  <a:lnTo>
                    <a:pt x="93" y="12"/>
                  </a:lnTo>
                  <a:lnTo>
                    <a:pt x="96" y="11"/>
                  </a:lnTo>
                  <a:lnTo>
                    <a:pt x="97" y="9"/>
                  </a:lnTo>
                  <a:lnTo>
                    <a:pt x="97" y="9"/>
                  </a:lnTo>
                  <a:lnTo>
                    <a:pt x="103" y="2"/>
                  </a:lnTo>
                  <a:lnTo>
                    <a:pt x="103" y="2"/>
                  </a:lnTo>
                  <a:lnTo>
                    <a:pt x="103" y="4"/>
                  </a:lnTo>
                  <a:lnTo>
                    <a:pt x="102" y="8"/>
                  </a:lnTo>
                  <a:lnTo>
                    <a:pt x="100" y="13"/>
                  </a:lnTo>
                  <a:lnTo>
                    <a:pt x="100" y="13"/>
                  </a:lnTo>
                  <a:lnTo>
                    <a:pt x="100" y="13"/>
                  </a:lnTo>
                  <a:lnTo>
                    <a:pt x="102" y="13"/>
                  </a:lnTo>
                  <a:lnTo>
                    <a:pt x="103" y="12"/>
                  </a:lnTo>
                  <a:lnTo>
                    <a:pt x="103" y="12"/>
                  </a:lnTo>
                  <a:lnTo>
                    <a:pt x="108" y="5"/>
                  </a:lnTo>
                  <a:lnTo>
                    <a:pt x="111" y="4"/>
                  </a:lnTo>
                  <a:lnTo>
                    <a:pt x="110" y="8"/>
                  </a:lnTo>
                  <a:lnTo>
                    <a:pt x="110" y="8"/>
                  </a:lnTo>
                  <a:lnTo>
                    <a:pt x="108" y="15"/>
                  </a:lnTo>
                  <a:lnTo>
                    <a:pt x="108" y="15"/>
                  </a:lnTo>
                  <a:lnTo>
                    <a:pt x="108" y="15"/>
                  </a:lnTo>
                  <a:lnTo>
                    <a:pt x="110" y="15"/>
                  </a:lnTo>
                  <a:lnTo>
                    <a:pt x="111" y="13"/>
                  </a:lnTo>
                  <a:lnTo>
                    <a:pt x="111" y="13"/>
                  </a:lnTo>
                  <a:lnTo>
                    <a:pt x="117" y="8"/>
                  </a:lnTo>
                  <a:lnTo>
                    <a:pt x="117" y="8"/>
                  </a:lnTo>
                  <a:lnTo>
                    <a:pt x="119" y="5"/>
                  </a:lnTo>
                  <a:lnTo>
                    <a:pt x="121" y="8"/>
                  </a:lnTo>
                  <a:lnTo>
                    <a:pt x="119" y="15"/>
                  </a:lnTo>
                  <a:lnTo>
                    <a:pt x="119" y="15"/>
                  </a:lnTo>
                  <a:lnTo>
                    <a:pt x="119" y="16"/>
                  </a:lnTo>
                  <a:lnTo>
                    <a:pt x="121" y="16"/>
                  </a:lnTo>
                  <a:lnTo>
                    <a:pt x="121" y="16"/>
                  </a:lnTo>
                  <a:lnTo>
                    <a:pt x="124" y="15"/>
                  </a:lnTo>
                  <a:lnTo>
                    <a:pt x="125" y="12"/>
                  </a:lnTo>
                  <a:lnTo>
                    <a:pt x="125" y="12"/>
                  </a:lnTo>
                  <a:lnTo>
                    <a:pt x="129" y="8"/>
                  </a:lnTo>
                  <a:lnTo>
                    <a:pt x="130" y="8"/>
                  </a:lnTo>
                  <a:lnTo>
                    <a:pt x="130" y="15"/>
                  </a:lnTo>
                  <a:lnTo>
                    <a:pt x="130" y="15"/>
                  </a:lnTo>
                  <a:lnTo>
                    <a:pt x="130" y="16"/>
                  </a:lnTo>
                  <a:lnTo>
                    <a:pt x="132" y="15"/>
                  </a:lnTo>
                  <a:lnTo>
                    <a:pt x="135" y="13"/>
                  </a:lnTo>
                  <a:lnTo>
                    <a:pt x="135" y="13"/>
                  </a:lnTo>
                  <a:lnTo>
                    <a:pt x="137" y="8"/>
                  </a:lnTo>
                  <a:lnTo>
                    <a:pt x="137" y="8"/>
                  </a:lnTo>
                  <a:lnTo>
                    <a:pt x="136" y="15"/>
                  </a:lnTo>
                  <a:lnTo>
                    <a:pt x="136" y="15"/>
                  </a:lnTo>
                  <a:lnTo>
                    <a:pt x="137" y="16"/>
                  </a:lnTo>
                  <a:lnTo>
                    <a:pt x="139" y="15"/>
                  </a:lnTo>
                  <a:lnTo>
                    <a:pt x="140" y="12"/>
                  </a:lnTo>
                  <a:lnTo>
                    <a:pt x="140" y="12"/>
                  </a:lnTo>
                  <a:lnTo>
                    <a:pt x="142" y="7"/>
                  </a:lnTo>
                  <a:lnTo>
                    <a:pt x="143" y="1"/>
                  </a:lnTo>
                  <a:lnTo>
                    <a:pt x="143" y="1"/>
                  </a:lnTo>
                  <a:lnTo>
                    <a:pt x="142" y="0"/>
                  </a:lnTo>
                  <a:lnTo>
                    <a:pt x="140" y="1"/>
                  </a:lnTo>
                  <a:lnTo>
                    <a:pt x="139" y="2"/>
                  </a:lnTo>
                  <a:lnTo>
                    <a:pt x="139" y="2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74" name="Freeform 103"/>
            <p:cNvSpPr/>
            <p:nvPr/>
          </p:nvSpPr>
          <p:spPr bwMode="auto">
            <a:xfrm>
              <a:off x="3811588" y="2247900"/>
              <a:ext cx="111125" cy="155575"/>
            </a:xfrm>
            <a:custGeom>
              <a:avLst/>
              <a:gdLst/>
              <a:ahLst/>
              <a:cxnLst>
                <a:cxn ang="0">
                  <a:pos x="68" y="0"/>
                </a:cxn>
                <a:cxn ang="0">
                  <a:pos x="63" y="2"/>
                </a:cxn>
                <a:cxn ang="0">
                  <a:pos x="61" y="6"/>
                </a:cxn>
                <a:cxn ang="0">
                  <a:pos x="58" y="11"/>
                </a:cxn>
                <a:cxn ang="0">
                  <a:pos x="58" y="10"/>
                </a:cxn>
                <a:cxn ang="0">
                  <a:pos x="55" y="10"/>
                </a:cxn>
                <a:cxn ang="0">
                  <a:pos x="54" y="11"/>
                </a:cxn>
                <a:cxn ang="0">
                  <a:pos x="48" y="21"/>
                </a:cxn>
                <a:cxn ang="0">
                  <a:pos x="46" y="31"/>
                </a:cxn>
                <a:cxn ang="0">
                  <a:pos x="47" y="25"/>
                </a:cxn>
                <a:cxn ang="0">
                  <a:pos x="46" y="24"/>
                </a:cxn>
                <a:cxn ang="0">
                  <a:pos x="43" y="26"/>
                </a:cxn>
                <a:cxn ang="0">
                  <a:pos x="40" y="32"/>
                </a:cxn>
                <a:cxn ang="0">
                  <a:pos x="37" y="39"/>
                </a:cxn>
                <a:cxn ang="0">
                  <a:pos x="33" y="40"/>
                </a:cxn>
                <a:cxn ang="0">
                  <a:pos x="30" y="44"/>
                </a:cxn>
                <a:cxn ang="0">
                  <a:pos x="29" y="50"/>
                </a:cxn>
                <a:cxn ang="0">
                  <a:pos x="29" y="48"/>
                </a:cxn>
                <a:cxn ang="0">
                  <a:pos x="26" y="48"/>
                </a:cxn>
                <a:cxn ang="0">
                  <a:pos x="25" y="50"/>
                </a:cxn>
                <a:cxn ang="0">
                  <a:pos x="21" y="57"/>
                </a:cxn>
                <a:cxn ang="0">
                  <a:pos x="21" y="57"/>
                </a:cxn>
                <a:cxn ang="0">
                  <a:pos x="14" y="70"/>
                </a:cxn>
                <a:cxn ang="0">
                  <a:pos x="13" y="72"/>
                </a:cxn>
                <a:cxn ang="0">
                  <a:pos x="6" y="84"/>
                </a:cxn>
                <a:cxn ang="0">
                  <a:pos x="0" y="97"/>
                </a:cxn>
                <a:cxn ang="0">
                  <a:pos x="2" y="97"/>
                </a:cxn>
                <a:cxn ang="0">
                  <a:pos x="7" y="86"/>
                </a:cxn>
                <a:cxn ang="0">
                  <a:pos x="6" y="90"/>
                </a:cxn>
                <a:cxn ang="0">
                  <a:pos x="6" y="91"/>
                </a:cxn>
                <a:cxn ang="0">
                  <a:pos x="8" y="90"/>
                </a:cxn>
                <a:cxn ang="0">
                  <a:pos x="13" y="80"/>
                </a:cxn>
                <a:cxn ang="0">
                  <a:pos x="17" y="69"/>
                </a:cxn>
                <a:cxn ang="0">
                  <a:pos x="15" y="75"/>
                </a:cxn>
                <a:cxn ang="0">
                  <a:pos x="17" y="75"/>
                </a:cxn>
                <a:cxn ang="0">
                  <a:pos x="19" y="73"/>
                </a:cxn>
                <a:cxn ang="0">
                  <a:pos x="25" y="55"/>
                </a:cxn>
                <a:cxn ang="0">
                  <a:pos x="24" y="62"/>
                </a:cxn>
                <a:cxn ang="0">
                  <a:pos x="25" y="64"/>
                </a:cxn>
                <a:cxn ang="0">
                  <a:pos x="28" y="61"/>
                </a:cxn>
                <a:cxn ang="0">
                  <a:pos x="32" y="48"/>
                </a:cxn>
                <a:cxn ang="0">
                  <a:pos x="35" y="47"/>
                </a:cxn>
                <a:cxn ang="0">
                  <a:pos x="39" y="43"/>
                </a:cxn>
                <a:cxn ang="0">
                  <a:pos x="40" y="37"/>
                </a:cxn>
                <a:cxn ang="0">
                  <a:pos x="43" y="36"/>
                </a:cxn>
                <a:cxn ang="0">
                  <a:pos x="50" y="28"/>
                </a:cxn>
                <a:cxn ang="0">
                  <a:pos x="54" y="17"/>
                </a:cxn>
                <a:cxn ang="0">
                  <a:pos x="54" y="20"/>
                </a:cxn>
                <a:cxn ang="0">
                  <a:pos x="55" y="20"/>
                </a:cxn>
                <a:cxn ang="0">
                  <a:pos x="57" y="18"/>
                </a:cxn>
                <a:cxn ang="0">
                  <a:pos x="63" y="7"/>
                </a:cxn>
                <a:cxn ang="0">
                  <a:pos x="65" y="7"/>
                </a:cxn>
                <a:cxn ang="0">
                  <a:pos x="68" y="6"/>
                </a:cxn>
                <a:cxn ang="0">
                  <a:pos x="70" y="0"/>
                </a:cxn>
                <a:cxn ang="0">
                  <a:pos x="69" y="0"/>
                </a:cxn>
                <a:cxn ang="0">
                  <a:pos x="68" y="0"/>
                </a:cxn>
              </a:cxnLst>
              <a:rect l="0" t="0" r="r" b="b"/>
              <a:pathLst>
                <a:path w="70" h="98">
                  <a:moveTo>
                    <a:pt x="68" y="0"/>
                  </a:moveTo>
                  <a:lnTo>
                    <a:pt x="68" y="0"/>
                  </a:lnTo>
                  <a:lnTo>
                    <a:pt x="65" y="0"/>
                  </a:lnTo>
                  <a:lnTo>
                    <a:pt x="63" y="2"/>
                  </a:lnTo>
                  <a:lnTo>
                    <a:pt x="63" y="2"/>
                  </a:lnTo>
                  <a:lnTo>
                    <a:pt x="61" y="6"/>
                  </a:lnTo>
                  <a:lnTo>
                    <a:pt x="58" y="11"/>
                  </a:lnTo>
                  <a:lnTo>
                    <a:pt x="58" y="11"/>
                  </a:lnTo>
                  <a:lnTo>
                    <a:pt x="58" y="10"/>
                  </a:lnTo>
                  <a:lnTo>
                    <a:pt x="58" y="10"/>
                  </a:lnTo>
                  <a:lnTo>
                    <a:pt x="57" y="10"/>
                  </a:lnTo>
                  <a:lnTo>
                    <a:pt x="55" y="10"/>
                  </a:lnTo>
                  <a:lnTo>
                    <a:pt x="54" y="11"/>
                  </a:lnTo>
                  <a:lnTo>
                    <a:pt x="54" y="11"/>
                  </a:lnTo>
                  <a:lnTo>
                    <a:pt x="51" y="15"/>
                  </a:lnTo>
                  <a:lnTo>
                    <a:pt x="48" y="21"/>
                  </a:lnTo>
                  <a:lnTo>
                    <a:pt x="47" y="26"/>
                  </a:lnTo>
                  <a:lnTo>
                    <a:pt x="46" y="31"/>
                  </a:lnTo>
                  <a:lnTo>
                    <a:pt x="46" y="31"/>
                  </a:lnTo>
                  <a:lnTo>
                    <a:pt x="47" y="25"/>
                  </a:lnTo>
                  <a:lnTo>
                    <a:pt x="47" y="25"/>
                  </a:lnTo>
                  <a:lnTo>
                    <a:pt x="46" y="24"/>
                  </a:lnTo>
                  <a:lnTo>
                    <a:pt x="44" y="25"/>
                  </a:lnTo>
                  <a:lnTo>
                    <a:pt x="43" y="26"/>
                  </a:lnTo>
                  <a:lnTo>
                    <a:pt x="43" y="26"/>
                  </a:lnTo>
                  <a:lnTo>
                    <a:pt x="40" y="32"/>
                  </a:lnTo>
                  <a:lnTo>
                    <a:pt x="37" y="39"/>
                  </a:lnTo>
                  <a:lnTo>
                    <a:pt x="37" y="39"/>
                  </a:lnTo>
                  <a:lnTo>
                    <a:pt x="35" y="39"/>
                  </a:lnTo>
                  <a:lnTo>
                    <a:pt x="33" y="40"/>
                  </a:lnTo>
                  <a:lnTo>
                    <a:pt x="33" y="40"/>
                  </a:lnTo>
                  <a:lnTo>
                    <a:pt x="30" y="44"/>
                  </a:lnTo>
                  <a:lnTo>
                    <a:pt x="29" y="50"/>
                  </a:lnTo>
                  <a:lnTo>
                    <a:pt x="29" y="50"/>
                  </a:lnTo>
                  <a:lnTo>
                    <a:pt x="29" y="48"/>
                  </a:lnTo>
                  <a:lnTo>
                    <a:pt x="29" y="48"/>
                  </a:lnTo>
                  <a:lnTo>
                    <a:pt x="28" y="48"/>
                  </a:lnTo>
                  <a:lnTo>
                    <a:pt x="26" y="48"/>
                  </a:lnTo>
                  <a:lnTo>
                    <a:pt x="25" y="50"/>
                  </a:lnTo>
                  <a:lnTo>
                    <a:pt x="25" y="50"/>
                  </a:lnTo>
                  <a:lnTo>
                    <a:pt x="21" y="57"/>
                  </a:lnTo>
                  <a:lnTo>
                    <a:pt x="21" y="57"/>
                  </a:lnTo>
                  <a:lnTo>
                    <a:pt x="21" y="57"/>
                  </a:lnTo>
                  <a:lnTo>
                    <a:pt x="21" y="57"/>
                  </a:lnTo>
                  <a:lnTo>
                    <a:pt x="17" y="64"/>
                  </a:lnTo>
                  <a:lnTo>
                    <a:pt x="14" y="70"/>
                  </a:lnTo>
                  <a:lnTo>
                    <a:pt x="14" y="70"/>
                  </a:lnTo>
                  <a:lnTo>
                    <a:pt x="13" y="72"/>
                  </a:lnTo>
                  <a:lnTo>
                    <a:pt x="13" y="72"/>
                  </a:lnTo>
                  <a:lnTo>
                    <a:pt x="6" y="84"/>
                  </a:lnTo>
                  <a:lnTo>
                    <a:pt x="0" y="97"/>
                  </a:lnTo>
                  <a:lnTo>
                    <a:pt x="0" y="97"/>
                  </a:lnTo>
                  <a:lnTo>
                    <a:pt x="2" y="98"/>
                  </a:lnTo>
                  <a:lnTo>
                    <a:pt x="2" y="97"/>
                  </a:lnTo>
                  <a:lnTo>
                    <a:pt x="2" y="97"/>
                  </a:lnTo>
                  <a:lnTo>
                    <a:pt x="7" y="86"/>
                  </a:lnTo>
                  <a:lnTo>
                    <a:pt x="7" y="86"/>
                  </a:lnTo>
                  <a:lnTo>
                    <a:pt x="6" y="90"/>
                  </a:lnTo>
                  <a:lnTo>
                    <a:pt x="6" y="90"/>
                  </a:lnTo>
                  <a:lnTo>
                    <a:pt x="6" y="91"/>
                  </a:lnTo>
                  <a:lnTo>
                    <a:pt x="7" y="91"/>
                  </a:lnTo>
                  <a:lnTo>
                    <a:pt x="8" y="90"/>
                  </a:lnTo>
                  <a:lnTo>
                    <a:pt x="8" y="90"/>
                  </a:lnTo>
                  <a:lnTo>
                    <a:pt x="13" y="80"/>
                  </a:lnTo>
                  <a:lnTo>
                    <a:pt x="17" y="69"/>
                  </a:lnTo>
                  <a:lnTo>
                    <a:pt x="17" y="69"/>
                  </a:lnTo>
                  <a:lnTo>
                    <a:pt x="15" y="75"/>
                  </a:lnTo>
                  <a:lnTo>
                    <a:pt x="15" y="75"/>
                  </a:lnTo>
                  <a:lnTo>
                    <a:pt x="15" y="75"/>
                  </a:lnTo>
                  <a:lnTo>
                    <a:pt x="17" y="75"/>
                  </a:lnTo>
                  <a:lnTo>
                    <a:pt x="19" y="73"/>
                  </a:lnTo>
                  <a:lnTo>
                    <a:pt x="19" y="73"/>
                  </a:lnTo>
                  <a:lnTo>
                    <a:pt x="25" y="55"/>
                  </a:lnTo>
                  <a:lnTo>
                    <a:pt x="25" y="55"/>
                  </a:lnTo>
                  <a:lnTo>
                    <a:pt x="24" y="59"/>
                  </a:lnTo>
                  <a:lnTo>
                    <a:pt x="24" y="62"/>
                  </a:lnTo>
                  <a:lnTo>
                    <a:pt x="24" y="62"/>
                  </a:lnTo>
                  <a:lnTo>
                    <a:pt x="25" y="64"/>
                  </a:lnTo>
                  <a:lnTo>
                    <a:pt x="26" y="62"/>
                  </a:lnTo>
                  <a:lnTo>
                    <a:pt x="28" y="61"/>
                  </a:lnTo>
                  <a:lnTo>
                    <a:pt x="28" y="61"/>
                  </a:lnTo>
                  <a:lnTo>
                    <a:pt x="32" y="48"/>
                  </a:lnTo>
                  <a:lnTo>
                    <a:pt x="32" y="48"/>
                  </a:lnTo>
                  <a:lnTo>
                    <a:pt x="35" y="47"/>
                  </a:lnTo>
                  <a:lnTo>
                    <a:pt x="35" y="47"/>
                  </a:lnTo>
                  <a:lnTo>
                    <a:pt x="39" y="43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43" y="36"/>
                  </a:lnTo>
                  <a:lnTo>
                    <a:pt x="43" y="36"/>
                  </a:lnTo>
                  <a:lnTo>
                    <a:pt x="47" y="32"/>
                  </a:lnTo>
                  <a:lnTo>
                    <a:pt x="50" y="28"/>
                  </a:lnTo>
                  <a:lnTo>
                    <a:pt x="54" y="17"/>
                  </a:lnTo>
                  <a:lnTo>
                    <a:pt x="54" y="17"/>
                  </a:lnTo>
                  <a:lnTo>
                    <a:pt x="54" y="20"/>
                  </a:lnTo>
                  <a:lnTo>
                    <a:pt x="54" y="20"/>
                  </a:lnTo>
                  <a:lnTo>
                    <a:pt x="54" y="20"/>
                  </a:lnTo>
                  <a:lnTo>
                    <a:pt x="55" y="20"/>
                  </a:lnTo>
                  <a:lnTo>
                    <a:pt x="57" y="18"/>
                  </a:lnTo>
                  <a:lnTo>
                    <a:pt x="57" y="18"/>
                  </a:lnTo>
                  <a:lnTo>
                    <a:pt x="61" y="13"/>
                  </a:lnTo>
                  <a:lnTo>
                    <a:pt x="63" y="7"/>
                  </a:lnTo>
                  <a:lnTo>
                    <a:pt x="63" y="7"/>
                  </a:lnTo>
                  <a:lnTo>
                    <a:pt x="65" y="7"/>
                  </a:lnTo>
                  <a:lnTo>
                    <a:pt x="68" y="6"/>
                  </a:lnTo>
                  <a:lnTo>
                    <a:pt x="68" y="6"/>
                  </a:lnTo>
                  <a:lnTo>
                    <a:pt x="69" y="3"/>
                  </a:lnTo>
                  <a:lnTo>
                    <a:pt x="70" y="0"/>
                  </a:lnTo>
                  <a:lnTo>
                    <a:pt x="70" y="0"/>
                  </a:lnTo>
                  <a:lnTo>
                    <a:pt x="69" y="0"/>
                  </a:lnTo>
                  <a:lnTo>
                    <a:pt x="68" y="0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75" name="Freeform 104"/>
            <p:cNvSpPr>
              <a:spLocks noEditPoints="1"/>
            </p:cNvSpPr>
            <p:nvPr/>
          </p:nvSpPr>
          <p:spPr bwMode="auto">
            <a:xfrm>
              <a:off x="2938463" y="2120900"/>
              <a:ext cx="984250" cy="293688"/>
            </a:xfrm>
            <a:custGeom>
              <a:avLst/>
              <a:gdLst/>
              <a:ahLst/>
              <a:cxnLst>
                <a:cxn ang="0">
                  <a:pos x="618" y="72"/>
                </a:cxn>
                <a:cxn ang="0">
                  <a:pos x="587" y="35"/>
                </a:cxn>
                <a:cxn ang="0">
                  <a:pos x="565" y="18"/>
                </a:cxn>
                <a:cxn ang="0">
                  <a:pos x="598" y="95"/>
                </a:cxn>
                <a:cxn ang="0">
                  <a:pos x="560" y="152"/>
                </a:cxn>
                <a:cxn ang="0">
                  <a:pos x="492" y="168"/>
                </a:cxn>
                <a:cxn ang="0">
                  <a:pos x="338" y="168"/>
                </a:cxn>
                <a:cxn ang="0">
                  <a:pos x="144" y="164"/>
                </a:cxn>
                <a:cxn ang="0">
                  <a:pos x="37" y="170"/>
                </a:cxn>
                <a:cxn ang="0">
                  <a:pos x="279" y="168"/>
                </a:cxn>
                <a:cxn ang="0">
                  <a:pos x="413" y="171"/>
                </a:cxn>
                <a:cxn ang="0">
                  <a:pos x="516" y="171"/>
                </a:cxn>
                <a:cxn ang="0">
                  <a:pos x="543" y="170"/>
                </a:cxn>
                <a:cxn ang="0">
                  <a:pos x="549" y="170"/>
                </a:cxn>
                <a:cxn ang="0">
                  <a:pos x="408" y="178"/>
                </a:cxn>
                <a:cxn ang="0">
                  <a:pos x="267" y="182"/>
                </a:cxn>
                <a:cxn ang="0">
                  <a:pos x="132" y="179"/>
                </a:cxn>
                <a:cxn ang="0">
                  <a:pos x="13" y="181"/>
                </a:cxn>
                <a:cxn ang="0">
                  <a:pos x="2" y="177"/>
                </a:cxn>
                <a:cxn ang="0">
                  <a:pos x="9" y="159"/>
                </a:cxn>
                <a:cxn ang="0">
                  <a:pos x="66" y="102"/>
                </a:cxn>
                <a:cxn ang="0">
                  <a:pos x="48" y="60"/>
                </a:cxn>
                <a:cxn ang="0">
                  <a:pos x="56" y="17"/>
                </a:cxn>
                <a:cxn ang="0">
                  <a:pos x="194" y="14"/>
                </a:cxn>
                <a:cxn ang="0">
                  <a:pos x="282" y="7"/>
                </a:cxn>
                <a:cxn ang="0">
                  <a:pos x="429" y="9"/>
                </a:cxn>
                <a:cxn ang="0">
                  <a:pos x="536" y="3"/>
                </a:cxn>
                <a:cxn ang="0">
                  <a:pos x="494" y="2"/>
                </a:cxn>
                <a:cxn ang="0">
                  <a:pos x="330" y="5"/>
                </a:cxn>
                <a:cxn ang="0">
                  <a:pos x="217" y="9"/>
                </a:cxn>
                <a:cxn ang="0">
                  <a:pos x="78" y="10"/>
                </a:cxn>
                <a:cxn ang="0">
                  <a:pos x="26" y="21"/>
                </a:cxn>
                <a:cxn ang="0">
                  <a:pos x="23" y="20"/>
                </a:cxn>
                <a:cxn ang="0">
                  <a:pos x="19" y="32"/>
                </a:cxn>
                <a:cxn ang="0">
                  <a:pos x="27" y="51"/>
                </a:cxn>
                <a:cxn ang="0">
                  <a:pos x="56" y="100"/>
                </a:cxn>
                <a:cxn ang="0">
                  <a:pos x="11" y="153"/>
                </a:cxn>
                <a:cxn ang="0">
                  <a:pos x="0" y="173"/>
                </a:cxn>
                <a:cxn ang="0">
                  <a:pos x="0" y="185"/>
                </a:cxn>
                <a:cxn ang="0">
                  <a:pos x="7" y="182"/>
                </a:cxn>
                <a:cxn ang="0">
                  <a:pos x="97" y="181"/>
                </a:cxn>
                <a:cxn ang="0">
                  <a:pos x="231" y="185"/>
                </a:cxn>
                <a:cxn ang="0">
                  <a:pos x="370" y="184"/>
                </a:cxn>
                <a:cxn ang="0">
                  <a:pos x="549" y="181"/>
                </a:cxn>
                <a:cxn ang="0">
                  <a:pos x="557" y="171"/>
                </a:cxn>
                <a:cxn ang="0">
                  <a:pos x="611" y="94"/>
                </a:cxn>
                <a:cxn ang="0">
                  <a:pos x="620" y="82"/>
                </a:cxn>
                <a:cxn ang="0">
                  <a:pos x="44" y="76"/>
                </a:cxn>
                <a:cxn ang="0">
                  <a:pos x="26" y="35"/>
                </a:cxn>
                <a:cxn ang="0">
                  <a:pos x="24" y="24"/>
                </a:cxn>
                <a:cxn ang="0">
                  <a:pos x="60" y="94"/>
                </a:cxn>
                <a:cxn ang="0">
                  <a:pos x="59" y="105"/>
                </a:cxn>
                <a:cxn ang="0">
                  <a:pos x="602" y="102"/>
                </a:cxn>
                <a:cxn ang="0">
                  <a:pos x="552" y="173"/>
                </a:cxn>
                <a:cxn ang="0">
                  <a:pos x="558" y="164"/>
                </a:cxn>
                <a:cxn ang="0">
                  <a:pos x="553" y="163"/>
                </a:cxn>
                <a:cxn ang="0">
                  <a:pos x="553" y="163"/>
                </a:cxn>
                <a:cxn ang="0">
                  <a:pos x="607" y="89"/>
                </a:cxn>
                <a:cxn ang="0">
                  <a:pos x="616" y="83"/>
                </a:cxn>
                <a:cxn ang="0">
                  <a:pos x="602" y="102"/>
                </a:cxn>
              </a:cxnLst>
              <a:rect l="0" t="0" r="r" b="b"/>
              <a:pathLst>
                <a:path w="620" h="185">
                  <a:moveTo>
                    <a:pt x="620" y="80"/>
                  </a:moveTo>
                  <a:lnTo>
                    <a:pt x="620" y="80"/>
                  </a:lnTo>
                  <a:lnTo>
                    <a:pt x="619" y="78"/>
                  </a:lnTo>
                  <a:lnTo>
                    <a:pt x="619" y="78"/>
                  </a:lnTo>
                  <a:lnTo>
                    <a:pt x="619" y="75"/>
                  </a:lnTo>
                  <a:lnTo>
                    <a:pt x="618" y="72"/>
                  </a:lnTo>
                  <a:lnTo>
                    <a:pt x="618" y="72"/>
                  </a:lnTo>
                  <a:lnTo>
                    <a:pt x="618" y="72"/>
                  </a:lnTo>
                  <a:lnTo>
                    <a:pt x="618" y="72"/>
                  </a:lnTo>
                  <a:lnTo>
                    <a:pt x="602" y="54"/>
                  </a:lnTo>
                  <a:lnTo>
                    <a:pt x="587" y="35"/>
                  </a:lnTo>
                  <a:lnTo>
                    <a:pt x="587" y="35"/>
                  </a:lnTo>
                  <a:lnTo>
                    <a:pt x="569" y="17"/>
                  </a:lnTo>
                  <a:lnTo>
                    <a:pt x="552" y="0"/>
                  </a:lnTo>
                  <a:lnTo>
                    <a:pt x="552" y="0"/>
                  </a:lnTo>
                  <a:lnTo>
                    <a:pt x="550" y="2"/>
                  </a:lnTo>
                  <a:lnTo>
                    <a:pt x="550" y="2"/>
                  </a:lnTo>
                  <a:lnTo>
                    <a:pt x="565" y="18"/>
                  </a:lnTo>
                  <a:lnTo>
                    <a:pt x="580" y="35"/>
                  </a:lnTo>
                  <a:lnTo>
                    <a:pt x="580" y="35"/>
                  </a:lnTo>
                  <a:lnTo>
                    <a:pt x="597" y="56"/>
                  </a:lnTo>
                  <a:lnTo>
                    <a:pt x="615" y="75"/>
                  </a:lnTo>
                  <a:lnTo>
                    <a:pt x="615" y="75"/>
                  </a:lnTo>
                  <a:lnTo>
                    <a:pt x="598" y="95"/>
                  </a:lnTo>
                  <a:lnTo>
                    <a:pt x="582" y="116"/>
                  </a:lnTo>
                  <a:lnTo>
                    <a:pt x="582" y="116"/>
                  </a:lnTo>
                  <a:lnTo>
                    <a:pt x="574" y="128"/>
                  </a:lnTo>
                  <a:lnTo>
                    <a:pt x="565" y="141"/>
                  </a:lnTo>
                  <a:lnTo>
                    <a:pt x="565" y="141"/>
                  </a:lnTo>
                  <a:lnTo>
                    <a:pt x="560" y="152"/>
                  </a:lnTo>
                  <a:lnTo>
                    <a:pt x="550" y="164"/>
                  </a:lnTo>
                  <a:lnTo>
                    <a:pt x="550" y="164"/>
                  </a:lnTo>
                  <a:lnTo>
                    <a:pt x="521" y="167"/>
                  </a:lnTo>
                  <a:lnTo>
                    <a:pt x="507" y="167"/>
                  </a:lnTo>
                  <a:lnTo>
                    <a:pt x="492" y="168"/>
                  </a:lnTo>
                  <a:lnTo>
                    <a:pt x="492" y="168"/>
                  </a:lnTo>
                  <a:lnTo>
                    <a:pt x="457" y="167"/>
                  </a:lnTo>
                  <a:lnTo>
                    <a:pt x="419" y="167"/>
                  </a:lnTo>
                  <a:lnTo>
                    <a:pt x="419" y="167"/>
                  </a:lnTo>
                  <a:lnTo>
                    <a:pt x="356" y="168"/>
                  </a:lnTo>
                  <a:lnTo>
                    <a:pt x="356" y="168"/>
                  </a:lnTo>
                  <a:lnTo>
                    <a:pt x="338" y="168"/>
                  </a:lnTo>
                  <a:lnTo>
                    <a:pt x="322" y="167"/>
                  </a:lnTo>
                  <a:lnTo>
                    <a:pt x="304" y="166"/>
                  </a:lnTo>
                  <a:lnTo>
                    <a:pt x="286" y="164"/>
                  </a:lnTo>
                  <a:lnTo>
                    <a:pt x="286" y="164"/>
                  </a:lnTo>
                  <a:lnTo>
                    <a:pt x="216" y="164"/>
                  </a:lnTo>
                  <a:lnTo>
                    <a:pt x="144" y="164"/>
                  </a:lnTo>
                  <a:lnTo>
                    <a:pt x="74" y="166"/>
                  </a:lnTo>
                  <a:lnTo>
                    <a:pt x="4" y="170"/>
                  </a:lnTo>
                  <a:lnTo>
                    <a:pt x="4" y="170"/>
                  </a:lnTo>
                  <a:lnTo>
                    <a:pt x="4" y="170"/>
                  </a:lnTo>
                  <a:lnTo>
                    <a:pt x="4" y="170"/>
                  </a:lnTo>
                  <a:lnTo>
                    <a:pt x="37" y="170"/>
                  </a:lnTo>
                  <a:lnTo>
                    <a:pt x="70" y="168"/>
                  </a:lnTo>
                  <a:lnTo>
                    <a:pt x="103" y="167"/>
                  </a:lnTo>
                  <a:lnTo>
                    <a:pt x="136" y="167"/>
                  </a:lnTo>
                  <a:lnTo>
                    <a:pt x="136" y="167"/>
                  </a:lnTo>
                  <a:lnTo>
                    <a:pt x="279" y="168"/>
                  </a:lnTo>
                  <a:lnTo>
                    <a:pt x="279" y="168"/>
                  </a:lnTo>
                  <a:lnTo>
                    <a:pt x="313" y="170"/>
                  </a:lnTo>
                  <a:lnTo>
                    <a:pt x="349" y="173"/>
                  </a:lnTo>
                  <a:lnTo>
                    <a:pt x="349" y="173"/>
                  </a:lnTo>
                  <a:lnTo>
                    <a:pt x="364" y="173"/>
                  </a:lnTo>
                  <a:lnTo>
                    <a:pt x="381" y="173"/>
                  </a:lnTo>
                  <a:lnTo>
                    <a:pt x="413" y="171"/>
                  </a:lnTo>
                  <a:lnTo>
                    <a:pt x="413" y="171"/>
                  </a:lnTo>
                  <a:lnTo>
                    <a:pt x="448" y="171"/>
                  </a:lnTo>
                  <a:lnTo>
                    <a:pt x="485" y="171"/>
                  </a:lnTo>
                  <a:lnTo>
                    <a:pt x="485" y="171"/>
                  </a:lnTo>
                  <a:lnTo>
                    <a:pt x="501" y="171"/>
                  </a:lnTo>
                  <a:lnTo>
                    <a:pt x="516" y="171"/>
                  </a:lnTo>
                  <a:lnTo>
                    <a:pt x="546" y="168"/>
                  </a:lnTo>
                  <a:lnTo>
                    <a:pt x="546" y="168"/>
                  </a:lnTo>
                  <a:lnTo>
                    <a:pt x="545" y="168"/>
                  </a:lnTo>
                  <a:lnTo>
                    <a:pt x="545" y="168"/>
                  </a:lnTo>
                  <a:lnTo>
                    <a:pt x="543" y="170"/>
                  </a:lnTo>
                  <a:lnTo>
                    <a:pt x="543" y="170"/>
                  </a:lnTo>
                  <a:lnTo>
                    <a:pt x="546" y="168"/>
                  </a:lnTo>
                  <a:lnTo>
                    <a:pt x="549" y="168"/>
                  </a:lnTo>
                  <a:lnTo>
                    <a:pt x="549" y="168"/>
                  </a:lnTo>
                  <a:lnTo>
                    <a:pt x="549" y="168"/>
                  </a:lnTo>
                  <a:lnTo>
                    <a:pt x="549" y="168"/>
                  </a:lnTo>
                  <a:lnTo>
                    <a:pt x="549" y="170"/>
                  </a:lnTo>
                  <a:lnTo>
                    <a:pt x="549" y="170"/>
                  </a:lnTo>
                  <a:lnTo>
                    <a:pt x="549" y="178"/>
                  </a:lnTo>
                  <a:lnTo>
                    <a:pt x="549" y="178"/>
                  </a:lnTo>
                  <a:lnTo>
                    <a:pt x="514" y="177"/>
                  </a:lnTo>
                  <a:lnTo>
                    <a:pt x="479" y="177"/>
                  </a:lnTo>
                  <a:lnTo>
                    <a:pt x="408" y="178"/>
                  </a:lnTo>
                  <a:lnTo>
                    <a:pt x="408" y="178"/>
                  </a:lnTo>
                  <a:lnTo>
                    <a:pt x="374" y="181"/>
                  </a:lnTo>
                  <a:lnTo>
                    <a:pt x="340" y="182"/>
                  </a:lnTo>
                  <a:lnTo>
                    <a:pt x="340" y="182"/>
                  </a:lnTo>
                  <a:lnTo>
                    <a:pt x="302" y="182"/>
                  </a:lnTo>
                  <a:lnTo>
                    <a:pt x="267" y="182"/>
                  </a:lnTo>
                  <a:lnTo>
                    <a:pt x="267" y="182"/>
                  </a:lnTo>
                  <a:lnTo>
                    <a:pt x="234" y="184"/>
                  </a:lnTo>
                  <a:lnTo>
                    <a:pt x="202" y="182"/>
                  </a:lnTo>
                  <a:lnTo>
                    <a:pt x="202" y="182"/>
                  </a:lnTo>
                  <a:lnTo>
                    <a:pt x="166" y="179"/>
                  </a:lnTo>
                  <a:lnTo>
                    <a:pt x="132" y="179"/>
                  </a:lnTo>
                  <a:lnTo>
                    <a:pt x="132" y="179"/>
                  </a:lnTo>
                  <a:lnTo>
                    <a:pt x="95" y="179"/>
                  </a:lnTo>
                  <a:lnTo>
                    <a:pt x="59" y="179"/>
                  </a:lnTo>
                  <a:lnTo>
                    <a:pt x="59" y="179"/>
                  </a:lnTo>
                  <a:lnTo>
                    <a:pt x="29" y="179"/>
                  </a:lnTo>
                  <a:lnTo>
                    <a:pt x="13" y="181"/>
                  </a:lnTo>
                  <a:lnTo>
                    <a:pt x="7" y="182"/>
                  </a:lnTo>
                  <a:lnTo>
                    <a:pt x="0" y="184"/>
                  </a:lnTo>
                  <a:lnTo>
                    <a:pt x="0" y="184"/>
                  </a:lnTo>
                  <a:lnTo>
                    <a:pt x="2" y="181"/>
                  </a:lnTo>
                  <a:lnTo>
                    <a:pt x="2" y="177"/>
                  </a:lnTo>
                  <a:lnTo>
                    <a:pt x="2" y="177"/>
                  </a:lnTo>
                  <a:lnTo>
                    <a:pt x="2" y="170"/>
                  </a:lnTo>
                  <a:lnTo>
                    <a:pt x="2" y="170"/>
                  </a:lnTo>
                  <a:lnTo>
                    <a:pt x="5" y="167"/>
                  </a:lnTo>
                  <a:lnTo>
                    <a:pt x="5" y="167"/>
                  </a:lnTo>
                  <a:lnTo>
                    <a:pt x="7" y="163"/>
                  </a:lnTo>
                  <a:lnTo>
                    <a:pt x="9" y="159"/>
                  </a:lnTo>
                  <a:lnTo>
                    <a:pt x="15" y="152"/>
                  </a:lnTo>
                  <a:lnTo>
                    <a:pt x="15" y="152"/>
                  </a:lnTo>
                  <a:lnTo>
                    <a:pt x="34" y="133"/>
                  </a:lnTo>
                  <a:lnTo>
                    <a:pt x="34" y="133"/>
                  </a:lnTo>
                  <a:lnTo>
                    <a:pt x="49" y="117"/>
                  </a:lnTo>
                  <a:lnTo>
                    <a:pt x="66" y="102"/>
                  </a:lnTo>
                  <a:lnTo>
                    <a:pt x="66" y="102"/>
                  </a:lnTo>
                  <a:lnTo>
                    <a:pt x="67" y="101"/>
                  </a:lnTo>
                  <a:lnTo>
                    <a:pt x="67" y="100"/>
                  </a:lnTo>
                  <a:lnTo>
                    <a:pt x="67" y="100"/>
                  </a:lnTo>
                  <a:lnTo>
                    <a:pt x="59" y="79"/>
                  </a:lnTo>
                  <a:lnTo>
                    <a:pt x="48" y="60"/>
                  </a:lnTo>
                  <a:lnTo>
                    <a:pt x="37" y="42"/>
                  </a:lnTo>
                  <a:lnTo>
                    <a:pt x="27" y="21"/>
                  </a:lnTo>
                  <a:lnTo>
                    <a:pt x="27" y="21"/>
                  </a:lnTo>
                  <a:lnTo>
                    <a:pt x="27" y="21"/>
                  </a:lnTo>
                  <a:lnTo>
                    <a:pt x="27" y="21"/>
                  </a:lnTo>
                  <a:lnTo>
                    <a:pt x="56" y="17"/>
                  </a:lnTo>
                  <a:lnTo>
                    <a:pt x="70" y="16"/>
                  </a:lnTo>
                  <a:lnTo>
                    <a:pt x="85" y="16"/>
                  </a:lnTo>
                  <a:lnTo>
                    <a:pt x="85" y="16"/>
                  </a:lnTo>
                  <a:lnTo>
                    <a:pt x="161" y="16"/>
                  </a:lnTo>
                  <a:lnTo>
                    <a:pt x="161" y="16"/>
                  </a:lnTo>
                  <a:lnTo>
                    <a:pt x="194" y="14"/>
                  </a:lnTo>
                  <a:lnTo>
                    <a:pt x="227" y="13"/>
                  </a:lnTo>
                  <a:lnTo>
                    <a:pt x="227" y="13"/>
                  </a:lnTo>
                  <a:lnTo>
                    <a:pt x="243" y="10"/>
                  </a:lnTo>
                  <a:lnTo>
                    <a:pt x="261" y="7"/>
                  </a:lnTo>
                  <a:lnTo>
                    <a:pt x="261" y="7"/>
                  </a:lnTo>
                  <a:lnTo>
                    <a:pt x="282" y="7"/>
                  </a:lnTo>
                  <a:lnTo>
                    <a:pt x="301" y="9"/>
                  </a:lnTo>
                  <a:lnTo>
                    <a:pt x="301" y="9"/>
                  </a:lnTo>
                  <a:lnTo>
                    <a:pt x="334" y="9"/>
                  </a:lnTo>
                  <a:lnTo>
                    <a:pt x="366" y="9"/>
                  </a:lnTo>
                  <a:lnTo>
                    <a:pt x="429" y="9"/>
                  </a:lnTo>
                  <a:lnTo>
                    <a:pt x="429" y="9"/>
                  </a:lnTo>
                  <a:lnTo>
                    <a:pt x="461" y="7"/>
                  </a:lnTo>
                  <a:lnTo>
                    <a:pt x="491" y="6"/>
                  </a:lnTo>
                  <a:lnTo>
                    <a:pt x="491" y="6"/>
                  </a:lnTo>
                  <a:lnTo>
                    <a:pt x="521" y="5"/>
                  </a:lnTo>
                  <a:lnTo>
                    <a:pt x="521" y="5"/>
                  </a:lnTo>
                  <a:lnTo>
                    <a:pt x="536" y="3"/>
                  </a:lnTo>
                  <a:lnTo>
                    <a:pt x="550" y="0"/>
                  </a:lnTo>
                  <a:lnTo>
                    <a:pt x="550" y="0"/>
                  </a:lnTo>
                  <a:lnTo>
                    <a:pt x="550" y="0"/>
                  </a:lnTo>
                  <a:lnTo>
                    <a:pt x="550" y="0"/>
                  </a:lnTo>
                  <a:lnTo>
                    <a:pt x="521" y="0"/>
                  </a:lnTo>
                  <a:lnTo>
                    <a:pt x="494" y="2"/>
                  </a:lnTo>
                  <a:lnTo>
                    <a:pt x="494" y="2"/>
                  </a:lnTo>
                  <a:lnTo>
                    <a:pt x="462" y="3"/>
                  </a:lnTo>
                  <a:lnTo>
                    <a:pt x="432" y="5"/>
                  </a:lnTo>
                  <a:lnTo>
                    <a:pt x="432" y="5"/>
                  </a:lnTo>
                  <a:lnTo>
                    <a:pt x="363" y="5"/>
                  </a:lnTo>
                  <a:lnTo>
                    <a:pt x="330" y="5"/>
                  </a:lnTo>
                  <a:lnTo>
                    <a:pt x="296" y="3"/>
                  </a:lnTo>
                  <a:lnTo>
                    <a:pt x="296" y="3"/>
                  </a:lnTo>
                  <a:lnTo>
                    <a:pt x="265" y="3"/>
                  </a:lnTo>
                  <a:lnTo>
                    <a:pt x="235" y="7"/>
                  </a:lnTo>
                  <a:lnTo>
                    <a:pt x="235" y="7"/>
                  </a:lnTo>
                  <a:lnTo>
                    <a:pt x="217" y="9"/>
                  </a:lnTo>
                  <a:lnTo>
                    <a:pt x="199" y="10"/>
                  </a:lnTo>
                  <a:lnTo>
                    <a:pt x="163" y="10"/>
                  </a:lnTo>
                  <a:lnTo>
                    <a:pt x="163" y="10"/>
                  </a:lnTo>
                  <a:lnTo>
                    <a:pt x="93" y="10"/>
                  </a:lnTo>
                  <a:lnTo>
                    <a:pt x="93" y="10"/>
                  </a:lnTo>
                  <a:lnTo>
                    <a:pt x="78" y="10"/>
                  </a:lnTo>
                  <a:lnTo>
                    <a:pt x="62" y="11"/>
                  </a:lnTo>
                  <a:lnTo>
                    <a:pt x="30" y="17"/>
                  </a:lnTo>
                  <a:lnTo>
                    <a:pt x="30" y="17"/>
                  </a:lnTo>
                  <a:lnTo>
                    <a:pt x="27" y="18"/>
                  </a:lnTo>
                  <a:lnTo>
                    <a:pt x="26" y="21"/>
                  </a:lnTo>
                  <a:lnTo>
                    <a:pt x="26" y="21"/>
                  </a:lnTo>
                  <a:lnTo>
                    <a:pt x="24" y="22"/>
                  </a:lnTo>
                  <a:lnTo>
                    <a:pt x="24" y="22"/>
                  </a:lnTo>
                  <a:lnTo>
                    <a:pt x="24" y="18"/>
                  </a:lnTo>
                  <a:lnTo>
                    <a:pt x="24" y="18"/>
                  </a:lnTo>
                  <a:lnTo>
                    <a:pt x="24" y="18"/>
                  </a:lnTo>
                  <a:lnTo>
                    <a:pt x="23" y="20"/>
                  </a:lnTo>
                  <a:lnTo>
                    <a:pt x="22" y="21"/>
                  </a:lnTo>
                  <a:lnTo>
                    <a:pt x="22" y="21"/>
                  </a:lnTo>
                  <a:lnTo>
                    <a:pt x="20" y="29"/>
                  </a:lnTo>
                  <a:lnTo>
                    <a:pt x="20" y="29"/>
                  </a:lnTo>
                  <a:lnTo>
                    <a:pt x="19" y="31"/>
                  </a:lnTo>
                  <a:lnTo>
                    <a:pt x="19" y="32"/>
                  </a:lnTo>
                  <a:lnTo>
                    <a:pt x="19" y="32"/>
                  </a:lnTo>
                  <a:lnTo>
                    <a:pt x="19" y="33"/>
                  </a:lnTo>
                  <a:lnTo>
                    <a:pt x="19" y="33"/>
                  </a:lnTo>
                  <a:lnTo>
                    <a:pt x="19" y="33"/>
                  </a:lnTo>
                  <a:lnTo>
                    <a:pt x="19" y="33"/>
                  </a:lnTo>
                  <a:lnTo>
                    <a:pt x="27" y="51"/>
                  </a:lnTo>
                  <a:lnTo>
                    <a:pt x="37" y="69"/>
                  </a:lnTo>
                  <a:lnTo>
                    <a:pt x="37" y="69"/>
                  </a:lnTo>
                  <a:lnTo>
                    <a:pt x="45" y="84"/>
                  </a:lnTo>
                  <a:lnTo>
                    <a:pt x="45" y="84"/>
                  </a:lnTo>
                  <a:lnTo>
                    <a:pt x="52" y="94"/>
                  </a:lnTo>
                  <a:lnTo>
                    <a:pt x="56" y="100"/>
                  </a:lnTo>
                  <a:lnTo>
                    <a:pt x="59" y="105"/>
                  </a:lnTo>
                  <a:lnTo>
                    <a:pt x="59" y="105"/>
                  </a:lnTo>
                  <a:lnTo>
                    <a:pt x="42" y="120"/>
                  </a:lnTo>
                  <a:lnTo>
                    <a:pt x="42" y="120"/>
                  </a:lnTo>
                  <a:lnTo>
                    <a:pt x="26" y="137"/>
                  </a:lnTo>
                  <a:lnTo>
                    <a:pt x="11" y="153"/>
                  </a:lnTo>
                  <a:lnTo>
                    <a:pt x="11" y="153"/>
                  </a:lnTo>
                  <a:lnTo>
                    <a:pt x="7" y="159"/>
                  </a:lnTo>
                  <a:lnTo>
                    <a:pt x="2" y="166"/>
                  </a:lnTo>
                  <a:lnTo>
                    <a:pt x="2" y="166"/>
                  </a:lnTo>
                  <a:lnTo>
                    <a:pt x="0" y="168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0" y="182"/>
                  </a:lnTo>
                  <a:lnTo>
                    <a:pt x="0" y="184"/>
                  </a:lnTo>
                  <a:lnTo>
                    <a:pt x="0" y="185"/>
                  </a:lnTo>
                  <a:lnTo>
                    <a:pt x="0" y="185"/>
                  </a:lnTo>
                  <a:lnTo>
                    <a:pt x="0" y="185"/>
                  </a:lnTo>
                  <a:lnTo>
                    <a:pt x="0" y="185"/>
                  </a:lnTo>
                  <a:lnTo>
                    <a:pt x="0" y="185"/>
                  </a:lnTo>
                  <a:lnTo>
                    <a:pt x="0" y="185"/>
                  </a:lnTo>
                  <a:lnTo>
                    <a:pt x="7" y="182"/>
                  </a:lnTo>
                  <a:lnTo>
                    <a:pt x="13" y="182"/>
                  </a:lnTo>
                  <a:lnTo>
                    <a:pt x="27" y="182"/>
                  </a:lnTo>
                  <a:lnTo>
                    <a:pt x="27" y="182"/>
                  </a:lnTo>
                  <a:lnTo>
                    <a:pt x="63" y="181"/>
                  </a:lnTo>
                  <a:lnTo>
                    <a:pt x="63" y="181"/>
                  </a:lnTo>
                  <a:lnTo>
                    <a:pt x="97" y="181"/>
                  </a:lnTo>
                  <a:lnTo>
                    <a:pt x="130" y="181"/>
                  </a:lnTo>
                  <a:lnTo>
                    <a:pt x="130" y="181"/>
                  </a:lnTo>
                  <a:lnTo>
                    <a:pt x="163" y="182"/>
                  </a:lnTo>
                  <a:lnTo>
                    <a:pt x="195" y="184"/>
                  </a:lnTo>
                  <a:lnTo>
                    <a:pt x="195" y="184"/>
                  </a:lnTo>
                  <a:lnTo>
                    <a:pt x="231" y="185"/>
                  </a:lnTo>
                  <a:lnTo>
                    <a:pt x="265" y="185"/>
                  </a:lnTo>
                  <a:lnTo>
                    <a:pt x="265" y="185"/>
                  </a:lnTo>
                  <a:lnTo>
                    <a:pt x="298" y="185"/>
                  </a:lnTo>
                  <a:lnTo>
                    <a:pt x="333" y="185"/>
                  </a:lnTo>
                  <a:lnTo>
                    <a:pt x="333" y="185"/>
                  </a:lnTo>
                  <a:lnTo>
                    <a:pt x="370" y="184"/>
                  </a:lnTo>
                  <a:lnTo>
                    <a:pt x="407" y="181"/>
                  </a:lnTo>
                  <a:lnTo>
                    <a:pt x="407" y="181"/>
                  </a:lnTo>
                  <a:lnTo>
                    <a:pt x="443" y="179"/>
                  </a:lnTo>
                  <a:lnTo>
                    <a:pt x="479" y="179"/>
                  </a:lnTo>
                  <a:lnTo>
                    <a:pt x="514" y="179"/>
                  </a:lnTo>
                  <a:lnTo>
                    <a:pt x="549" y="181"/>
                  </a:lnTo>
                  <a:lnTo>
                    <a:pt x="549" y="181"/>
                  </a:lnTo>
                  <a:lnTo>
                    <a:pt x="550" y="181"/>
                  </a:lnTo>
                  <a:lnTo>
                    <a:pt x="550" y="181"/>
                  </a:lnTo>
                  <a:lnTo>
                    <a:pt x="550" y="181"/>
                  </a:lnTo>
                  <a:lnTo>
                    <a:pt x="550" y="181"/>
                  </a:lnTo>
                  <a:lnTo>
                    <a:pt x="557" y="171"/>
                  </a:lnTo>
                  <a:lnTo>
                    <a:pt x="563" y="163"/>
                  </a:lnTo>
                  <a:lnTo>
                    <a:pt x="563" y="163"/>
                  </a:lnTo>
                  <a:lnTo>
                    <a:pt x="587" y="127"/>
                  </a:lnTo>
                  <a:lnTo>
                    <a:pt x="587" y="127"/>
                  </a:lnTo>
                  <a:lnTo>
                    <a:pt x="600" y="111"/>
                  </a:lnTo>
                  <a:lnTo>
                    <a:pt x="611" y="94"/>
                  </a:lnTo>
                  <a:lnTo>
                    <a:pt x="611" y="94"/>
                  </a:lnTo>
                  <a:lnTo>
                    <a:pt x="619" y="84"/>
                  </a:lnTo>
                  <a:lnTo>
                    <a:pt x="619" y="84"/>
                  </a:lnTo>
                  <a:lnTo>
                    <a:pt x="620" y="83"/>
                  </a:lnTo>
                  <a:lnTo>
                    <a:pt x="620" y="83"/>
                  </a:lnTo>
                  <a:lnTo>
                    <a:pt x="620" y="82"/>
                  </a:lnTo>
                  <a:lnTo>
                    <a:pt x="620" y="82"/>
                  </a:lnTo>
                  <a:lnTo>
                    <a:pt x="620" y="82"/>
                  </a:lnTo>
                  <a:lnTo>
                    <a:pt x="620" y="82"/>
                  </a:lnTo>
                  <a:lnTo>
                    <a:pt x="620" y="80"/>
                  </a:lnTo>
                  <a:lnTo>
                    <a:pt x="620" y="80"/>
                  </a:lnTo>
                  <a:close/>
                  <a:moveTo>
                    <a:pt x="44" y="76"/>
                  </a:moveTo>
                  <a:lnTo>
                    <a:pt x="44" y="76"/>
                  </a:lnTo>
                  <a:lnTo>
                    <a:pt x="34" y="57"/>
                  </a:lnTo>
                  <a:lnTo>
                    <a:pt x="24" y="36"/>
                  </a:lnTo>
                  <a:lnTo>
                    <a:pt x="24" y="36"/>
                  </a:lnTo>
                  <a:lnTo>
                    <a:pt x="26" y="35"/>
                  </a:lnTo>
                  <a:lnTo>
                    <a:pt x="26" y="35"/>
                  </a:lnTo>
                  <a:lnTo>
                    <a:pt x="26" y="35"/>
                  </a:lnTo>
                  <a:lnTo>
                    <a:pt x="24" y="33"/>
                  </a:lnTo>
                  <a:lnTo>
                    <a:pt x="24" y="31"/>
                  </a:lnTo>
                  <a:lnTo>
                    <a:pt x="24" y="27"/>
                  </a:lnTo>
                  <a:lnTo>
                    <a:pt x="24" y="27"/>
                  </a:lnTo>
                  <a:lnTo>
                    <a:pt x="24" y="24"/>
                  </a:lnTo>
                  <a:lnTo>
                    <a:pt x="24" y="24"/>
                  </a:lnTo>
                  <a:lnTo>
                    <a:pt x="33" y="42"/>
                  </a:lnTo>
                  <a:lnTo>
                    <a:pt x="41" y="60"/>
                  </a:lnTo>
                  <a:lnTo>
                    <a:pt x="51" y="76"/>
                  </a:lnTo>
                  <a:lnTo>
                    <a:pt x="60" y="94"/>
                  </a:lnTo>
                  <a:lnTo>
                    <a:pt x="60" y="94"/>
                  </a:lnTo>
                  <a:lnTo>
                    <a:pt x="63" y="98"/>
                  </a:lnTo>
                  <a:lnTo>
                    <a:pt x="63" y="100"/>
                  </a:lnTo>
                  <a:lnTo>
                    <a:pt x="63" y="101"/>
                  </a:lnTo>
                  <a:lnTo>
                    <a:pt x="63" y="101"/>
                  </a:lnTo>
                  <a:lnTo>
                    <a:pt x="59" y="105"/>
                  </a:lnTo>
                  <a:lnTo>
                    <a:pt x="59" y="105"/>
                  </a:lnTo>
                  <a:lnTo>
                    <a:pt x="58" y="97"/>
                  </a:lnTo>
                  <a:lnTo>
                    <a:pt x="53" y="90"/>
                  </a:lnTo>
                  <a:lnTo>
                    <a:pt x="44" y="76"/>
                  </a:lnTo>
                  <a:lnTo>
                    <a:pt x="44" y="76"/>
                  </a:lnTo>
                  <a:close/>
                  <a:moveTo>
                    <a:pt x="602" y="102"/>
                  </a:moveTo>
                  <a:lnTo>
                    <a:pt x="602" y="102"/>
                  </a:lnTo>
                  <a:lnTo>
                    <a:pt x="582" y="133"/>
                  </a:lnTo>
                  <a:lnTo>
                    <a:pt x="582" y="133"/>
                  </a:lnTo>
                  <a:lnTo>
                    <a:pt x="552" y="178"/>
                  </a:lnTo>
                  <a:lnTo>
                    <a:pt x="552" y="178"/>
                  </a:lnTo>
                  <a:lnTo>
                    <a:pt x="552" y="173"/>
                  </a:lnTo>
                  <a:lnTo>
                    <a:pt x="552" y="173"/>
                  </a:lnTo>
                  <a:lnTo>
                    <a:pt x="552" y="168"/>
                  </a:lnTo>
                  <a:lnTo>
                    <a:pt x="552" y="168"/>
                  </a:lnTo>
                  <a:lnTo>
                    <a:pt x="556" y="167"/>
                  </a:lnTo>
                  <a:lnTo>
                    <a:pt x="556" y="167"/>
                  </a:lnTo>
                  <a:lnTo>
                    <a:pt x="558" y="166"/>
                  </a:lnTo>
                  <a:lnTo>
                    <a:pt x="558" y="164"/>
                  </a:lnTo>
                  <a:lnTo>
                    <a:pt x="558" y="164"/>
                  </a:lnTo>
                  <a:lnTo>
                    <a:pt x="558" y="164"/>
                  </a:lnTo>
                  <a:lnTo>
                    <a:pt x="553" y="164"/>
                  </a:lnTo>
                  <a:lnTo>
                    <a:pt x="553" y="164"/>
                  </a:lnTo>
                  <a:lnTo>
                    <a:pt x="553" y="163"/>
                  </a:lnTo>
                  <a:lnTo>
                    <a:pt x="553" y="163"/>
                  </a:lnTo>
                  <a:lnTo>
                    <a:pt x="553" y="163"/>
                  </a:lnTo>
                  <a:lnTo>
                    <a:pt x="553" y="163"/>
                  </a:lnTo>
                  <a:lnTo>
                    <a:pt x="553" y="163"/>
                  </a:lnTo>
                  <a:lnTo>
                    <a:pt x="553" y="163"/>
                  </a:lnTo>
                  <a:lnTo>
                    <a:pt x="553" y="163"/>
                  </a:lnTo>
                  <a:lnTo>
                    <a:pt x="553" y="163"/>
                  </a:lnTo>
                  <a:lnTo>
                    <a:pt x="572" y="137"/>
                  </a:lnTo>
                  <a:lnTo>
                    <a:pt x="572" y="137"/>
                  </a:lnTo>
                  <a:lnTo>
                    <a:pt x="585" y="119"/>
                  </a:lnTo>
                  <a:lnTo>
                    <a:pt x="597" y="101"/>
                  </a:lnTo>
                  <a:lnTo>
                    <a:pt x="597" y="101"/>
                  </a:lnTo>
                  <a:lnTo>
                    <a:pt x="607" y="89"/>
                  </a:lnTo>
                  <a:lnTo>
                    <a:pt x="616" y="76"/>
                  </a:lnTo>
                  <a:lnTo>
                    <a:pt x="616" y="76"/>
                  </a:lnTo>
                  <a:lnTo>
                    <a:pt x="616" y="80"/>
                  </a:lnTo>
                  <a:lnTo>
                    <a:pt x="616" y="80"/>
                  </a:lnTo>
                  <a:lnTo>
                    <a:pt x="616" y="83"/>
                  </a:lnTo>
                  <a:lnTo>
                    <a:pt x="616" y="83"/>
                  </a:lnTo>
                  <a:lnTo>
                    <a:pt x="616" y="83"/>
                  </a:lnTo>
                  <a:lnTo>
                    <a:pt x="616" y="83"/>
                  </a:lnTo>
                  <a:lnTo>
                    <a:pt x="613" y="87"/>
                  </a:lnTo>
                  <a:lnTo>
                    <a:pt x="611" y="93"/>
                  </a:lnTo>
                  <a:lnTo>
                    <a:pt x="602" y="102"/>
                  </a:lnTo>
                  <a:lnTo>
                    <a:pt x="602" y="102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76" name="Freeform 105"/>
            <p:cNvSpPr>
              <a:spLocks noEditPoints="1"/>
            </p:cNvSpPr>
            <p:nvPr/>
          </p:nvSpPr>
          <p:spPr bwMode="auto">
            <a:xfrm>
              <a:off x="3405188" y="2146300"/>
              <a:ext cx="44450" cy="31750"/>
            </a:xfrm>
            <a:custGeom>
              <a:avLst/>
              <a:gdLst/>
              <a:ahLst/>
              <a:cxnLst>
                <a:cxn ang="0">
                  <a:pos x="3" y="8"/>
                </a:cxn>
                <a:cxn ang="0">
                  <a:pos x="3" y="8"/>
                </a:cxn>
                <a:cxn ang="0">
                  <a:pos x="0" y="12"/>
                </a:cxn>
                <a:cxn ang="0">
                  <a:pos x="2" y="17"/>
                </a:cxn>
                <a:cxn ang="0">
                  <a:pos x="6" y="19"/>
                </a:cxn>
                <a:cxn ang="0">
                  <a:pos x="10" y="20"/>
                </a:cxn>
                <a:cxn ang="0">
                  <a:pos x="14" y="20"/>
                </a:cxn>
                <a:cxn ang="0">
                  <a:pos x="17" y="19"/>
                </a:cxn>
                <a:cxn ang="0">
                  <a:pos x="21" y="16"/>
                </a:cxn>
                <a:cxn ang="0">
                  <a:pos x="24" y="13"/>
                </a:cxn>
                <a:cxn ang="0">
                  <a:pos x="28" y="5"/>
                </a:cxn>
                <a:cxn ang="0">
                  <a:pos x="28" y="2"/>
                </a:cxn>
                <a:cxn ang="0">
                  <a:pos x="22" y="0"/>
                </a:cxn>
                <a:cxn ang="0">
                  <a:pos x="18" y="0"/>
                </a:cxn>
                <a:cxn ang="0">
                  <a:pos x="7" y="4"/>
                </a:cxn>
                <a:cxn ang="0">
                  <a:pos x="3" y="6"/>
                </a:cxn>
                <a:cxn ang="0">
                  <a:pos x="3" y="13"/>
                </a:cxn>
                <a:cxn ang="0">
                  <a:pos x="4" y="15"/>
                </a:cxn>
                <a:cxn ang="0">
                  <a:pos x="4" y="16"/>
                </a:cxn>
                <a:cxn ang="0">
                  <a:pos x="3" y="13"/>
                </a:cxn>
                <a:cxn ang="0">
                  <a:pos x="2" y="11"/>
                </a:cxn>
                <a:cxn ang="0">
                  <a:pos x="3" y="8"/>
                </a:cxn>
                <a:cxn ang="0">
                  <a:pos x="8" y="5"/>
                </a:cxn>
                <a:cxn ang="0">
                  <a:pos x="19" y="4"/>
                </a:cxn>
                <a:cxn ang="0">
                  <a:pos x="22" y="4"/>
                </a:cxn>
                <a:cxn ang="0">
                  <a:pos x="25" y="4"/>
                </a:cxn>
                <a:cxn ang="0">
                  <a:pos x="26" y="9"/>
                </a:cxn>
                <a:cxn ang="0">
                  <a:pos x="22" y="13"/>
                </a:cxn>
                <a:cxn ang="0">
                  <a:pos x="22" y="12"/>
                </a:cxn>
                <a:cxn ang="0">
                  <a:pos x="21" y="12"/>
                </a:cxn>
                <a:cxn ang="0">
                  <a:pos x="19" y="15"/>
                </a:cxn>
                <a:cxn ang="0">
                  <a:pos x="17" y="15"/>
                </a:cxn>
                <a:cxn ang="0">
                  <a:pos x="7" y="13"/>
                </a:cxn>
                <a:cxn ang="0">
                  <a:pos x="10" y="11"/>
                </a:cxn>
                <a:cxn ang="0">
                  <a:pos x="10" y="11"/>
                </a:cxn>
                <a:cxn ang="0">
                  <a:pos x="7" y="12"/>
                </a:cxn>
                <a:cxn ang="0">
                  <a:pos x="4" y="11"/>
                </a:cxn>
                <a:cxn ang="0">
                  <a:pos x="6" y="8"/>
                </a:cxn>
                <a:cxn ang="0">
                  <a:pos x="8" y="5"/>
                </a:cxn>
              </a:cxnLst>
              <a:rect l="0" t="0" r="r" b="b"/>
              <a:pathLst>
                <a:path w="28" h="20">
                  <a:moveTo>
                    <a:pt x="3" y="8"/>
                  </a:moveTo>
                  <a:lnTo>
                    <a:pt x="3" y="8"/>
                  </a:lnTo>
                  <a:lnTo>
                    <a:pt x="3" y="8"/>
                  </a:lnTo>
                  <a:lnTo>
                    <a:pt x="3" y="8"/>
                  </a:lnTo>
                  <a:lnTo>
                    <a:pt x="2" y="9"/>
                  </a:lnTo>
                  <a:lnTo>
                    <a:pt x="0" y="12"/>
                  </a:lnTo>
                  <a:lnTo>
                    <a:pt x="2" y="17"/>
                  </a:lnTo>
                  <a:lnTo>
                    <a:pt x="2" y="17"/>
                  </a:lnTo>
                  <a:lnTo>
                    <a:pt x="3" y="19"/>
                  </a:lnTo>
                  <a:lnTo>
                    <a:pt x="6" y="19"/>
                  </a:lnTo>
                  <a:lnTo>
                    <a:pt x="6" y="19"/>
                  </a:lnTo>
                  <a:lnTo>
                    <a:pt x="10" y="20"/>
                  </a:lnTo>
                  <a:lnTo>
                    <a:pt x="13" y="20"/>
                  </a:lnTo>
                  <a:lnTo>
                    <a:pt x="14" y="20"/>
                  </a:lnTo>
                  <a:lnTo>
                    <a:pt x="14" y="20"/>
                  </a:lnTo>
                  <a:lnTo>
                    <a:pt x="17" y="19"/>
                  </a:lnTo>
                  <a:lnTo>
                    <a:pt x="17" y="19"/>
                  </a:lnTo>
                  <a:lnTo>
                    <a:pt x="21" y="16"/>
                  </a:lnTo>
                  <a:lnTo>
                    <a:pt x="24" y="13"/>
                  </a:lnTo>
                  <a:lnTo>
                    <a:pt x="24" y="13"/>
                  </a:lnTo>
                  <a:lnTo>
                    <a:pt x="26" y="11"/>
                  </a:lnTo>
                  <a:lnTo>
                    <a:pt x="28" y="5"/>
                  </a:lnTo>
                  <a:lnTo>
                    <a:pt x="28" y="4"/>
                  </a:lnTo>
                  <a:lnTo>
                    <a:pt x="28" y="2"/>
                  </a:lnTo>
                  <a:lnTo>
                    <a:pt x="25" y="1"/>
                  </a:lnTo>
                  <a:lnTo>
                    <a:pt x="22" y="0"/>
                  </a:lnTo>
                  <a:lnTo>
                    <a:pt x="22" y="0"/>
                  </a:lnTo>
                  <a:lnTo>
                    <a:pt x="18" y="0"/>
                  </a:lnTo>
                  <a:lnTo>
                    <a:pt x="13" y="1"/>
                  </a:lnTo>
                  <a:lnTo>
                    <a:pt x="7" y="4"/>
                  </a:lnTo>
                  <a:lnTo>
                    <a:pt x="3" y="6"/>
                  </a:lnTo>
                  <a:lnTo>
                    <a:pt x="3" y="6"/>
                  </a:lnTo>
                  <a:lnTo>
                    <a:pt x="3" y="9"/>
                  </a:lnTo>
                  <a:lnTo>
                    <a:pt x="3" y="13"/>
                  </a:lnTo>
                  <a:lnTo>
                    <a:pt x="3" y="13"/>
                  </a:lnTo>
                  <a:lnTo>
                    <a:pt x="4" y="15"/>
                  </a:lnTo>
                  <a:lnTo>
                    <a:pt x="4" y="15"/>
                  </a:lnTo>
                  <a:lnTo>
                    <a:pt x="4" y="16"/>
                  </a:lnTo>
                  <a:lnTo>
                    <a:pt x="4" y="16"/>
                  </a:lnTo>
                  <a:lnTo>
                    <a:pt x="3" y="13"/>
                  </a:lnTo>
                  <a:lnTo>
                    <a:pt x="3" y="13"/>
                  </a:lnTo>
                  <a:lnTo>
                    <a:pt x="2" y="11"/>
                  </a:lnTo>
                  <a:lnTo>
                    <a:pt x="3" y="8"/>
                  </a:lnTo>
                  <a:lnTo>
                    <a:pt x="3" y="8"/>
                  </a:lnTo>
                  <a:close/>
                  <a:moveTo>
                    <a:pt x="8" y="5"/>
                  </a:moveTo>
                  <a:lnTo>
                    <a:pt x="8" y="5"/>
                  </a:lnTo>
                  <a:lnTo>
                    <a:pt x="14" y="4"/>
                  </a:lnTo>
                  <a:lnTo>
                    <a:pt x="19" y="4"/>
                  </a:lnTo>
                  <a:lnTo>
                    <a:pt x="19" y="4"/>
                  </a:lnTo>
                  <a:lnTo>
                    <a:pt x="22" y="4"/>
                  </a:lnTo>
                  <a:lnTo>
                    <a:pt x="25" y="4"/>
                  </a:lnTo>
                  <a:lnTo>
                    <a:pt x="25" y="4"/>
                  </a:lnTo>
                  <a:lnTo>
                    <a:pt x="26" y="6"/>
                  </a:lnTo>
                  <a:lnTo>
                    <a:pt x="26" y="9"/>
                  </a:lnTo>
                  <a:lnTo>
                    <a:pt x="22" y="13"/>
                  </a:lnTo>
                  <a:lnTo>
                    <a:pt x="22" y="13"/>
                  </a:lnTo>
                  <a:lnTo>
                    <a:pt x="22" y="12"/>
                  </a:lnTo>
                  <a:lnTo>
                    <a:pt x="22" y="12"/>
                  </a:lnTo>
                  <a:lnTo>
                    <a:pt x="22" y="12"/>
                  </a:lnTo>
                  <a:lnTo>
                    <a:pt x="21" y="12"/>
                  </a:lnTo>
                  <a:lnTo>
                    <a:pt x="21" y="12"/>
                  </a:lnTo>
                  <a:lnTo>
                    <a:pt x="19" y="15"/>
                  </a:lnTo>
                  <a:lnTo>
                    <a:pt x="19" y="15"/>
                  </a:lnTo>
                  <a:lnTo>
                    <a:pt x="17" y="15"/>
                  </a:lnTo>
                  <a:lnTo>
                    <a:pt x="13" y="15"/>
                  </a:lnTo>
                  <a:lnTo>
                    <a:pt x="7" y="13"/>
                  </a:lnTo>
                  <a:lnTo>
                    <a:pt x="7" y="13"/>
                  </a:lnTo>
                  <a:lnTo>
                    <a:pt x="10" y="11"/>
                  </a:lnTo>
                  <a:lnTo>
                    <a:pt x="10" y="11"/>
                  </a:lnTo>
                  <a:lnTo>
                    <a:pt x="10" y="11"/>
                  </a:lnTo>
                  <a:lnTo>
                    <a:pt x="10" y="11"/>
                  </a:lnTo>
                  <a:lnTo>
                    <a:pt x="7" y="12"/>
                  </a:lnTo>
                  <a:lnTo>
                    <a:pt x="6" y="12"/>
                  </a:lnTo>
                  <a:lnTo>
                    <a:pt x="4" y="11"/>
                  </a:lnTo>
                  <a:lnTo>
                    <a:pt x="4" y="11"/>
                  </a:lnTo>
                  <a:lnTo>
                    <a:pt x="6" y="8"/>
                  </a:lnTo>
                  <a:lnTo>
                    <a:pt x="8" y="5"/>
                  </a:lnTo>
                  <a:lnTo>
                    <a:pt x="8" y="5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77" name="Freeform 106"/>
            <p:cNvSpPr>
              <a:spLocks noEditPoints="1"/>
            </p:cNvSpPr>
            <p:nvPr/>
          </p:nvSpPr>
          <p:spPr bwMode="auto">
            <a:xfrm>
              <a:off x="3235326" y="2513013"/>
              <a:ext cx="379413" cy="95250"/>
            </a:xfrm>
            <a:custGeom>
              <a:avLst/>
              <a:gdLst/>
              <a:ahLst/>
              <a:cxnLst>
                <a:cxn ang="0">
                  <a:pos x="234" y="26"/>
                </a:cxn>
                <a:cxn ang="0">
                  <a:pos x="223" y="36"/>
                </a:cxn>
                <a:cxn ang="0">
                  <a:pos x="210" y="4"/>
                </a:cxn>
                <a:cxn ang="0">
                  <a:pos x="191" y="14"/>
                </a:cxn>
                <a:cxn ang="0">
                  <a:pos x="170" y="25"/>
                </a:cxn>
                <a:cxn ang="0">
                  <a:pos x="161" y="33"/>
                </a:cxn>
                <a:cxn ang="0">
                  <a:pos x="158" y="36"/>
                </a:cxn>
                <a:cxn ang="0">
                  <a:pos x="147" y="20"/>
                </a:cxn>
                <a:cxn ang="0">
                  <a:pos x="126" y="38"/>
                </a:cxn>
                <a:cxn ang="0">
                  <a:pos x="109" y="11"/>
                </a:cxn>
                <a:cxn ang="0">
                  <a:pos x="89" y="33"/>
                </a:cxn>
                <a:cxn ang="0">
                  <a:pos x="76" y="16"/>
                </a:cxn>
                <a:cxn ang="0">
                  <a:pos x="58" y="29"/>
                </a:cxn>
                <a:cxn ang="0">
                  <a:pos x="54" y="16"/>
                </a:cxn>
                <a:cxn ang="0">
                  <a:pos x="36" y="0"/>
                </a:cxn>
                <a:cxn ang="0">
                  <a:pos x="29" y="12"/>
                </a:cxn>
                <a:cxn ang="0">
                  <a:pos x="1" y="23"/>
                </a:cxn>
                <a:cxn ang="0">
                  <a:pos x="12" y="37"/>
                </a:cxn>
                <a:cxn ang="0">
                  <a:pos x="12" y="40"/>
                </a:cxn>
                <a:cxn ang="0">
                  <a:pos x="18" y="55"/>
                </a:cxn>
                <a:cxn ang="0">
                  <a:pos x="22" y="55"/>
                </a:cxn>
                <a:cxn ang="0">
                  <a:pos x="23" y="55"/>
                </a:cxn>
                <a:cxn ang="0">
                  <a:pos x="29" y="59"/>
                </a:cxn>
                <a:cxn ang="0">
                  <a:pos x="18" y="36"/>
                </a:cxn>
                <a:cxn ang="0">
                  <a:pos x="5" y="27"/>
                </a:cxn>
                <a:cxn ang="0">
                  <a:pos x="32" y="43"/>
                </a:cxn>
                <a:cxn ang="0">
                  <a:pos x="27" y="33"/>
                </a:cxn>
                <a:cxn ang="0">
                  <a:pos x="32" y="29"/>
                </a:cxn>
                <a:cxn ang="0">
                  <a:pos x="33" y="9"/>
                </a:cxn>
                <a:cxn ang="0">
                  <a:pos x="37" y="3"/>
                </a:cxn>
                <a:cxn ang="0">
                  <a:pos x="56" y="33"/>
                </a:cxn>
                <a:cxn ang="0">
                  <a:pos x="48" y="45"/>
                </a:cxn>
                <a:cxn ang="0">
                  <a:pos x="51" y="45"/>
                </a:cxn>
                <a:cxn ang="0">
                  <a:pos x="52" y="44"/>
                </a:cxn>
                <a:cxn ang="0">
                  <a:pos x="54" y="41"/>
                </a:cxn>
                <a:cxn ang="0">
                  <a:pos x="58" y="31"/>
                </a:cxn>
                <a:cxn ang="0">
                  <a:pos x="76" y="23"/>
                </a:cxn>
                <a:cxn ang="0">
                  <a:pos x="96" y="23"/>
                </a:cxn>
                <a:cxn ang="0">
                  <a:pos x="113" y="27"/>
                </a:cxn>
                <a:cxn ang="0">
                  <a:pos x="121" y="45"/>
                </a:cxn>
                <a:cxn ang="0">
                  <a:pos x="124" y="45"/>
                </a:cxn>
                <a:cxn ang="0">
                  <a:pos x="148" y="31"/>
                </a:cxn>
                <a:cxn ang="0">
                  <a:pos x="159" y="43"/>
                </a:cxn>
                <a:cxn ang="0">
                  <a:pos x="161" y="49"/>
                </a:cxn>
                <a:cxn ang="0">
                  <a:pos x="164" y="48"/>
                </a:cxn>
                <a:cxn ang="0">
                  <a:pos x="166" y="51"/>
                </a:cxn>
                <a:cxn ang="0">
                  <a:pos x="162" y="44"/>
                </a:cxn>
                <a:cxn ang="0">
                  <a:pos x="165" y="27"/>
                </a:cxn>
                <a:cxn ang="0">
                  <a:pos x="183" y="41"/>
                </a:cxn>
                <a:cxn ang="0">
                  <a:pos x="195" y="8"/>
                </a:cxn>
                <a:cxn ang="0">
                  <a:pos x="205" y="20"/>
                </a:cxn>
                <a:cxn ang="0">
                  <a:pos x="216" y="48"/>
                </a:cxn>
                <a:cxn ang="0">
                  <a:pos x="220" y="44"/>
                </a:cxn>
                <a:cxn ang="0">
                  <a:pos x="230" y="30"/>
                </a:cxn>
                <a:cxn ang="0">
                  <a:pos x="231" y="48"/>
                </a:cxn>
                <a:cxn ang="0">
                  <a:pos x="239" y="55"/>
                </a:cxn>
                <a:cxn ang="0">
                  <a:pos x="22" y="44"/>
                </a:cxn>
                <a:cxn ang="0">
                  <a:pos x="32" y="14"/>
                </a:cxn>
                <a:cxn ang="0">
                  <a:pos x="26" y="31"/>
                </a:cxn>
              </a:cxnLst>
              <a:rect l="0" t="0" r="r" b="b"/>
              <a:pathLst>
                <a:path w="239" h="60">
                  <a:moveTo>
                    <a:pt x="239" y="55"/>
                  </a:moveTo>
                  <a:lnTo>
                    <a:pt x="239" y="55"/>
                  </a:lnTo>
                  <a:lnTo>
                    <a:pt x="238" y="54"/>
                  </a:lnTo>
                  <a:lnTo>
                    <a:pt x="235" y="51"/>
                  </a:lnTo>
                  <a:lnTo>
                    <a:pt x="234" y="44"/>
                  </a:lnTo>
                  <a:lnTo>
                    <a:pt x="234" y="44"/>
                  </a:lnTo>
                  <a:lnTo>
                    <a:pt x="234" y="26"/>
                  </a:lnTo>
                  <a:lnTo>
                    <a:pt x="234" y="26"/>
                  </a:lnTo>
                  <a:lnTo>
                    <a:pt x="234" y="26"/>
                  </a:lnTo>
                  <a:lnTo>
                    <a:pt x="232" y="26"/>
                  </a:lnTo>
                  <a:lnTo>
                    <a:pt x="232" y="26"/>
                  </a:lnTo>
                  <a:lnTo>
                    <a:pt x="227" y="30"/>
                  </a:lnTo>
                  <a:lnTo>
                    <a:pt x="223" y="36"/>
                  </a:lnTo>
                  <a:lnTo>
                    <a:pt x="223" y="36"/>
                  </a:lnTo>
                  <a:lnTo>
                    <a:pt x="220" y="41"/>
                  </a:lnTo>
                  <a:lnTo>
                    <a:pt x="220" y="41"/>
                  </a:lnTo>
                  <a:lnTo>
                    <a:pt x="209" y="25"/>
                  </a:lnTo>
                  <a:lnTo>
                    <a:pt x="209" y="25"/>
                  </a:lnTo>
                  <a:lnTo>
                    <a:pt x="208" y="20"/>
                  </a:lnTo>
                  <a:lnTo>
                    <a:pt x="209" y="15"/>
                  </a:lnTo>
                  <a:lnTo>
                    <a:pt x="210" y="4"/>
                  </a:lnTo>
                  <a:lnTo>
                    <a:pt x="210" y="4"/>
                  </a:lnTo>
                  <a:lnTo>
                    <a:pt x="210" y="3"/>
                  </a:lnTo>
                  <a:lnTo>
                    <a:pt x="210" y="3"/>
                  </a:lnTo>
                  <a:lnTo>
                    <a:pt x="204" y="4"/>
                  </a:lnTo>
                  <a:lnTo>
                    <a:pt x="198" y="5"/>
                  </a:lnTo>
                  <a:lnTo>
                    <a:pt x="194" y="9"/>
                  </a:lnTo>
                  <a:lnTo>
                    <a:pt x="191" y="14"/>
                  </a:lnTo>
                  <a:lnTo>
                    <a:pt x="188" y="19"/>
                  </a:lnTo>
                  <a:lnTo>
                    <a:pt x="186" y="25"/>
                  </a:lnTo>
                  <a:lnTo>
                    <a:pt x="183" y="37"/>
                  </a:lnTo>
                  <a:lnTo>
                    <a:pt x="183" y="37"/>
                  </a:lnTo>
                  <a:lnTo>
                    <a:pt x="179" y="33"/>
                  </a:lnTo>
                  <a:lnTo>
                    <a:pt x="175" y="29"/>
                  </a:lnTo>
                  <a:lnTo>
                    <a:pt x="170" y="25"/>
                  </a:lnTo>
                  <a:lnTo>
                    <a:pt x="165" y="22"/>
                  </a:lnTo>
                  <a:lnTo>
                    <a:pt x="165" y="22"/>
                  </a:lnTo>
                  <a:lnTo>
                    <a:pt x="164" y="23"/>
                  </a:lnTo>
                  <a:lnTo>
                    <a:pt x="164" y="23"/>
                  </a:lnTo>
                  <a:lnTo>
                    <a:pt x="161" y="29"/>
                  </a:lnTo>
                  <a:lnTo>
                    <a:pt x="161" y="33"/>
                  </a:lnTo>
                  <a:lnTo>
                    <a:pt x="161" y="33"/>
                  </a:lnTo>
                  <a:lnTo>
                    <a:pt x="159" y="33"/>
                  </a:lnTo>
                  <a:lnTo>
                    <a:pt x="159" y="34"/>
                  </a:lnTo>
                  <a:lnTo>
                    <a:pt x="159" y="34"/>
                  </a:lnTo>
                  <a:lnTo>
                    <a:pt x="159" y="37"/>
                  </a:lnTo>
                  <a:lnTo>
                    <a:pt x="159" y="37"/>
                  </a:lnTo>
                  <a:lnTo>
                    <a:pt x="158" y="36"/>
                  </a:lnTo>
                  <a:lnTo>
                    <a:pt x="158" y="36"/>
                  </a:lnTo>
                  <a:lnTo>
                    <a:pt x="155" y="33"/>
                  </a:lnTo>
                  <a:lnTo>
                    <a:pt x="155" y="33"/>
                  </a:lnTo>
                  <a:lnTo>
                    <a:pt x="155" y="33"/>
                  </a:lnTo>
                  <a:lnTo>
                    <a:pt x="155" y="33"/>
                  </a:lnTo>
                  <a:lnTo>
                    <a:pt x="150" y="27"/>
                  </a:lnTo>
                  <a:lnTo>
                    <a:pt x="147" y="20"/>
                  </a:lnTo>
                  <a:lnTo>
                    <a:pt x="147" y="20"/>
                  </a:lnTo>
                  <a:lnTo>
                    <a:pt x="147" y="20"/>
                  </a:lnTo>
                  <a:lnTo>
                    <a:pt x="146" y="20"/>
                  </a:lnTo>
                  <a:lnTo>
                    <a:pt x="146" y="20"/>
                  </a:lnTo>
                  <a:lnTo>
                    <a:pt x="137" y="26"/>
                  </a:lnTo>
                  <a:lnTo>
                    <a:pt x="131" y="33"/>
                  </a:lnTo>
                  <a:lnTo>
                    <a:pt x="131" y="33"/>
                  </a:lnTo>
                  <a:lnTo>
                    <a:pt x="126" y="38"/>
                  </a:lnTo>
                  <a:lnTo>
                    <a:pt x="124" y="38"/>
                  </a:lnTo>
                  <a:lnTo>
                    <a:pt x="122" y="36"/>
                  </a:lnTo>
                  <a:lnTo>
                    <a:pt x="122" y="36"/>
                  </a:lnTo>
                  <a:lnTo>
                    <a:pt x="115" y="27"/>
                  </a:lnTo>
                  <a:lnTo>
                    <a:pt x="111" y="16"/>
                  </a:lnTo>
                  <a:lnTo>
                    <a:pt x="111" y="16"/>
                  </a:lnTo>
                  <a:lnTo>
                    <a:pt x="109" y="11"/>
                  </a:lnTo>
                  <a:lnTo>
                    <a:pt x="106" y="8"/>
                  </a:lnTo>
                  <a:lnTo>
                    <a:pt x="103" y="7"/>
                  </a:lnTo>
                  <a:lnTo>
                    <a:pt x="103" y="7"/>
                  </a:lnTo>
                  <a:lnTo>
                    <a:pt x="102" y="8"/>
                  </a:lnTo>
                  <a:lnTo>
                    <a:pt x="102" y="8"/>
                  </a:lnTo>
                  <a:lnTo>
                    <a:pt x="95" y="20"/>
                  </a:lnTo>
                  <a:lnTo>
                    <a:pt x="89" y="33"/>
                  </a:lnTo>
                  <a:lnTo>
                    <a:pt x="89" y="33"/>
                  </a:lnTo>
                  <a:lnTo>
                    <a:pt x="85" y="30"/>
                  </a:lnTo>
                  <a:lnTo>
                    <a:pt x="81" y="26"/>
                  </a:lnTo>
                  <a:lnTo>
                    <a:pt x="78" y="22"/>
                  </a:lnTo>
                  <a:lnTo>
                    <a:pt x="76" y="16"/>
                  </a:lnTo>
                  <a:lnTo>
                    <a:pt x="76" y="16"/>
                  </a:lnTo>
                  <a:lnTo>
                    <a:pt x="76" y="16"/>
                  </a:lnTo>
                  <a:lnTo>
                    <a:pt x="76" y="16"/>
                  </a:lnTo>
                  <a:lnTo>
                    <a:pt x="71" y="16"/>
                  </a:lnTo>
                  <a:lnTo>
                    <a:pt x="67" y="18"/>
                  </a:lnTo>
                  <a:lnTo>
                    <a:pt x="63" y="20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8" y="29"/>
                  </a:lnTo>
                  <a:lnTo>
                    <a:pt x="58" y="29"/>
                  </a:lnTo>
                  <a:lnTo>
                    <a:pt x="58" y="29"/>
                  </a:lnTo>
                  <a:lnTo>
                    <a:pt x="58" y="29"/>
                  </a:lnTo>
                  <a:lnTo>
                    <a:pt x="58" y="27"/>
                  </a:lnTo>
                  <a:lnTo>
                    <a:pt x="58" y="27"/>
                  </a:lnTo>
                  <a:lnTo>
                    <a:pt x="56" y="22"/>
                  </a:lnTo>
                  <a:lnTo>
                    <a:pt x="54" y="16"/>
                  </a:lnTo>
                  <a:lnTo>
                    <a:pt x="54" y="16"/>
                  </a:lnTo>
                  <a:lnTo>
                    <a:pt x="49" y="8"/>
                  </a:lnTo>
                  <a:lnTo>
                    <a:pt x="47" y="5"/>
                  </a:lnTo>
                  <a:lnTo>
                    <a:pt x="44" y="3"/>
                  </a:lnTo>
                  <a:lnTo>
                    <a:pt x="44" y="3"/>
                  </a:lnTo>
                  <a:lnTo>
                    <a:pt x="40" y="1"/>
                  </a:lnTo>
                  <a:lnTo>
                    <a:pt x="36" y="0"/>
                  </a:lnTo>
                  <a:lnTo>
                    <a:pt x="32" y="0"/>
                  </a:lnTo>
                  <a:lnTo>
                    <a:pt x="27" y="3"/>
                  </a:lnTo>
                  <a:lnTo>
                    <a:pt x="27" y="3"/>
                  </a:lnTo>
                  <a:lnTo>
                    <a:pt x="27" y="4"/>
                  </a:lnTo>
                  <a:lnTo>
                    <a:pt x="27" y="7"/>
                  </a:lnTo>
                  <a:lnTo>
                    <a:pt x="27" y="7"/>
                  </a:lnTo>
                  <a:lnTo>
                    <a:pt x="29" y="12"/>
                  </a:lnTo>
                  <a:lnTo>
                    <a:pt x="29" y="19"/>
                  </a:lnTo>
                  <a:lnTo>
                    <a:pt x="25" y="30"/>
                  </a:lnTo>
                  <a:lnTo>
                    <a:pt x="25" y="30"/>
                  </a:lnTo>
                  <a:lnTo>
                    <a:pt x="19" y="27"/>
                  </a:lnTo>
                  <a:lnTo>
                    <a:pt x="14" y="25"/>
                  </a:lnTo>
                  <a:lnTo>
                    <a:pt x="8" y="23"/>
                  </a:lnTo>
                  <a:lnTo>
                    <a:pt x="1" y="23"/>
                  </a:lnTo>
                  <a:lnTo>
                    <a:pt x="1" y="23"/>
                  </a:lnTo>
                  <a:lnTo>
                    <a:pt x="0" y="25"/>
                  </a:lnTo>
                  <a:lnTo>
                    <a:pt x="0" y="26"/>
                  </a:lnTo>
                  <a:lnTo>
                    <a:pt x="0" y="26"/>
                  </a:lnTo>
                  <a:lnTo>
                    <a:pt x="5" y="31"/>
                  </a:lnTo>
                  <a:lnTo>
                    <a:pt x="12" y="37"/>
                  </a:lnTo>
                  <a:lnTo>
                    <a:pt x="12" y="37"/>
                  </a:lnTo>
                  <a:lnTo>
                    <a:pt x="14" y="38"/>
                  </a:lnTo>
                  <a:lnTo>
                    <a:pt x="14" y="38"/>
                  </a:lnTo>
                  <a:lnTo>
                    <a:pt x="14" y="37"/>
                  </a:lnTo>
                  <a:lnTo>
                    <a:pt x="14" y="37"/>
                  </a:lnTo>
                  <a:lnTo>
                    <a:pt x="12" y="38"/>
                  </a:lnTo>
                  <a:lnTo>
                    <a:pt x="12" y="40"/>
                  </a:lnTo>
                  <a:lnTo>
                    <a:pt x="12" y="40"/>
                  </a:lnTo>
                  <a:lnTo>
                    <a:pt x="20" y="52"/>
                  </a:lnTo>
                  <a:lnTo>
                    <a:pt x="20" y="52"/>
                  </a:lnTo>
                  <a:lnTo>
                    <a:pt x="19" y="54"/>
                  </a:lnTo>
                  <a:lnTo>
                    <a:pt x="18" y="55"/>
                  </a:lnTo>
                  <a:lnTo>
                    <a:pt x="18" y="55"/>
                  </a:lnTo>
                  <a:lnTo>
                    <a:pt x="18" y="55"/>
                  </a:lnTo>
                  <a:lnTo>
                    <a:pt x="18" y="55"/>
                  </a:lnTo>
                  <a:lnTo>
                    <a:pt x="19" y="54"/>
                  </a:lnTo>
                  <a:lnTo>
                    <a:pt x="20" y="52"/>
                  </a:lnTo>
                  <a:lnTo>
                    <a:pt x="20" y="52"/>
                  </a:lnTo>
                  <a:lnTo>
                    <a:pt x="20" y="52"/>
                  </a:lnTo>
                  <a:lnTo>
                    <a:pt x="20" y="52"/>
                  </a:lnTo>
                  <a:lnTo>
                    <a:pt x="22" y="55"/>
                  </a:lnTo>
                  <a:lnTo>
                    <a:pt x="22" y="55"/>
                  </a:lnTo>
                  <a:lnTo>
                    <a:pt x="22" y="56"/>
                  </a:lnTo>
                  <a:lnTo>
                    <a:pt x="20" y="59"/>
                  </a:lnTo>
                  <a:lnTo>
                    <a:pt x="20" y="59"/>
                  </a:lnTo>
                  <a:lnTo>
                    <a:pt x="20" y="59"/>
                  </a:lnTo>
                  <a:lnTo>
                    <a:pt x="20" y="59"/>
                  </a:lnTo>
                  <a:lnTo>
                    <a:pt x="23" y="55"/>
                  </a:lnTo>
                  <a:lnTo>
                    <a:pt x="23" y="55"/>
                  </a:lnTo>
                  <a:lnTo>
                    <a:pt x="26" y="58"/>
                  </a:lnTo>
                  <a:lnTo>
                    <a:pt x="26" y="58"/>
                  </a:lnTo>
                  <a:lnTo>
                    <a:pt x="26" y="59"/>
                  </a:lnTo>
                  <a:lnTo>
                    <a:pt x="27" y="60"/>
                  </a:lnTo>
                  <a:lnTo>
                    <a:pt x="27" y="60"/>
                  </a:lnTo>
                  <a:lnTo>
                    <a:pt x="29" y="59"/>
                  </a:lnTo>
                  <a:lnTo>
                    <a:pt x="29" y="59"/>
                  </a:lnTo>
                  <a:lnTo>
                    <a:pt x="30" y="56"/>
                  </a:lnTo>
                  <a:lnTo>
                    <a:pt x="30" y="54"/>
                  </a:lnTo>
                  <a:lnTo>
                    <a:pt x="27" y="47"/>
                  </a:lnTo>
                  <a:lnTo>
                    <a:pt x="27" y="47"/>
                  </a:lnTo>
                  <a:lnTo>
                    <a:pt x="22" y="41"/>
                  </a:lnTo>
                  <a:lnTo>
                    <a:pt x="18" y="36"/>
                  </a:lnTo>
                  <a:lnTo>
                    <a:pt x="18" y="36"/>
                  </a:lnTo>
                  <a:lnTo>
                    <a:pt x="14" y="31"/>
                  </a:lnTo>
                  <a:lnTo>
                    <a:pt x="11" y="27"/>
                  </a:lnTo>
                  <a:lnTo>
                    <a:pt x="11" y="27"/>
                  </a:lnTo>
                  <a:lnTo>
                    <a:pt x="9" y="29"/>
                  </a:lnTo>
                  <a:lnTo>
                    <a:pt x="9" y="29"/>
                  </a:lnTo>
                  <a:lnTo>
                    <a:pt x="5" y="27"/>
                  </a:lnTo>
                  <a:lnTo>
                    <a:pt x="5" y="27"/>
                  </a:lnTo>
                  <a:lnTo>
                    <a:pt x="16" y="30"/>
                  </a:lnTo>
                  <a:lnTo>
                    <a:pt x="16" y="30"/>
                  </a:lnTo>
                  <a:lnTo>
                    <a:pt x="22" y="33"/>
                  </a:lnTo>
                  <a:lnTo>
                    <a:pt x="25" y="36"/>
                  </a:lnTo>
                  <a:lnTo>
                    <a:pt x="25" y="36"/>
                  </a:lnTo>
                  <a:lnTo>
                    <a:pt x="29" y="40"/>
                  </a:lnTo>
                  <a:lnTo>
                    <a:pt x="32" y="43"/>
                  </a:lnTo>
                  <a:lnTo>
                    <a:pt x="32" y="43"/>
                  </a:lnTo>
                  <a:lnTo>
                    <a:pt x="33" y="43"/>
                  </a:lnTo>
                  <a:lnTo>
                    <a:pt x="33" y="41"/>
                  </a:lnTo>
                  <a:lnTo>
                    <a:pt x="33" y="41"/>
                  </a:lnTo>
                  <a:lnTo>
                    <a:pt x="32" y="37"/>
                  </a:lnTo>
                  <a:lnTo>
                    <a:pt x="27" y="33"/>
                  </a:lnTo>
                  <a:lnTo>
                    <a:pt x="27" y="33"/>
                  </a:lnTo>
                  <a:lnTo>
                    <a:pt x="29" y="29"/>
                  </a:lnTo>
                  <a:lnTo>
                    <a:pt x="29" y="29"/>
                  </a:lnTo>
                  <a:lnTo>
                    <a:pt x="33" y="23"/>
                  </a:lnTo>
                  <a:lnTo>
                    <a:pt x="33" y="23"/>
                  </a:lnTo>
                  <a:lnTo>
                    <a:pt x="32" y="29"/>
                  </a:lnTo>
                  <a:lnTo>
                    <a:pt x="32" y="29"/>
                  </a:lnTo>
                  <a:lnTo>
                    <a:pt x="32" y="29"/>
                  </a:lnTo>
                  <a:lnTo>
                    <a:pt x="32" y="29"/>
                  </a:lnTo>
                  <a:lnTo>
                    <a:pt x="33" y="22"/>
                  </a:lnTo>
                  <a:lnTo>
                    <a:pt x="33" y="22"/>
                  </a:lnTo>
                  <a:lnTo>
                    <a:pt x="34" y="15"/>
                  </a:lnTo>
                  <a:lnTo>
                    <a:pt x="34" y="12"/>
                  </a:lnTo>
                  <a:lnTo>
                    <a:pt x="33" y="9"/>
                  </a:lnTo>
                  <a:lnTo>
                    <a:pt x="33" y="9"/>
                  </a:lnTo>
                  <a:lnTo>
                    <a:pt x="32" y="9"/>
                  </a:lnTo>
                  <a:lnTo>
                    <a:pt x="32" y="9"/>
                  </a:lnTo>
                  <a:lnTo>
                    <a:pt x="32" y="7"/>
                  </a:lnTo>
                  <a:lnTo>
                    <a:pt x="32" y="7"/>
                  </a:lnTo>
                  <a:lnTo>
                    <a:pt x="30" y="4"/>
                  </a:lnTo>
                  <a:lnTo>
                    <a:pt x="32" y="4"/>
                  </a:lnTo>
                  <a:lnTo>
                    <a:pt x="37" y="3"/>
                  </a:lnTo>
                  <a:lnTo>
                    <a:pt x="37" y="3"/>
                  </a:lnTo>
                  <a:lnTo>
                    <a:pt x="40" y="4"/>
                  </a:lnTo>
                  <a:lnTo>
                    <a:pt x="43" y="7"/>
                  </a:lnTo>
                  <a:lnTo>
                    <a:pt x="47" y="11"/>
                  </a:lnTo>
                  <a:lnTo>
                    <a:pt x="47" y="11"/>
                  </a:lnTo>
                  <a:lnTo>
                    <a:pt x="52" y="22"/>
                  </a:lnTo>
                  <a:lnTo>
                    <a:pt x="56" y="33"/>
                  </a:lnTo>
                  <a:lnTo>
                    <a:pt x="56" y="33"/>
                  </a:lnTo>
                  <a:lnTo>
                    <a:pt x="55" y="34"/>
                  </a:lnTo>
                  <a:lnTo>
                    <a:pt x="55" y="34"/>
                  </a:lnTo>
                  <a:lnTo>
                    <a:pt x="52" y="40"/>
                  </a:lnTo>
                  <a:lnTo>
                    <a:pt x="52" y="40"/>
                  </a:lnTo>
                  <a:lnTo>
                    <a:pt x="48" y="45"/>
                  </a:lnTo>
                  <a:lnTo>
                    <a:pt x="48" y="45"/>
                  </a:lnTo>
                  <a:lnTo>
                    <a:pt x="48" y="45"/>
                  </a:lnTo>
                  <a:lnTo>
                    <a:pt x="48" y="45"/>
                  </a:lnTo>
                  <a:lnTo>
                    <a:pt x="51" y="41"/>
                  </a:lnTo>
                  <a:lnTo>
                    <a:pt x="51" y="41"/>
                  </a:lnTo>
                  <a:lnTo>
                    <a:pt x="51" y="45"/>
                  </a:lnTo>
                  <a:lnTo>
                    <a:pt x="51" y="45"/>
                  </a:lnTo>
                  <a:lnTo>
                    <a:pt x="51" y="45"/>
                  </a:lnTo>
                  <a:lnTo>
                    <a:pt x="52" y="44"/>
                  </a:lnTo>
                  <a:lnTo>
                    <a:pt x="52" y="44"/>
                  </a:lnTo>
                  <a:lnTo>
                    <a:pt x="52" y="43"/>
                  </a:lnTo>
                  <a:lnTo>
                    <a:pt x="52" y="43"/>
                  </a:lnTo>
                  <a:lnTo>
                    <a:pt x="52" y="44"/>
                  </a:lnTo>
                  <a:lnTo>
                    <a:pt x="52" y="44"/>
                  </a:lnTo>
                  <a:lnTo>
                    <a:pt x="52" y="44"/>
                  </a:lnTo>
                  <a:lnTo>
                    <a:pt x="52" y="44"/>
                  </a:lnTo>
                  <a:lnTo>
                    <a:pt x="54" y="43"/>
                  </a:lnTo>
                  <a:lnTo>
                    <a:pt x="54" y="43"/>
                  </a:lnTo>
                  <a:lnTo>
                    <a:pt x="55" y="43"/>
                  </a:lnTo>
                  <a:lnTo>
                    <a:pt x="55" y="43"/>
                  </a:lnTo>
                  <a:lnTo>
                    <a:pt x="54" y="43"/>
                  </a:lnTo>
                  <a:lnTo>
                    <a:pt x="54" y="41"/>
                  </a:lnTo>
                  <a:lnTo>
                    <a:pt x="54" y="41"/>
                  </a:lnTo>
                  <a:lnTo>
                    <a:pt x="56" y="37"/>
                  </a:lnTo>
                  <a:lnTo>
                    <a:pt x="56" y="37"/>
                  </a:lnTo>
                  <a:lnTo>
                    <a:pt x="58" y="33"/>
                  </a:lnTo>
                  <a:lnTo>
                    <a:pt x="58" y="33"/>
                  </a:lnTo>
                  <a:lnTo>
                    <a:pt x="58" y="31"/>
                  </a:lnTo>
                  <a:lnTo>
                    <a:pt x="58" y="31"/>
                  </a:lnTo>
                  <a:lnTo>
                    <a:pt x="62" y="26"/>
                  </a:lnTo>
                  <a:lnTo>
                    <a:pt x="66" y="22"/>
                  </a:lnTo>
                  <a:lnTo>
                    <a:pt x="66" y="22"/>
                  </a:lnTo>
                  <a:lnTo>
                    <a:pt x="71" y="19"/>
                  </a:lnTo>
                  <a:lnTo>
                    <a:pt x="73" y="19"/>
                  </a:lnTo>
                  <a:lnTo>
                    <a:pt x="76" y="23"/>
                  </a:lnTo>
                  <a:lnTo>
                    <a:pt x="76" y="23"/>
                  </a:lnTo>
                  <a:lnTo>
                    <a:pt x="81" y="31"/>
                  </a:lnTo>
                  <a:lnTo>
                    <a:pt x="88" y="37"/>
                  </a:lnTo>
                  <a:lnTo>
                    <a:pt x="88" y="37"/>
                  </a:lnTo>
                  <a:lnTo>
                    <a:pt x="89" y="37"/>
                  </a:lnTo>
                  <a:lnTo>
                    <a:pt x="91" y="36"/>
                  </a:lnTo>
                  <a:lnTo>
                    <a:pt x="91" y="36"/>
                  </a:lnTo>
                  <a:lnTo>
                    <a:pt x="96" y="23"/>
                  </a:lnTo>
                  <a:lnTo>
                    <a:pt x="102" y="15"/>
                  </a:lnTo>
                  <a:lnTo>
                    <a:pt x="104" y="12"/>
                  </a:lnTo>
                  <a:lnTo>
                    <a:pt x="104" y="12"/>
                  </a:lnTo>
                  <a:lnTo>
                    <a:pt x="107" y="15"/>
                  </a:lnTo>
                  <a:lnTo>
                    <a:pt x="109" y="19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14" y="33"/>
                  </a:lnTo>
                  <a:lnTo>
                    <a:pt x="118" y="37"/>
                  </a:lnTo>
                  <a:lnTo>
                    <a:pt x="118" y="37"/>
                  </a:lnTo>
                  <a:lnTo>
                    <a:pt x="117" y="38"/>
                  </a:lnTo>
                  <a:lnTo>
                    <a:pt x="117" y="38"/>
                  </a:lnTo>
                  <a:lnTo>
                    <a:pt x="118" y="43"/>
                  </a:lnTo>
                  <a:lnTo>
                    <a:pt x="121" y="45"/>
                  </a:lnTo>
                  <a:lnTo>
                    <a:pt x="128" y="51"/>
                  </a:lnTo>
                  <a:lnTo>
                    <a:pt x="128" y="51"/>
                  </a:lnTo>
                  <a:lnTo>
                    <a:pt x="128" y="51"/>
                  </a:lnTo>
                  <a:lnTo>
                    <a:pt x="128" y="51"/>
                  </a:lnTo>
                  <a:lnTo>
                    <a:pt x="124" y="45"/>
                  </a:lnTo>
                  <a:lnTo>
                    <a:pt x="124" y="45"/>
                  </a:lnTo>
                  <a:lnTo>
                    <a:pt x="124" y="45"/>
                  </a:lnTo>
                  <a:lnTo>
                    <a:pt x="124" y="45"/>
                  </a:lnTo>
                  <a:lnTo>
                    <a:pt x="135" y="31"/>
                  </a:lnTo>
                  <a:lnTo>
                    <a:pt x="142" y="26"/>
                  </a:lnTo>
                  <a:lnTo>
                    <a:pt x="144" y="25"/>
                  </a:lnTo>
                  <a:lnTo>
                    <a:pt x="146" y="26"/>
                  </a:lnTo>
                  <a:lnTo>
                    <a:pt x="146" y="26"/>
                  </a:lnTo>
                  <a:lnTo>
                    <a:pt x="148" y="31"/>
                  </a:lnTo>
                  <a:lnTo>
                    <a:pt x="151" y="34"/>
                  </a:lnTo>
                  <a:lnTo>
                    <a:pt x="158" y="41"/>
                  </a:lnTo>
                  <a:lnTo>
                    <a:pt x="158" y="41"/>
                  </a:lnTo>
                  <a:lnTo>
                    <a:pt x="159" y="43"/>
                  </a:lnTo>
                  <a:lnTo>
                    <a:pt x="159" y="43"/>
                  </a:lnTo>
                  <a:lnTo>
                    <a:pt x="159" y="43"/>
                  </a:lnTo>
                  <a:lnTo>
                    <a:pt x="159" y="43"/>
                  </a:lnTo>
                  <a:lnTo>
                    <a:pt x="159" y="43"/>
                  </a:lnTo>
                  <a:lnTo>
                    <a:pt x="159" y="43"/>
                  </a:lnTo>
                  <a:lnTo>
                    <a:pt x="159" y="44"/>
                  </a:lnTo>
                  <a:lnTo>
                    <a:pt x="159" y="44"/>
                  </a:lnTo>
                  <a:lnTo>
                    <a:pt x="159" y="45"/>
                  </a:lnTo>
                  <a:lnTo>
                    <a:pt x="159" y="45"/>
                  </a:lnTo>
                  <a:lnTo>
                    <a:pt x="161" y="49"/>
                  </a:lnTo>
                  <a:lnTo>
                    <a:pt x="162" y="55"/>
                  </a:lnTo>
                  <a:lnTo>
                    <a:pt x="162" y="55"/>
                  </a:lnTo>
                  <a:lnTo>
                    <a:pt x="162" y="54"/>
                  </a:lnTo>
                  <a:lnTo>
                    <a:pt x="162" y="54"/>
                  </a:lnTo>
                  <a:lnTo>
                    <a:pt x="162" y="47"/>
                  </a:lnTo>
                  <a:lnTo>
                    <a:pt x="162" y="47"/>
                  </a:lnTo>
                  <a:lnTo>
                    <a:pt x="164" y="48"/>
                  </a:lnTo>
                  <a:lnTo>
                    <a:pt x="164" y="48"/>
                  </a:lnTo>
                  <a:lnTo>
                    <a:pt x="164" y="49"/>
                  </a:lnTo>
                  <a:lnTo>
                    <a:pt x="164" y="49"/>
                  </a:lnTo>
                  <a:lnTo>
                    <a:pt x="166" y="52"/>
                  </a:lnTo>
                  <a:lnTo>
                    <a:pt x="166" y="52"/>
                  </a:lnTo>
                  <a:lnTo>
                    <a:pt x="166" y="51"/>
                  </a:lnTo>
                  <a:lnTo>
                    <a:pt x="166" y="51"/>
                  </a:lnTo>
                  <a:lnTo>
                    <a:pt x="165" y="48"/>
                  </a:lnTo>
                  <a:lnTo>
                    <a:pt x="162" y="44"/>
                  </a:lnTo>
                  <a:lnTo>
                    <a:pt x="162" y="44"/>
                  </a:lnTo>
                  <a:lnTo>
                    <a:pt x="162" y="44"/>
                  </a:lnTo>
                  <a:lnTo>
                    <a:pt x="162" y="44"/>
                  </a:lnTo>
                  <a:lnTo>
                    <a:pt x="162" y="44"/>
                  </a:lnTo>
                  <a:lnTo>
                    <a:pt x="162" y="44"/>
                  </a:lnTo>
                  <a:lnTo>
                    <a:pt x="164" y="44"/>
                  </a:lnTo>
                  <a:lnTo>
                    <a:pt x="164" y="44"/>
                  </a:lnTo>
                  <a:lnTo>
                    <a:pt x="165" y="43"/>
                  </a:lnTo>
                  <a:lnTo>
                    <a:pt x="165" y="41"/>
                  </a:lnTo>
                  <a:lnTo>
                    <a:pt x="165" y="41"/>
                  </a:lnTo>
                  <a:lnTo>
                    <a:pt x="164" y="31"/>
                  </a:lnTo>
                  <a:lnTo>
                    <a:pt x="165" y="27"/>
                  </a:lnTo>
                  <a:lnTo>
                    <a:pt x="165" y="27"/>
                  </a:lnTo>
                  <a:lnTo>
                    <a:pt x="168" y="29"/>
                  </a:lnTo>
                  <a:lnTo>
                    <a:pt x="168" y="29"/>
                  </a:lnTo>
                  <a:lnTo>
                    <a:pt x="175" y="36"/>
                  </a:lnTo>
                  <a:lnTo>
                    <a:pt x="177" y="38"/>
                  </a:lnTo>
                  <a:lnTo>
                    <a:pt x="183" y="41"/>
                  </a:lnTo>
                  <a:lnTo>
                    <a:pt x="183" y="41"/>
                  </a:lnTo>
                  <a:lnTo>
                    <a:pt x="184" y="40"/>
                  </a:lnTo>
                  <a:lnTo>
                    <a:pt x="186" y="38"/>
                  </a:lnTo>
                  <a:lnTo>
                    <a:pt x="186" y="38"/>
                  </a:lnTo>
                  <a:lnTo>
                    <a:pt x="187" y="25"/>
                  </a:lnTo>
                  <a:lnTo>
                    <a:pt x="187" y="25"/>
                  </a:lnTo>
                  <a:lnTo>
                    <a:pt x="191" y="14"/>
                  </a:lnTo>
                  <a:lnTo>
                    <a:pt x="195" y="8"/>
                  </a:lnTo>
                  <a:lnTo>
                    <a:pt x="198" y="7"/>
                  </a:lnTo>
                  <a:lnTo>
                    <a:pt x="201" y="7"/>
                  </a:lnTo>
                  <a:lnTo>
                    <a:pt x="204" y="8"/>
                  </a:lnTo>
                  <a:lnTo>
                    <a:pt x="208" y="9"/>
                  </a:lnTo>
                  <a:lnTo>
                    <a:pt x="208" y="9"/>
                  </a:lnTo>
                  <a:lnTo>
                    <a:pt x="205" y="15"/>
                  </a:lnTo>
                  <a:lnTo>
                    <a:pt x="205" y="20"/>
                  </a:lnTo>
                  <a:lnTo>
                    <a:pt x="205" y="20"/>
                  </a:lnTo>
                  <a:lnTo>
                    <a:pt x="206" y="27"/>
                  </a:lnTo>
                  <a:lnTo>
                    <a:pt x="209" y="33"/>
                  </a:lnTo>
                  <a:lnTo>
                    <a:pt x="213" y="40"/>
                  </a:lnTo>
                  <a:lnTo>
                    <a:pt x="217" y="44"/>
                  </a:lnTo>
                  <a:lnTo>
                    <a:pt x="217" y="44"/>
                  </a:lnTo>
                  <a:lnTo>
                    <a:pt x="216" y="48"/>
                  </a:lnTo>
                  <a:lnTo>
                    <a:pt x="216" y="51"/>
                  </a:lnTo>
                  <a:lnTo>
                    <a:pt x="216" y="51"/>
                  </a:lnTo>
                  <a:lnTo>
                    <a:pt x="216" y="51"/>
                  </a:lnTo>
                  <a:lnTo>
                    <a:pt x="216" y="51"/>
                  </a:lnTo>
                  <a:lnTo>
                    <a:pt x="219" y="45"/>
                  </a:lnTo>
                  <a:lnTo>
                    <a:pt x="219" y="45"/>
                  </a:lnTo>
                  <a:lnTo>
                    <a:pt x="220" y="44"/>
                  </a:lnTo>
                  <a:lnTo>
                    <a:pt x="221" y="43"/>
                  </a:lnTo>
                  <a:lnTo>
                    <a:pt x="221" y="43"/>
                  </a:lnTo>
                  <a:lnTo>
                    <a:pt x="220" y="41"/>
                  </a:lnTo>
                  <a:lnTo>
                    <a:pt x="220" y="41"/>
                  </a:lnTo>
                  <a:lnTo>
                    <a:pt x="226" y="36"/>
                  </a:lnTo>
                  <a:lnTo>
                    <a:pt x="226" y="36"/>
                  </a:lnTo>
                  <a:lnTo>
                    <a:pt x="230" y="30"/>
                  </a:lnTo>
                  <a:lnTo>
                    <a:pt x="230" y="30"/>
                  </a:lnTo>
                  <a:lnTo>
                    <a:pt x="230" y="30"/>
                  </a:lnTo>
                  <a:lnTo>
                    <a:pt x="231" y="31"/>
                  </a:lnTo>
                  <a:lnTo>
                    <a:pt x="230" y="34"/>
                  </a:lnTo>
                  <a:lnTo>
                    <a:pt x="230" y="34"/>
                  </a:lnTo>
                  <a:lnTo>
                    <a:pt x="230" y="41"/>
                  </a:lnTo>
                  <a:lnTo>
                    <a:pt x="231" y="48"/>
                  </a:lnTo>
                  <a:lnTo>
                    <a:pt x="234" y="55"/>
                  </a:lnTo>
                  <a:lnTo>
                    <a:pt x="237" y="58"/>
                  </a:lnTo>
                  <a:lnTo>
                    <a:pt x="239" y="58"/>
                  </a:lnTo>
                  <a:lnTo>
                    <a:pt x="239" y="58"/>
                  </a:lnTo>
                  <a:lnTo>
                    <a:pt x="239" y="56"/>
                  </a:lnTo>
                  <a:lnTo>
                    <a:pt x="239" y="55"/>
                  </a:lnTo>
                  <a:lnTo>
                    <a:pt x="239" y="55"/>
                  </a:lnTo>
                  <a:close/>
                  <a:moveTo>
                    <a:pt x="29" y="58"/>
                  </a:moveTo>
                  <a:lnTo>
                    <a:pt x="29" y="58"/>
                  </a:lnTo>
                  <a:lnTo>
                    <a:pt x="26" y="55"/>
                  </a:lnTo>
                  <a:lnTo>
                    <a:pt x="26" y="55"/>
                  </a:lnTo>
                  <a:lnTo>
                    <a:pt x="23" y="51"/>
                  </a:lnTo>
                  <a:lnTo>
                    <a:pt x="23" y="51"/>
                  </a:lnTo>
                  <a:lnTo>
                    <a:pt x="22" y="44"/>
                  </a:lnTo>
                  <a:lnTo>
                    <a:pt x="22" y="44"/>
                  </a:lnTo>
                  <a:lnTo>
                    <a:pt x="26" y="51"/>
                  </a:lnTo>
                  <a:lnTo>
                    <a:pt x="27" y="54"/>
                  </a:lnTo>
                  <a:lnTo>
                    <a:pt x="29" y="58"/>
                  </a:lnTo>
                  <a:lnTo>
                    <a:pt x="29" y="58"/>
                  </a:lnTo>
                  <a:close/>
                  <a:moveTo>
                    <a:pt x="32" y="14"/>
                  </a:moveTo>
                  <a:lnTo>
                    <a:pt x="32" y="14"/>
                  </a:lnTo>
                  <a:lnTo>
                    <a:pt x="32" y="19"/>
                  </a:lnTo>
                  <a:lnTo>
                    <a:pt x="32" y="19"/>
                  </a:lnTo>
                  <a:lnTo>
                    <a:pt x="29" y="26"/>
                  </a:lnTo>
                  <a:lnTo>
                    <a:pt x="29" y="26"/>
                  </a:lnTo>
                  <a:lnTo>
                    <a:pt x="29" y="27"/>
                  </a:lnTo>
                  <a:lnTo>
                    <a:pt x="29" y="27"/>
                  </a:lnTo>
                  <a:lnTo>
                    <a:pt x="26" y="31"/>
                  </a:lnTo>
                  <a:lnTo>
                    <a:pt x="26" y="31"/>
                  </a:lnTo>
                  <a:lnTo>
                    <a:pt x="26" y="31"/>
                  </a:lnTo>
                  <a:lnTo>
                    <a:pt x="26" y="31"/>
                  </a:lnTo>
                  <a:lnTo>
                    <a:pt x="29" y="23"/>
                  </a:lnTo>
                  <a:lnTo>
                    <a:pt x="32" y="14"/>
                  </a:lnTo>
                  <a:lnTo>
                    <a:pt x="32" y="14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3250">
        <p15:prstTrans prst="origami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矩形 180"/>
          <p:cNvSpPr/>
          <p:nvPr/>
        </p:nvSpPr>
        <p:spPr>
          <a:xfrm>
            <a:off x="1235710" y="1275715"/>
            <a:ext cx="6673215" cy="10147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6000" b="1" dirty="0">
                <a:solidFill>
                  <a:schemeClr val="bg1"/>
                </a:solidFill>
                <a:latin typeface="方正静蕾简体" pitchFamily="2" charset="-122"/>
                <a:ea typeface="方正静蕾简体" pitchFamily="2" charset="-122"/>
              </a:rPr>
              <a:t>PART 1 </a:t>
            </a:r>
            <a:r>
              <a:rPr lang="zh-CN" altLang="en-US" sz="6000" b="1" dirty="0">
                <a:solidFill>
                  <a:schemeClr val="bg1"/>
                </a:solidFill>
                <a:latin typeface="方正静蕾简体" pitchFamily="2" charset="-122"/>
                <a:ea typeface="方正静蕾简体" pitchFamily="2" charset="-122"/>
              </a:rPr>
              <a:t>项目简介</a:t>
            </a:r>
            <a:endParaRPr lang="zh-CN" altLang="en-US" sz="6000" b="1" dirty="0">
              <a:solidFill>
                <a:schemeClr val="bg1"/>
              </a:solidFill>
              <a:latin typeface="方正静蕾简体" pitchFamily="2" charset="-122"/>
              <a:ea typeface="方正静蕾简体" pitchFamily="2" charset="-122"/>
            </a:endParaRPr>
          </a:p>
        </p:txBody>
      </p:sp>
      <p:sp>
        <p:nvSpPr>
          <p:cNvPr id="182" name="矩形 181"/>
          <p:cNvSpPr/>
          <p:nvPr/>
        </p:nvSpPr>
        <p:spPr>
          <a:xfrm>
            <a:off x="1403350" y="2427605"/>
            <a:ext cx="5957570" cy="13220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ctr">
              <a:buFont typeface="Wingdings" panose="05000000000000000000" charset="0"/>
              <a:buChar char="l"/>
            </a:pPr>
            <a:r>
              <a:rPr lang="zh-CN" altLang="en-US" sz="2000" dirty="0">
                <a:solidFill>
                  <a:schemeClr val="bg1"/>
                </a:solidFill>
                <a:latin typeface="方正静蕾简体" pitchFamily="2" charset="-122"/>
                <a:ea typeface="方正静蕾简体" pitchFamily="2" charset="-122"/>
              </a:rPr>
              <a:t>游戏定位</a:t>
            </a:r>
            <a:endParaRPr lang="zh-CN" altLang="en-US" sz="2000" dirty="0">
              <a:solidFill>
                <a:schemeClr val="bg1"/>
              </a:solidFill>
              <a:latin typeface="方正静蕾简体" pitchFamily="2" charset="-122"/>
              <a:ea typeface="方正静蕾简体" pitchFamily="2" charset="-122"/>
            </a:endParaRPr>
          </a:p>
          <a:p>
            <a:pPr indent="0" algn="ctr">
              <a:buFont typeface="Wingdings" panose="05000000000000000000" charset="0"/>
              <a:buNone/>
            </a:pPr>
            <a:r>
              <a:rPr lang="zh-CN" altLang="en-US" sz="2000" dirty="0">
                <a:solidFill>
                  <a:schemeClr val="bg1"/>
                </a:solidFill>
                <a:latin typeface="方正静蕾简体" pitchFamily="2" charset="-122"/>
                <a:ea typeface="方正静蕾简体" pitchFamily="2" charset="-122"/>
              </a:rPr>
              <a:t> </a:t>
            </a:r>
            <a:endParaRPr lang="zh-CN" altLang="en-US" sz="2000" dirty="0">
              <a:solidFill>
                <a:schemeClr val="bg1"/>
              </a:solidFill>
              <a:latin typeface="方正静蕾简体" pitchFamily="2" charset="-122"/>
              <a:ea typeface="方正静蕾简体" pitchFamily="2" charset="-122"/>
            </a:endParaRPr>
          </a:p>
          <a:p>
            <a:pPr indent="0" algn="ctr">
              <a:buFont typeface="Wingdings" panose="05000000000000000000" charset="0"/>
              <a:buNone/>
            </a:pPr>
            <a:endParaRPr lang="zh-CN" altLang="en-US" sz="2000" dirty="0">
              <a:solidFill>
                <a:schemeClr val="bg1"/>
              </a:solidFill>
              <a:latin typeface="方正静蕾简体" pitchFamily="2" charset="-122"/>
              <a:ea typeface="方正静蕾简体" pitchFamily="2" charset="-122"/>
            </a:endParaRPr>
          </a:p>
          <a:p>
            <a:pPr marL="285750" indent="-285750" algn="ctr">
              <a:buFont typeface="Wingdings" panose="05000000000000000000" charset="0"/>
              <a:buChar char="l"/>
            </a:pPr>
            <a:r>
              <a:rPr lang="zh-CN" altLang="en-US" sz="2000" dirty="0">
                <a:solidFill>
                  <a:schemeClr val="bg1"/>
                </a:solidFill>
                <a:latin typeface="方正静蕾简体" pitchFamily="2" charset="-122"/>
                <a:ea typeface="方正静蕾简体" pitchFamily="2" charset="-122"/>
              </a:rPr>
              <a:t>游戏背景</a:t>
            </a:r>
            <a:endParaRPr lang="zh-CN" altLang="en-US" sz="2000" dirty="0">
              <a:solidFill>
                <a:schemeClr val="bg1"/>
              </a:solidFill>
              <a:latin typeface="方正静蕾简体" pitchFamily="2" charset="-122"/>
              <a:ea typeface="方正静蕾简体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3250">
        <p15:prstTrans prst="origami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组合 28"/>
          <p:cNvGrpSpPr/>
          <p:nvPr/>
        </p:nvGrpSpPr>
        <p:grpSpPr>
          <a:xfrm rot="0">
            <a:off x="455563" y="2573720"/>
            <a:ext cx="599807" cy="350666"/>
            <a:chOff x="660371" y="3462343"/>
            <a:chExt cx="746126" cy="458788"/>
          </a:xfrm>
        </p:grpSpPr>
        <p:sp>
          <p:nvSpPr>
            <p:cNvPr id="32" name="Freeform 196"/>
            <p:cNvSpPr/>
            <p:nvPr/>
          </p:nvSpPr>
          <p:spPr bwMode="auto">
            <a:xfrm>
              <a:off x="685771" y="3614743"/>
              <a:ext cx="9525" cy="7938"/>
            </a:xfrm>
            <a:custGeom>
              <a:avLst/>
              <a:gdLst/>
              <a:ahLst/>
              <a:cxnLst>
                <a:cxn ang="0">
                  <a:pos x="13" y="5"/>
                </a:cxn>
                <a:cxn ang="0">
                  <a:pos x="13" y="5"/>
                </a:cxn>
                <a:cxn ang="0">
                  <a:pos x="16" y="5"/>
                </a:cxn>
                <a:cxn ang="0">
                  <a:pos x="17" y="5"/>
                </a:cxn>
                <a:cxn ang="0">
                  <a:pos x="18" y="2"/>
                </a:cxn>
                <a:cxn ang="0">
                  <a:pos x="17" y="1"/>
                </a:cxn>
                <a:cxn ang="0">
                  <a:pos x="16" y="0"/>
                </a:cxn>
                <a:cxn ang="0">
                  <a:pos x="14" y="1"/>
                </a:cxn>
                <a:cxn ang="0">
                  <a:pos x="14" y="1"/>
                </a:cxn>
                <a:cxn ang="0">
                  <a:pos x="7" y="7"/>
                </a:cxn>
                <a:cxn ang="0">
                  <a:pos x="0" y="15"/>
                </a:cxn>
                <a:cxn ang="0">
                  <a:pos x="0" y="15"/>
                </a:cxn>
                <a:cxn ang="0">
                  <a:pos x="4" y="15"/>
                </a:cxn>
                <a:cxn ang="0">
                  <a:pos x="9" y="14"/>
                </a:cxn>
                <a:cxn ang="0">
                  <a:pos x="11" y="9"/>
                </a:cxn>
                <a:cxn ang="0">
                  <a:pos x="13" y="5"/>
                </a:cxn>
                <a:cxn ang="0">
                  <a:pos x="13" y="5"/>
                </a:cxn>
              </a:cxnLst>
              <a:rect l="0" t="0" r="r" b="b"/>
              <a:pathLst>
                <a:path w="18" h="15">
                  <a:moveTo>
                    <a:pt x="13" y="5"/>
                  </a:moveTo>
                  <a:lnTo>
                    <a:pt x="13" y="5"/>
                  </a:lnTo>
                  <a:lnTo>
                    <a:pt x="16" y="5"/>
                  </a:lnTo>
                  <a:lnTo>
                    <a:pt x="17" y="5"/>
                  </a:lnTo>
                  <a:lnTo>
                    <a:pt x="18" y="2"/>
                  </a:lnTo>
                  <a:lnTo>
                    <a:pt x="17" y="1"/>
                  </a:lnTo>
                  <a:lnTo>
                    <a:pt x="16" y="0"/>
                  </a:lnTo>
                  <a:lnTo>
                    <a:pt x="14" y="1"/>
                  </a:lnTo>
                  <a:lnTo>
                    <a:pt x="14" y="1"/>
                  </a:lnTo>
                  <a:lnTo>
                    <a:pt x="7" y="7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4" y="15"/>
                  </a:lnTo>
                  <a:lnTo>
                    <a:pt x="9" y="14"/>
                  </a:lnTo>
                  <a:lnTo>
                    <a:pt x="11" y="9"/>
                  </a:lnTo>
                  <a:lnTo>
                    <a:pt x="13" y="5"/>
                  </a:lnTo>
                  <a:lnTo>
                    <a:pt x="13" y="5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3" name="Freeform 197"/>
            <p:cNvSpPr/>
            <p:nvPr/>
          </p:nvSpPr>
          <p:spPr bwMode="auto">
            <a:xfrm>
              <a:off x="660371" y="3706818"/>
              <a:ext cx="7938" cy="9525"/>
            </a:xfrm>
            <a:custGeom>
              <a:avLst/>
              <a:gdLst/>
              <a:ahLst/>
              <a:cxnLst>
                <a:cxn ang="0">
                  <a:pos x="0" y="15"/>
                </a:cxn>
                <a:cxn ang="0">
                  <a:pos x="0" y="15"/>
                </a:cxn>
                <a:cxn ang="0">
                  <a:pos x="0" y="17"/>
                </a:cxn>
                <a:cxn ang="0">
                  <a:pos x="2" y="20"/>
                </a:cxn>
                <a:cxn ang="0">
                  <a:pos x="2" y="20"/>
                </a:cxn>
                <a:cxn ang="0">
                  <a:pos x="6" y="17"/>
                </a:cxn>
                <a:cxn ang="0">
                  <a:pos x="12" y="13"/>
                </a:cxn>
                <a:cxn ang="0">
                  <a:pos x="14" y="7"/>
                </a:cxn>
                <a:cxn ang="0">
                  <a:pos x="14" y="4"/>
                </a:cxn>
                <a:cxn ang="0">
                  <a:pos x="14" y="0"/>
                </a:cxn>
                <a:cxn ang="0">
                  <a:pos x="14" y="0"/>
                </a:cxn>
                <a:cxn ang="0">
                  <a:pos x="12" y="4"/>
                </a:cxn>
                <a:cxn ang="0">
                  <a:pos x="7" y="8"/>
                </a:cxn>
                <a:cxn ang="0">
                  <a:pos x="3" y="11"/>
                </a:cxn>
                <a:cxn ang="0">
                  <a:pos x="0" y="15"/>
                </a:cxn>
                <a:cxn ang="0">
                  <a:pos x="0" y="15"/>
                </a:cxn>
              </a:cxnLst>
              <a:rect l="0" t="0" r="r" b="b"/>
              <a:pathLst>
                <a:path w="14" h="20">
                  <a:moveTo>
                    <a:pt x="0" y="15"/>
                  </a:moveTo>
                  <a:lnTo>
                    <a:pt x="0" y="15"/>
                  </a:lnTo>
                  <a:lnTo>
                    <a:pt x="0" y="17"/>
                  </a:lnTo>
                  <a:lnTo>
                    <a:pt x="2" y="20"/>
                  </a:lnTo>
                  <a:lnTo>
                    <a:pt x="2" y="20"/>
                  </a:lnTo>
                  <a:lnTo>
                    <a:pt x="6" y="17"/>
                  </a:lnTo>
                  <a:lnTo>
                    <a:pt x="12" y="13"/>
                  </a:lnTo>
                  <a:lnTo>
                    <a:pt x="14" y="7"/>
                  </a:lnTo>
                  <a:lnTo>
                    <a:pt x="14" y="4"/>
                  </a:lnTo>
                  <a:lnTo>
                    <a:pt x="14" y="0"/>
                  </a:lnTo>
                  <a:lnTo>
                    <a:pt x="14" y="0"/>
                  </a:lnTo>
                  <a:lnTo>
                    <a:pt x="12" y="4"/>
                  </a:lnTo>
                  <a:lnTo>
                    <a:pt x="7" y="8"/>
                  </a:lnTo>
                  <a:lnTo>
                    <a:pt x="3" y="11"/>
                  </a:lnTo>
                  <a:lnTo>
                    <a:pt x="0" y="15"/>
                  </a:lnTo>
                  <a:lnTo>
                    <a:pt x="0" y="15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4" name="Freeform 198"/>
            <p:cNvSpPr/>
            <p:nvPr/>
          </p:nvSpPr>
          <p:spPr bwMode="auto">
            <a:xfrm>
              <a:off x="715934" y="3787780"/>
              <a:ext cx="6350" cy="7938"/>
            </a:xfrm>
            <a:custGeom>
              <a:avLst/>
              <a:gdLst/>
              <a:ahLst/>
              <a:cxnLst>
                <a:cxn ang="0">
                  <a:pos x="11" y="2"/>
                </a:cxn>
                <a:cxn ang="0">
                  <a:pos x="11" y="2"/>
                </a:cxn>
                <a:cxn ang="0">
                  <a:pos x="7" y="6"/>
                </a:cxn>
                <a:cxn ang="0">
                  <a:pos x="5" y="10"/>
                </a:cxn>
                <a:cxn ang="0">
                  <a:pos x="0" y="16"/>
                </a:cxn>
                <a:cxn ang="0">
                  <a:pos x="0" y="16"/>
                </a:cxn>
                <a:cxn ang="0">
                  <a:pos x="4" y="16"/>
                </a:cxn>
                <a:cxn ang="0">
                  <a:pos x="7" y="15"/>
                </a:cxn>
                <a:cxn ang="0">
                  <a:pos x="10" y="10"/>
                </a:cxn>
                <a:cxn ang="0">
                  <a:pos x="11" y="7"/>
                </a:cxn>
                <a:cxn ang="0">
                  <a:pos x="12" y="2"/>
                </a:cxn>
                <a:cxn ang="0">
                  <a:pos x="12" y="0"/>
                </a:cxn>
                <a:cxn ang="0">
                  <a:pos x="11" y="2"/>
                </a:cxn>
                <a:cxn ang="0">
                  <a:pos x="11" y="2"/>
                </a:cxn>
              </a:cxnLst>
              <a:rect l="0" t="0" r="r" b="b"/>
              <a:pathLst>
                <a:path w="12" h="16">
                  <a:moveTo>
                    <a:pt x="11" y="2"/>
                  </a:moveTo>
                  <a:lnTo>
                    <a:pt x="11" y="2"/>
                  </a:lnTo>
                  <a:lnTo>
                    <a:pt x="7" y="6"/>
                  </a:lnTo>
                  <a:lnTo>
                    <a:pt x="5" y="10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4" y="16"/>
                  </a:lnTo>
                  <a:lnTo>
                    <a:pt x="7" y="15"/>
                  </a:lnTo>
                  <a:lnTo>
                    <a:pt x="10" y="10"/>
                  </a:lnTo>
                  <a:lnTo>
                    <a:pt x="11" y="7"/>
                  </a:lnTo>
                  <a:lnTo>
                    <a:pt x="12" y="2"/>
                  </a:lnTo>
                  <a:lnTo>
                    <a:pt x="12" y="0"/>
                  </a:lnTo>
                  <a:lnTo>
                    <a:pt x="11" y="2"/>
                  </a:lnTo>
                  <a:lnTo>
                    <a:pt x="11" y="2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5" name="Freeform 199"/>
            <p:cNvSpPr/>
            <p:nvPr/>
          </p:nvSpPr>
          <p:spPr bwMode="auto">
            <a:xfrm>
              <a:off x="815946" y="3913193"/>
              <a:ext cx="3175" cy="7938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5" y="0"/>
                </a:cxn>
                <a:cxn ang="0">
                  <a:pos x="2" y="8"/>
                </a:cxn>
                <a:cxn ang="0">
                  <a:pos x="0" y="11"/>
                </a:cxn>
                <a:cxn ang="0">
                  <a:pos x="0" y="15"/>
                </a:cxn>
                <a:cxn ang="0">
                  <a:pos x="6" y="0"/>
                </a:cxn>
                <a:cxn ang="0">
                  <a:pos x="6" y="0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6" h="15">
                  <a:moveTo>
                    <a:pt x="5" y="0"/>
                  </a:moveTo>
                  <a:lnTo>
                    <a:pt x="5" y="0"/>
                  </a:lnTo>
                  <a:lnTo>
                    <a:pt x="2" y="8"/>
                  </a:lnTo>
                  <a:lnTo>
                    <a:pt x="0" y="11"/>
                  </a:lnTo>
                  <a:lnTo>
                    <a:pt x="0" y="15"/>
                  </a:lnTo>
                  <a:lnTo>
                    <a:pt x="6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6" name="Rectangle 200"/>
            <p:cNvSpPr>
              <a:spLocks noChangeArrowheads="1"/>
            </p:cNvSpPr>
            <p:nvPr/>
          </p:nvSpPr>
          <p:spPr bwMode="auto">
            <a:xfrm>
              <a:off x="819121" y="3913193"/>
              <a:ext cx="1588" cy="1588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7" name="Freeform 381"/>
            <p:cNvSpPr/>
            <p:nvPr/>
          </p:nvSpPr>
          <p:spPr bwMode="auto">
            <a:xfrm>
              <a:off x="1404909" y="3462343"/>
              <a:ext cx="1588" cy="3175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0"/>
                </a:cxn>
                <a:cxn ang="0">
                  <a:pos x="1" y="0"/>
                </a:cxn>
                <a:cxn ang="0">
                  <a:pos x="0" y="3"/>
                </a:cxn>
                <a:cxn ang="0">
                  <a:pos x="0" y="6"/>
                </a:cxn>
                <a:cxn ang="0">
                  <a:pos x="2" y="6"/>
                </a:cxn>
                <a:cxn ang="0">
                  <a:pos x="2" y="6"/>
                </a:cxn>
                <a:cxn ang="0">
                  <a:pos x="4" y="4"/>
                </a:cxn>
                <a:cxn ang="0">
                  <a:pos x="4" y="1"/>
                </a:cxn>
                <a:cxn ang="0">
                  <a:pos x="4" y="0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4" h="6">
                  <a:moveTo>
                    <a:pt x="2" y="0"/>
                  </a:moveTo>
                  <a:lnTo>
                    <a:pt x="2" y="0"/>
                  </a:lnTo>
                  <a:lnTo>
                    <a:pt x="1" y="0"/>
                  </a:lnTo>
                  <a:lnTo>
                    <a:pt x="0" y="3"/>
                  </a:lnTo>
                  <a:lnTo>
                    <a:pt x="0" y="6"/>
                  </a:lnTo>
                  <a:lnTo>
                    <a:pt x="2" y="6"/>
                  </a:lnTo>
                  <a:lnTo>
                    <a:pt x="2" y="6"/>
                  </a:lnTo>
                  <a:lnTo>
                    <a:pt x="4" y="4"/>
                  </a:lnTo>
                  <a:lnTo>
                    <a:pt x="4" y="1"/>
                  </a:lnTo>
                  <a:lnTo>
                    <a:pt x="4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3" name="组合 2"/>
          <p:cNvGrpSpPr/>
          <p:nvPr/>
        </p:nvGrpSpPr>
        <p:grpSpPr>
          <a:xfrm rot="0">
            <a:off x="600343" y="795720"/>
            <a:ext cx="599807" cy="350666"/>
            <a:chOff x="660371" y="3462343"/>
            <a:chExt cx="746126" cy="458788"/>
          </a:xfrm>
        </p:grpSpPr>
        <p:sp>
          <p:nvSpPr>
            <p:cNvPr id="6" name="Freeform 196"/>
            <p:cNvSpPr/>
            <p:nvPr/>
          </p:nvSpPr>
          <p:spPr bwMode="auto">
            <a:xfrm>
              <a:off x="685771" y="3614743"/>
              <a:ext cx="9525" cy="7938"/>
            </a:xfrm>
            <a:custGeom>
              <a:avLst/>
              <a:gdLst/>
              <a:ahLst/>
              <a:cxnLst>
                <a:cxn ang="0">
                  <a:pos x="13" y="5"/>
                </a:cxn>
                <a:cxn ang="0">
                  <a:pos x="13" y="5"/>
                </a:cxn>
                <a:cxn ang="0">
                  <a:pos x="16" y="5"/>
                </a:cxn>
                <a:cxn ang="0">
                  <a:pos x="17" y="5"/>
                </a:cxn>
                <a:cxn ang="0">
                  <a:pos x="18" y="2"/>
                </a:cxn>
                <a:cxn ang="0">
                  <a:pos x="17" y="1"/>
                </a:cxn>
                <a:cxn ang="0">
                  <a:pos x="16" y="0"/>
                </a:cxn>
                <a:cxn ang="0">
                  <a:pos x="14" y="1"/>
                </a:cxn>
                <a:cxn ang="0">
                  <a:pos x="14" y="1"/>
                </a:cxn>
                <a:cxn ang="0">
                  <a:pos x="7" y="7"/>
                </a:cxn>
                <a:cxn ang="0">
                  <a:pos x="0" y="15"/>
                </a:cxn>
                <a:cxn ang="0">
                  <a:pos x="0" y="15"/>
                </a:cxn>
                <a:cxn ang="0">
                  <a:pos x="4" y="15"/>
                </a:cxn>
                <a:cxn ang="0">
                  <a:pos x="9" y="14"/>
                </a:cxn>
                <a:cxn ang="0">
                  <a:pos x="11" y="9"/>
                </a:cxn>
                <a:cxn ang="0">
                  <a:pos x="13" y="5"/>
                </a:cxn>
                <a:cxn ang="0">
                  <a:pos x="13" y="5"/>
                </a:cxn>
              </a:cxnLst>
              <a:rect l="0" t="0" r="r" b="b"/>
              <a:pathLst>
                <a:path w="18" h="15">
                  <a:moveTo>
                    <a:pt x="13" y="5"/>
                  </a:moveTo>
                  <a:lnTo>
                    <a:pt x="13" y="5"/>
                  </a:lnTo>
                  <a:lnTo>
                    <a:pt x="16" y="5"/>
                  </a:lnTo>
                  <a:lnTo>
                    <a:pt x="17" y="5"/>
                  </a:lnTo>
                  <a:lnTo>
                    <a:pt x="18" y="2"/>
                  </a:lnTo>
                  <a:lnTo>
                    <a:pt x="17" y="1"/>
                  </a:lnTo>
                  <a:lnTo>
                    <a:pt x="16" y="0"/>
                  </a:lnTo>
                  <a:lnTo>
                    <a:pt x="14" y="1"/>
                  </a:lnTo>
                  <a:lnTo>
                    <a:pt x="14" y="1"/>
                  </a:lnTo>
                  <a:lnTo>
                    <a:pt x="7" y="7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4" y="15"/>
                  </a:lnTo>
                  <a:lnTo>
                    <a:pt x="9" y="14"/>
                  </a:lnTo>
                  <a:lnTo>
                    <a:pt x="11" y="9"/>
                  </a:lnTo>
                  <a:lnTo>
                    <a:pt x="13" y="5"/>
                  </a:lnTo>
                  <a:lnTo>
                    <a:pt x="13" y="5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" name="Freeform 197"/>
            <p:cNvSpPr/>
            <p:nvPr/>
          </p:nvSpPr>
          <p:spPr bwMode="auto">
            <a:xfrm>
              <a:off x="660371" y="3706818"/>
              <a:ext cx="7938" cy="9525"/>
            </a:xfrm>
            <a:custGeom>
              <a:avLst/>
              <a:gdLst/>
              <a:ahLst/>
              <a:cxnLst>
                <a:cxn ang="0">
                  <a:pos x="0" y="15"/>
                </a:cxn>
                <a:cxn ang="0">
                  <a:pos x="0" y="15"/>
                </a:cxn>
                <a:cxn ang="0">
                  <a:pos x="0" y="17"/>
                </a:cxn>
                <a:cxn ang="0">
                  <a:pos x="2" y="20"/>
                </a:cxn>
                <a:cxn ang="0">
                  <a:pos x="2" y="20"/>
                </a:cxn>
                <a:cxn ang="0">
                  <a:pos x="6" y="17"/>
                </a:cxn>
                <a:cxn ang="0">
                  <a:pos x="12" y="13"/>
                </a:cxn>
                <a:cxn ang="0">
                  <a:pos x="14" y="7"/>
                </a:cxn>
                <a:cxn ang="0">
                  <a:pos x="14" y="4"/>
                </a:cxn>
                <a:cxn ang="0">
                  <a:pos x="14" y="0"/>
                </a:cxn>
                <a:cxn ang="0">
                  <a:pos x="14" y="0"/>
                </a:cxn>
                <a:cxn ang="0">
                  <a:pos x="12" y="4"/>
                </a:cxn>
                <a:cxn ang="0">
                  <a:pos x="7" y="8"/>
                </a:cxn>
                <a:cxn ang="0">
                  <a:pos x="3" y="11"/>
                </a:cxn>
                <a:cxn ang="0">
                  <a:pos x="0" y="15"/>
                </a:cxn>
                <a:cxn ang="0">
                  <a:pos x="0" y="15"/>
                </a:cxn>
              </a:cxnLst>
              <a:rect l="0" t="0" r="r" b="b"/>
              <a:pathLst>
                <a:path w="14" h="20">
                  <a:moveTo>
                    <a:pt x="0" y="15"/>
                  </a:moveTo>
                  <a:lnTo>
                    <a:pt x="0" y="15"/>
                  </a:lnTo>
                  <a:lnTo>
                    <a:pt x="0" y="17"/>
                  </a:lnTo>
                  <a:lnTo>
                    <a:pt x="2" y="20"/>
                  </a:lnTo>
                  <a:lnTo>
                    <a:pt x="2" y="20"/>
                  </a:lnTo>
                  <a:lnTo>
                    <a:pt x="6" y="17"/>
                  </a:lnTo>
                  <a:lnTo>
                    <a:pt x="12" y="13"/>
                  </a:lnTo>
                  <a:lnTo>
                    <a:pt x="14" y="7"/>
                  </a:lnTo>
                  <a:lnTo>
                    <a:pt x="14" y="4"/>
                  </a:lnTo>
                  <a:lnTo>
                    <a:pt x="14" y="0"/>
                  </a:lnTo>
                  <a:lnTo>
                    <a:pt x="14" y="0"/>
                  </a:lnTo>
                  <a:lnTo>
                    <a:pt x="12" y="4"/>
                  </a:lnTo>
                  <a:lnTo>
                    <a:pt x="7" y="8"/>
                  </a:lnTo>
                  <a:lnTo>
                    <a:pt x="3" y="11"/>
                  </a:lnTo>
                  <a:lnTo>
                    <a:pt x="0" y="15"/>
                  </a:lnTo>
                  <a:lnTo>
                    <a:pt x="0" y="15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2" name="Freeform 198"/>
            <p:cNvSpPr/>
            <p:nvPr/>
          </p:nvSpPr>
          <p:spPr bwMode="auto">
            <a:xfrm>
              <a:off x="715934" y="3787780"/>
              <a:ext cx="6350" cy="7938"/>
            </a:xfrm>
            <a:custGeom>
              <a:avLst/>
              <a:gdLst/>
              <a:ahLst/>
              <a:cxnLst>
                <a:cxn ang="0">
                  <a:pos x="11" y="2"/>
                </a:cxn>
                <a:cxn ang="0">
                  <a:pos x="11" y="2"/>
                </a:cxn>
                <a:cxn ang="0">
                  <a:pos x="7" y="6"/>
                </a:cxn>
                <a:cxn ang="0">
                  <a:pos x="5" y="10"/>
                </a:cxn>
                <a:cxn ang="0">
                  <a:pos x="0" y="16"/>
                </a:cxn>
                <a:cxn ang="0">
                  <a:pos x="0" y="16"/>
                </a:cxn>
                <a:cxn ang="0">
                  <a:pos x="4" y="16"/>
                </a:cxn>
                <a:cxn ang="0">
                  <a:pos x="7" y="15"/>
                </a:cxn>
                <a:cxn ang="0">
                  <a:pos x="10" y="10"/>
                </a:cxn>
                <a:cxn ang="0">
                  <a:pos x="11" y="7"/>
                </a:cxn>
                <a:cxn ang="0">
                  <a:pos x="12" y="2"/>
                </a:cxn>
                <a:cxn ang="0">
                  <a:pos x="12" y="0"/>
                </a:cxn>
                <a:cxn ang="0">
                  <a:pos x="11" y="2"/>
                </a:cxn>
                <a:cxn ang="0">
                  <a:pos x="11" y="2"/>
                </a:cxn>
              </a:cxnLst>
              <a:rect l="0" t="0" r="r" b="b"/>
              <a:pathLst>
                <a:path w="12" h="16">
                  <a:moveTo>
                    <a:pt x="11" y="2"/>
                  </a:moveTo>
                  <a:lnTo>
                    <a:pt x="11" y="2"/>
                  </a:lnTo>
                  <a:lnTo>
                    <a:pt x="7" y="6"/>
                  </a:lnTo>
                  <a:lnTo>
                    <a:pt x="5" y="10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4" y="16"/>
                  </a:lnTo>
                  <a:lnTo>
                    <a:pt x="7" y="15"/>
                  </a:lnTo>
                  <a:lnTo>
                    <a:pt x="10" y="10"/>
                  </a:lnTo>
                  <a:lnTo>
                    <a:pt x="11" y="7"/>
                  </a:lnTo>
                  <a:lnTo>
                    <a:pt x="12" y="2"/>
                  </a:lnTo>
                  <a:lnTo>
                    <a:pt x="12" y="0"/>
                  </a:lnTo>
                  <a:lnTo>
                    <a:pt x="11" y="2"/>
                  </a:lnTo>
                  <a:lnTo>
                    <a:pt x="11" y="2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3" name="Freeform 199"/>
            <p:cNvSpPr/>
            <p:nvPr/>
          </p:nvSpPr>
          <p:spPr bwMode="auto">
            <a:xfrm>
              <a:off x="815946" y="3913193"/>
              <a:ext cx="3175" cy="7938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5" y="0"/>
                </a:cxn>
                <a:cxn ang="0">
                  <a:pos x="2" y="8"/>
                </a:cxn>
                <a:cxn ang="0">
                  <a:pos x="0" y="11"/>
                </a:cxn>
                <a:cxn ang="0">
                  <a:pos x="0" y="15"/>
                </a:cxn>
                <a:cxn ang="0">
                  <a:pos x="6" y="0"/>
                </a:cxn>
                <a:cxn ang="0">
                  <a:pos x="6" y="0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6" h="15">
                  <a:moveTo>
                    <a:pt x="5" y="0"/>
                  </a:moveTo>
                  <a:lnTo>
                    <a:pt x="5" y="0"/>
                  </a:lnTo>
                  <a:lnTo>
                    <a:pt x="2" y="8"/>
                  </a:lnTo>
                  <a:lnTo>
                    <a:pt x="0" y="11"/>
                  </a:lnTo>
                  <a:lnTo>
                    <a:pt x="0" y="15"/>
                  </a:lnTo>
                  <a:lnTo>
                    <a:pt x="6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4" name="Rectangle 200"/>
            <p:cNvSpPr>
              <a:spLocks noChangeArrowheads="1"/>
            </p:cNvSpPr>
            <p:nvPr/>
          </p:nvSpPr>
          <p:spPr bwMode="auto">
            <a:xfrm>
              <a:off x="819121" y="3913193"/>
              <a:ext cx="1588" cy="1588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5" name="Freeform 381"/>
            <p:cNvSpPr/>
            <p:nvPr/>
          </p:nvSpPr>
          <p:spPr bwMode="auto">
            <a:xfrm>
              <a:off x="1404909" y="3462343"/>
              <a:ext cx="1588" cy="3175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0"/>
                </a:cxn>
                <a:cxn ang="0">
                  <a:pos x="1" y="0"/>
                </a:cxn>
                <a:cxn ang="0">
                  <a:pos x="0" y="3"/>
                </a:cxn>
                <a:cxn ang="0">
                  <a:pos x="0" y="6"/>
                </a:cxn>
                <a:cxn ang="0">
                  <a:pos x="2" y="6"/>
                </a:cxn>
                <a:cxn ang="0">
                  <a:pos x="2" y="6"/>
                </a:cxn>
                <a:cxn ang="0">
                  <a:pos x="4" y="4"/>
                </a:cxn>
                <a:cxn ang="0">
                  <a:pos x="4" y="1"/>
                </a:cxn>
                <a:cxn ang="0">
                  <a:pos x="4" y="0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4" h="6">
                  <a:moveTo>
                    <a:pt x="2" y="0"/>
                  </a:moveTo>
                  <a:lnTo>
                    <a:pt x="2" y="0"/>
                  </a:lnTo>
                  <a:lnTo>
                    <a:pt x="1" y="0"/>
                  </a:lnTo>
                  <a:lnTo>
                    <a:pt x="0" y="3"/>
                  </a:lnTo>
                  <a:lnTo>
                    <a:pt x="0" y="6"/>
                  </a:lnTo>
                  <a:lnTo>
                    <a:pt x="2" y="6"/>
                  </a:lnTo>
                  <a:lnTo>
                    <a:pt x="2" y="6"/>
                  </a:lnTo>
                  <a:lnTo>
                    <a:pt x="4" y="4"/>
                  </a:lnTo>
                  <a:lnTo>
                    <a:pt x="4" y="1"/>
                  </a:lnTo>
                  <a:lnTo>
                    <a:pt x="4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</p:grpSp>
      <p:sp>
        <p:nvSpPr>
          <p:cNvPr id="16" name="TextBox 37"/>
          <p:cNvSpPr txBox="1"/>
          <p:nvPr/>
        </p:nvSpPr>
        <p:spPr>
          <a:xfrm>
            <a:off x="1475740" y="627380"/>
            <a:ext cx="24396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 dirty="0">
                <a:solidFill>
                  <a:schemeClr val="bg1"/>
                </a:solidFill>
                <a:latin typeface="方正静蕾简体" pitchFamily="2" charset="-122"/>
                <a:ea typeface="方正静蕾简体" pitchFamily="2" charset="-122"/>
              </a:rPr>
              <a:t>游戏定位</a:t>
            </a:r>
            <a:endParaRPr lang="zh-CN" altLang="en-US" sz="4000" dirty="0">
              <a:solidFill>
                <a:schemeClr val="bg1"/>
              </a:solidFill>
              <a:latin typeface="方正静蕾简体" pitchFamily="2" charset="-122"/>
              <a:ea typeface="方正静蕾简体" pitchFamily="2" charset="-122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1207770" y="1851660"/>
            <a:ext cx="6727825" cy="230695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342900" indent="-342900" algn="ctr">
              <a:buFont typeface="Wingdings" panose="05000000000000000000" charset="0"/>
              <a:buChar char="u"/>
            </a:pPr>
            <a:r>
              <a:rPr lang="zh-CN" altLang="en-US" sz="2400" b="0" dirty="0">
                <a:solidFill>
                  <a:schemeClr val="bg1"/>
                </a:solidFill>
                <a:latin typeface="方正静蕾简体" pitchFamily="2" charset="-122"/>
                <a:ea typeface="方正静蕾简体" pitchFamily="2" charset="-122"/>
              </a:rPr>
              <a:t>一款2D</a:t>
            </a:r>
            <a:r>
              <a:rPr lang="zh-CN" altLang="en-US" sz="2400" b="1" dirty="0">
                <a:solidFill>
                  <a:schemeClr val="bg1"/>
                </a:solidFill>
                <a:latin typeface="方正静蕾简体" pitchFamily="2" charset="-122"/>
                <a:ea typeface="方正静蕾简体" pitchFamily="2" charset="-122"/>
              </a:rPr>
              <a:t>像素风格</a:t>
            </a:r>
            <a:r>
              <a:rPr lang="zh-CN" altLang="en-US" sz="2400" b="0" dirty="0">
                <a:solidFill>
                  <a:schemeClr val="bg1"/>
                </a:solidFill>
                <a:latin typeface="方正静蕾简体" pitchFamily="2" charset="-122"/>
                <a:ea typeface="方正静蕾简体" pitchFamily="2" charset="-122"/>
              </a:rPr>
              <a:t>、操作简单的小型单机游戏</a:t>
            </a:r>
            <a:endParaRPr lang="zh-CN" altLang="en-US" sz="2400" b="0" dirty="0">
              <a:solidFill>
                <a:schemeClr val="bg1"/>
              </a:solidFill>
              <a:latin typeface="方正静蕾简体" pitchFamily="2" charset="-122"/>
              <a:ea typeface="方正静蕾简体" pitchFamily="2" charset="-122"/>
            </a:endParaRPr>
          </a:p>
          <a:p>
            <a:pPr indent="0" algn="ctr">
              <a:buFont typeface="Wingdings" panose="05000000000000000000" charset="0"/>
              <a:buNone/>
            </a:pPr>
            <a:endParaRPr lang="zh-CN" altLang="en-US" sz="2400" b="0" dirty="0">
              <a:solidFill>
                <a:schemeClr val="bg1"/>
              </a:solidFill>
              <a:latin typeface="方正静蕾简体" pitchFamily="2" charset="-122"/>
              <a:ea typeface="方正静蕾简体" pitchFamily="2" charset="-122"/>
            </a:endParaRPr>
          </a:p>
          <a:p>
            <a:pPr marL="342900" indent="-342900" algn="ctr">
              <a:buFont typeface="Wingdings" panose="05000000000000000000" charset="0"/>
              <a:buChar char="u"/>
            </a:pPr>
            <a:r>
              <a:rPr lang="zh-CN" altLang="en-US" sz="2400" b="0" dirty="0">
                <a:solidFill>
                  <a:schemeClr val="bg1"/>
                </a:solidFill>
                <a:latin typeface="方正静蕾简体" pitchFamily="2" charset="-122"/>
                <a:ea typeface="方正静蕾简体" pitchFamily="2" charset="-122"/>
              </a:rPr>
              <a:t>一款以高中校园为主要背景的</a:t>
            </a:r>
            <a:r>
              <a:rPr lang="zh-CN" altLang="en-US" sz="2400" b="1" dirty="0">
                <a:solidFill>
                  <a:schemeClr val="bg1"/>
                </a:solidFill>
                <a:latin typeface="方正静蕾简体" pitchFamily="2" charset="-122"/>
                <a:ea typeface="方正静蕾简体" pitchFamily="2" charset="-122"/>
              </a:rPr>
              <a:t>益智解谜</a:t>
            </a:r>
            <a:r>
              <a:rPr lang="zh-CN" altLang="en-US" sz="2400" b="0" dirty="0">
                <a:solidFill>
                  <a:schemeClr val="bg1"/>
                </a:solidFill>
                <a:latin typeface="方正静蕾简体" pitchFamily="2" charset="-122"/>
                <a:ea typeface="方正静蕾简体" pitchFamily="2" charset="-122"/>
              </a:rPr>
              <a:t>游戏</a:t>
            </a:r>
            <a:endParaRPr lang="zh-CN" altLang="en-US" sz="2400" b="0" dirty="0">
              <a:solidFill>
                <a:schemeClr val="bg1"/>
              </a:solidFill>
              <a:latin typeface="方正静蕾简体" pitchFamily="2" charset="-122"/>
              <a:ea typeface="方正静蕾简体" pitchFamily="2" charset="-122"/>
            </a:endParaRPr>
          </a:p>
          <a:p>
            <a:pPr indent="0" algn="ctr">
              <a:buFont typeface="Wingdings" panose="05000000000000000000" charset="0"/>
              <a:buNone/>
            </a:pPr>
            <a:endParaRPr lang="zh-CN" altLang="en-US" sz="2400" b="0" dirty="0">
              <a:solidFill>
                <a:schemeClr val="bg1"/>
              </a:solidFill>
              <a:latin typeface="方正静蕾简体" pitchFamily="2" charset="-122"/>
              <a:ea typeface="方正静蕾简体" pitchFamily="2" charset="-122"/>
            </a:endParaRPr>
          </a:p>
          <a:p>
            <a:pPr marL="342900" indent="-342900" algn="ctr">
              <a:buFont typeface="Wingdings" panose="05000000000000000000" charset="0"/>
              <a:buChar char="u"/>
            </a:pPr>
            <a:r>
              <a:rPr lang="zh-CN" altLang="en-US" sz="2400" dirty="0">
                <a:solidFill>
                  <a:schemeClr val="bg1"/>
                </a:solidFill>
                <a:latin typeface="方正静蕾简体" pitchFamily="2" charset="-122"/>
                <a:ea typeface="方正静蕾简体" pitchFamily="2" charset="-122"/>
              </a:rPr>
              <a:t>一款取材于奇闻怪谈、社会新闻的</a:t>
            </a:r>
            <a:r>
              <a:rPr lang="zh-CN" altLang="en-US" sz="2400" b="1" dirty="0">
                <a:solidFill>
                  <a:schemeClr val="bg1"/>
                </a:solidFill>
                <a:latin typeface="方正静蕾简体" pitchFamily="2" charset="-122"/>
                <a:ea typeface="方正静蕾简体" pitchFamily="2" charset="-122"/>
              </a:rPr>
              <a:t>恐怖</a:t>
            </a:r>
            <a:r>
              <a:rPr lang="zh-CN" altLang="en-US" sz="2400" dirty="0">
                <a:solidFill>
                  <a:schemeClr val="bg1"/>
                </a:solidFill>
                <a:latin typeface="方正静蕾简体" pitchFamily="2" charset="-122"/>
                <a:ea typeface="方正静蕾简体" pitchFamily="2" charset="-122"/>
              </a:rPr>
              <a:t>游戏</a:t>
            </a:r>
            <a:endParaRPr lang="zh-CN" altLang="en-US" sz="2400" dirty="0">
              <a:solidFill>
                <a:schemeClr val="bg1"/>
              </a:solidFill>
              <a:latin typeface="方正静蕾简体" pitchFamily="2" charset="-122"/>
              <a:ea typeface="方正静蕾简体" pitchFamily="2" charset="-122"/>
            </a:endParaRPr>
          </a:p>
          <a:p>
            <a:pPr marL="342900" indent="-342900" algn="ctr">
              <a:buFont typeface="Wingdings" panose="05000000000000000000" charset="0"/>
              <a:buChar char="u"/>
            </a:pPr>
            <a:endParaRPr lang="zh-CN" altLang="en-US" sz="2400" dirty="0">
              <a:solidFill>
                <a:schemeClr val="bg1"/>
              </a:solidFill>
              <a:latin typeface="方正静蕾简体" pitchFamily="2" charset="-122"/>
              <a:ea typeface="方正静蕾简体" pitchFamily="2" charset="-122"/>
            </a:endParaRPr>
          </a:p>
        </p:txBody>
      </p:sp>
      <p:pic>
        <p:nvPicPr>
          <p:cNvPr id="61" name="图片 60" descr="手电筒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510" y="591820"/>
            <a:ext cx="800735" cy="7886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3250">
        <p15:prstTrans prst="origami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组合 28"/>
          <p:cNvGrpSpPr/>
          <p:nvPr/>
        </p:nvGrpSpPr>
        <p:grpSpPr>
          <a:xfrm rot="0">
            <a:off x="455563" y="2573720"/>
            <a:ext cx="599807" cy="350666"/>
            <a:chOff x="660371" y="3462343"/>
            <a:chExt cx="746126" cy="458788"/>
          </a:xfrm>
        </p:grpSpPr>
        <p:sp>
          <p:nvSpPr>
            <p:cNvPr id="32" name="Freeform 196"/>
            <p:cNvSpPr/>
            <p:nvPr/>
          </p:nvSpPr>
          <p:spPr bwMode="auto">
            <a:xfrm>
              <a:off x="685771" y="3614743"/>
              <a:ext cx="9525" cy="7938"/>
            </a:xfrm>
            <a:custGeom>
              <a:avLst/>
              <a:gdLst/>
              <a:ahLst/>
              <a:cxnLst>
                <a:cxn ang="0">
                  <a:pos x="13" y="5"/>
                </a:cxn>
                <a:cxn ang="0">
                  <a:pos x="13" y="5"/>
                </a:cxn>
                <a:cxn ang="0">
                  <a:pos x="16" y="5"/>
                </a:cxn>
                <a:cxn ang="0">
                  <a:pos x="17" y="5"/>
                </a:cxn>
                <a:cxn ang="0">
                  <a:pos x="18" y="2"/>
                </a:cxn>
                <a:cxn ang="0">
                  <a:pos x="17" y="1"/>
                </a:cxn>
                <a:cxn ang="0">
                  <a:pos x="16" y="0"/>
                </a:cxn>
                <a:cxn ang="0">
                  <a:pos x="14" y="1"/>
                </a:cxn>
                <a:cxn ang="0">
                  <a:pos x="14" y="1"/>
                </a:cxn>
                <a:cxn ang="0">
                  <a:pos x="7" y="7"/>
                </a:cxn>
                <a:cxn ang="0">
                  <a:pos x="0" y="15"/>
                </a:cxn>
                <a:cxn ang="0">
                  <a:pos x="0" y="15"/>
                </a:cxn>
                <a:cxn ang="0">
                  <a:pos x="4" y="15"/>
                </a:cxn>
                <a:cxn ang="0">
                  <a:pos x="9" y="14"/>
                </a:cxn>
                <a:cxn ang="0">
                  <a:pos x="11" y="9"/>
                </a:cxn>
                <a:cxn ang="0">
                  <a:pos x="13" y="5"/>
                </a:cxn>
                <a:cxn ang="0">
                  <a:pos x="13" y="5"/>
                </a:cxn>
              </a:cxnLst>
              <a:rect l="0" t="0" r="r" b="b"/>
              <a:pathLst>
                <a:path w="18" h="15">
                  <a:moveTo>
                    <a:pt x="13" y="5"/>
                  </a:moveTo>
                  <a:lnTo>
                    <a:pt x="13" y="5"/>
                  </a:lnTo>
                  <a:lnTo>
                    <a:pt x="16" y="5"/>
                  </a:lnTo>
                  <a:lnTo>
                    <a:pt x="17" y="5"/>
                  </a:lnTo>
                  <a:lnTo>
                    <a:pt x="18" y="2"/>
                  </a:lnTo>
                  <a:lnTo>
                    <a:pt x="17" y="1"/>
                  </a:lnTo>
                  <a:lnTo>
                    <a:pt x="16" y="0"/>
                  </a:lnTo>
                  <a:lnTo>
                    <a:pt x="14" y="1"/>
                  </a:lnTo>
                  <a:lnTo>
                    <a:pt x="14" y="1"/>
                  </a:lnTo>
                  <a:lnTo>
                    <a:pt x="7" y="7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4" y="15"/>
                  </a:lnTo>
                  <a:lnTo>
                    <a:pt x="9" y="14"/>
                  </a:lnTo>
                  <a:lnTo>
                    <a:pt x="11" y="9"/>
                  </a:lnTo>
                  <a:lnTo>
                    <a:pt x="13" y="5"/>
                  </a:lnTo>
                  <a:lnTo>
                    <a:pt x="13" y="5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3" name="Freeform 197"/>
            <p:cNvSpPr/>
            <p:nvPr/>
          </p:nvSpPr>
          <p:spPr bwMode="auto">
            <a:xfrm>
              <a:off x="660371" y="3706818"/>
              <a:ext cx="7938" cy="9525"/>
            </a:xfrm>
            <a:custGeom>
              <a:avLst/>
              <a:gdLst/>
              <a:ahLst/>
              <a:cxnLst>
                <a:cxn ang="0">
                  <a:pos x="0" y="15"/>
                </a:cxn>
                <a:cxn ang="0">
                  <a:pos x="0" y="15"/>
                </a:cxn>
                <a:cxn ang="0">
                  <a:pos x="0" y="17"/>
                </a:cxn>
                <a:cxn ang="0">
                  <a:pos x="2" y="20"/>
                </a:cxn>
                <a:cxn ang="0">
                  <a:pos x="2" y="20"/>
                </a:cxn>
                <a:cxn ang="0">
                  <a:pos x="6" y="17"/>
                </a:cxn>
                <a:cxn ang="0">
                  <a:pos x="12" y="13"/>
                </a:cxn>
                <a:cxn ang="0">
                  <a:pos x="14" y="7"/>
                </a:cxn>
                <a:cxn ang="0">
                  <a:pos x="14" y="4"/>
                </a:cxn>
                <a:cxn ang="0">
                  <a:pos x="14" y="0"/>
                </a:cxn>
                <a:cxn ang="0">
                  <a:pos x="14" y="0"/>
                </a:cxn>
                <a:cxn ang="0">
                  <a:pos x="12" y="4"/>
                </a:cxn>
                <a:cxn ang="0">
                  <a:pos x="7" y="8"/>
                </a:cxn>
                <a:cxn ang="0">
                  <a:pos x="3" y="11"/>
                </a:cxn>
                <a:cxn ang="0">
                  <a:pos x="0" y="15"/>
                </a:cxn>
                <a:cxn ang="0">
                  <a:pos x="0" y="15"/>
                </a:cxn>
              </a:cxnLst>
              <a:rect l="0" t="0" r="r" b="b"/>
              <a:pathLst>
                <a:path w="14" h="20">
                  <a:moveTo>
                    <a:pt x="0" y="15"/>
                  </a:moveTo>
                  <a:lnTo>
                    <a:pt x="0" y="15"/>
                  </a:lnTo>
                  <a:lnTo>
                    <a:pt x="0" y="17"/>
                  </a:lnTo>
                  <a:lnTo>
                    <a:pt x="2" y="20"/>
                  </a:lnTo>
                  <a:lnTo>
                    <a:pt x="2" y="20"/>
                  </a:lnTo>
                  <a:lnTo>
                    <a:pt x="6" y="17"/>
                  </a:lnTo>
                  <a:lnTo>
                    <a:pt x="12" y="13"/>
                  </a:lnTo>
                  <a:lnTo>
                    <a:pt x="14" y="7"/>
                  </a:lnTo>
                  <a:lnTo>
                    <a:pt x="14" y="4"/>
                  </a:lnTo>
                  <a:lnTo>
                    <a:pt x="14" y="0"/>
                  </a:lnTo>
                  <a:lnTo>
                    <a:pt x="14" y="0"/>
                  </a:lnTo>
                  <a:lnTo>
                    <a:pt x="12" y="4"/>
                  </a:lnTo>
                  <a:lnTo>
                    <a:pt x="7" y="8"/>
                  </a:lnTo>
                  <a:lnTo>
                    <a:pt x="3" y="11"/>
                  </a:lnTo>
                  <a:lnTo>
                    <a:pt x="0" y="15"/>
                  </a:lnTo>
                  <a:lnTo>
                    <a:pt x="0" y="15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4" name="Freeform 198"/>
            <p:cNvSpPr/>
            <p:nvPr/>
          </p:nvSpPr>
          <p:spPr bwMode="auto">
            <a:xfrm>
              <a:off x="715934" y="3787780"/>
              <a:ext cx="6350" cy="7938"/>
            </a:xfrm>
            <a:custGeom>
              <a:avLst/>
              <a:gdLst/>
              <a:ahLst/>
              <a:cxnLst>
                <a:cxn ang="0">
                  <a:pos x="11" y="2"/>
                </a:cxn>
                <a:cxn ang="0">
                  <a:pos x="11" y="2"/>
                </a:cxn>
                <a:cxn ang="0">
                  <a:pos x="7" y="6"/>
                </a:cxn>
                <a:cxn ang="0">
                  <a:pos x="5" y="10"/>
                </a:cxn>
                <a:cxn ang="0">
                  <a:pos x="0" y="16"/>
                </a:cxn>
                <a:cxn ang="0">
                  <a:pos x="0" y="16"/>
                </a:cxn>
                <a:cxn ang="0">
                  <a:pos x="4" y="16"/>
                </a:cxn>
                <a:cxn ang="0">
                  <a:pos x="7" y="15"/>
                </a:cxn>
                <a:cxn ang="0">
                  <a:pos x="10" y="10"/>
                </a:cxn>
                <a:cxn ang="0">
                  <a:pos x="11" y="7"/>
                </a:cxn>
                <a:cxn ang="0">
                  <a:pos x="12" y="2"/>
                </a:cxn>
                <a:cxn ang="0">
                  <a:pos x="12" y="0"/>
                </a:cxn>
                <a:cxn ang="0">
                  <a:pos x="11" y="2"/>
                </a:cxn>
                <a:cxn ang="0">
                  <a:pos x="11" y="2"/>
                </a:cxn>
              </a:cxnLst>
              <a:rect l="0" t="0" r="r" b="b"/>
              <a:pathLst>
                <a:path w="12" h="16">
                  <a:moveTo>
                    <a:pt x="11" y="2"/>
                  </a:moveTo>
                  <a:lnTo>
                    <a:pt x="11" y="2"/>
                  </a:lnTo>
                  <a:lnTo>
                    <a:pt x="7" y="6"/>
                  </a:lnTo>
                  <a:lnTo>
                    <a:pt x="5" y="10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4" y="16"/>
                  </a:lnTo>
                  <a:lnTo>
                    <a:pt x="7" y="15"/>
                  </a:lnTo>
                  <a:lnTo>
                    <a:pt x="10" y="10"/>
                  </a:lnTo>
                  <a:lnTo>
                    <a:pt x="11" y="7"/>
                  </a:lnTo>
                  <a:lnTo>
                    <a:pt x="12" y="2"/>
                  </a:lnTo>
                  <a:lnTo>
                    <a:pt x="12" y="0"/>
                  </a:lnTo>
                  <a:lnTo>
                    <a:pt x="11" y="2"/>
                  </a:lnTo>
                  <a:lnTo>
                    <a:pt x="11" y="2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5" name="Freeform 199"/>
            <p:cNvSpPr/>
            <p:nvPr/>
          </p:nvSpPr>
          <p:spPr bwMode="auto">
            <a:xfrm>
              <a:off x="815946" y="3913193"/>
              <a:ext cx="3175" cy="7938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5" y="0"/>
                </a:cxn>
                <a:cxn ang="0">
                  <a:pos x="2" y="8"/>
                </a:cxn>
                <a:cxn ang="0">
                  <a:pos x="0" y="11"/>
                </a:cxn>
                <a:cxn ang="0">
                  <a:pos x="0" y="15"/>
                </a:cxn>
                <a:cxn ang="0">
                  <a:pos x="6" y="0"/>
                </a:cxn>
                <a:cxn ang="0">
                  <a:pos x="6" y="0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6" h="15">
                  <a:moveTo>
                    <a:pt x="5" y="0"/>
                  </a:moveTo>
                  <a:lnTo>
                    <a:pt x="5" y="0"/>
                  </a:lnTo>
                  <a:lnTo>
                    <a:pt x="2" y="8"/>
                  </a:lnTo>
                  <a:lnTo>
                    <a:pt x="0" y="11"/>
                  </a:lnTo>
                  <a:lnTo>
                    <a:pt x="0" y="15"/>
                  </a:lnTo>
                  <a:lnTo>
                    <a:pt x="6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6" name="Rectangle 200"/>
            <p:cNvSpPr>
              <a:spLocks noChangeArrowheads="1"/>
            </p:cNvSpPr>
            <p:nvPr/>
          </p:nvSpPr>
          <p:spPr bwMode="auto">
            <a:xfrm>
              <a:off x="819121" y="3913193"/>
              <a:ext cx="1588" cy="1588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7" name="Freeform 381"/>
            <p:cNvSpPr/>
            <p:nvPr/>
          </p:nvSpPr>
          <p:spPr bwMode="auto">
            <a:xfrm>
              <a:off x="1404909" y="3462343"/>
              <a:ext cx="1588" cy="3175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0"/>
                </a:cxn>
                <a:cxn ang="0">
                  <a:pos x="1" y="0"/>
                </a:cxn>
                <a:cxn ang="0">
                  <a:pos x="0" y="3"/>
                </a:cxn>
                <a:cxn ang="0">
                  <a:pos x="0" y="6"/>
                </a:cxn>
                <a:cxn ang="0">
                  <a:pos x="2" y="6"/>
                </a:cxn>
                <a:cxn ang="0">
                  <a:pos x="2" y="6"/>
                </a:cxn>
                <a:cxn ang="0">
                  <a:pos x="4" y="4"/>
                </a:cxn>
                <a:cxn ang="0">
                  <a:pos x="4" y="1"/>
                </a:cxn>
                <a:cxn ang="0">
                  <a:pos x="4" y="0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4" h="6">
                  <a:moveTo>
                    <a:pt x="2" y="0"/>
                  </a:moveTo>
                  <a:lnTo>
                    <a:pt x="2" y="0"/>
                  </a:lnTo>
                  <a:lnTo>
                    <a:pt x="1" y="0"/>
                  </a:lnTo>
                  <a:lnTo>
                    <a:pt x="0" y="3"/>
                  </a:lnTo>
                  <a:lnTo>
                    <a:pt x="0" y="6"/>
                  </a:lnTo>
                  <a:lnTo>
                    <a:pt x="2" y="6"/>
                  </a:lnTo>
                  <a:lnTo>
                    <a:pt x="2" y="6"/>
                  </a:lnTo>
                  <a:lnTo>
                    <a:pt x="4" y="4"/>
                  </a:lnTo>
                  <a:lnTo>
                    <a:pt x="4" y="1"/>
                  </a:lnTo>
                  <a:lnTo>
                    <a:pt x="4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3" name="组合 2"/>
          <p:cNvGrpSpPr/>
          <p:nvPr/>
        </p:nvGrpSpPr>
        <p:grpSpPr>
          <a:xfrm rot="0">
            <a:off x="2699653" y="2131760"/>
            <a:ext cx="599807" cy="350666"/>
            <a:chOff x="660371" y="3462343"/>
            <a:chExt cx="746126" cy="458788"/>
          </a:xfrm>
        </p:grpSpPr>
        <p:sp>
          <p:nvSpPr>
            <p:cNvPr id="6" name="Freeform 196"/>
            <p:cNvSpPr/>
            <p:nvPr/>
          </p:nvSpPr>
          <p:spPr bwMode="auto">
            <a:xfrm>
              <a:off x="685771" y="3614743"/>
              <a:ext cx="9525" cy="7938"/>
            </a:xfrm>
            <a:custGeom>
              <a:avLst/>
              <a:gdLst/>
              <a:ahLst/>
              <a:cxnLst>
                <a:cxn ang="0">
                  <a:pos x="13" y="5"/>
                </a:cxn>
                <a:cxn ang="0">
                  <a:pos x="13" y="5"/>
                </a:cxn>
                <a:cxn ang="0">
                  <a:pos x="16" y="5"/>
                </a:cxn>
                <a:cxn ang="0">
                  <a:pos x="17" y="5"/>
                </a:cxn>
                <a:cxn ang="0">
                  <a:pos x="18" y="2"/>
                </a:cxn>
                <a:cxn ang="0">
                  <a:pos x="17" y="1"/>
                </a:cxn>
                <a:cxn ang="0">
                  <a:pos x="16" y="0"/>
                </a:cxn>
                <a:cxn ang="0">
                  <a:pos x="14" y="1"/>
                </a:cxn>
                <a:cxn ang="0">
                  <a:pos x="14" y="1"/>
                </a:cxn>
                <a:cxn ang="0">
                  <a:pos x="7" y="7"/>
                </a:cxn>
                <a:cxn ang="0">
                  <a:pos x="0" y="15"/>
                </a:cxn>
                <a:cxn ang="0">
                  <a:pos x="0" y="15"/>
                </a:cxn>
                <a:cxn ang="0">
                  <a:pos x="4" y="15"/>
                </a:cxn>
                <a:cxn ang="0">
                  <a:pos x="9" y="14"/>
                </a:cxn>
                <a:cxn ang="0">
                  <a:pos x="11" y="9"/>
                </a:cxn>
                <a:cxn ang="0">
                  <a:pos x="13" y="5"/>
                </a:cxn>
                <a:cxn ang="0">
                  <a:pos x="13" y="5"/>
                </a:cxn>
              </a:cxnLst>
              <a:rect l="0" t="0" r="r" b="b"/>
              <a:pathLst>
                <a:path w="18" h="15">
                  <a:moveTo>
                    <a:pt x="13" y="5"/>
                  </a:moveTo>
                  <a:lnTo>
                    <a:pt x="13" y="5"/>
                  </a:lnTo>
                  <a:lnTo>
                    <a:pt x="16" y="5"/>
                  </a:lnTo>
                  <a:lnTo>
                    <a:pt x="17" y="5"/>
                  </a:lnTo>
                  <a:lnTo>
                    <a:pt x="18" y="2"/>
                  </a:lnTo>
                  <a:lnTo>
                    <a:pt x="17" y="1"/>
                  </a:lnTo>
                  <a:lnTo>
                    <a:pt x="16" y="0"/>
                  </a:lnTo>
                  <a:lnTo>
                    <a:pt x="14" y="1"/>
                  </a:lnTo>
                  <a:lnTo>
                    <a:pt x="14" y="1"/>
                  </a:lnTo>
                  <a:lnTo>
                    <a:pt x="7" y="7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4" y="15"/>
                  </a:lnTo>
                  <a:lnTo>
                    <a:pt x="9" y="14"/>
                  </a:lnTo>
                  <a:lnTo>
                    <a:pt x="11" y="9"/>
                  </a:lnTo>
                  <a:lnTo>
                    <a:pt x="13" y="5"/>
                  </a:lnTo>
                  <a:lnTo>
                    <a:pt x="13" y="5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" name="Freeform 197"/>
            <p:cNvSpPr/>
            <p:nvPr/>
          </p:nvSpPr>
          <p:spPr bwMode="auto">
            <a:xfrm>
              <a:off x="660371" y="3706818"/>
              <a:ext cx="7938" cy="9525"/>
            </a:xfrm>
            <a:custGeom>
              <a:avLst/>
              <a:gdLst/>
              <a:ahLst/>
              <a:cxnLst>
                <a:cxn ang="0">
                  <a:pos x="0" y="15"/>
                </a:cxn>
                <a:cxn ang="0">
                  <a:pos x="0" y="15"/>
                </a:cxn>
                <a:cxn ang="0">
                  <a:pos x="0" y="17"/>
                </a:cxn>
                <a:cxn ang="0">
                  <a:pos x="2" y="20"/>
                </a:cxn>
                <a:cxn ang="0">
                  <a:pos x="2" y="20"/>
                </a:cxn>
                <a:cxn ang="0">
                  <a:pos x="6" y="17"/>
                </a:cxn>
                <a:cxn ang="0">
                  <a:pos x="12" y="13"/>
                </a:cxn>
                <a:cxn ang="0">
                  <a:pos x="14" y="7"/>
                </a:cxn>
                <a:cxn ang="0">
                  <a:pos x="14" y="4"/>
                </a:cxn>
                <a:cxn ang="0">
                  <a:pos x="14" y="0"/>
                </a:cxn>
                <a:cxn ang="0">
                  <a:pos x="14" y="0"/>
                </a:cxn>
                <a:cxn ang="0">
                  <a:pos x="12" y="4"/>
                </a:cxn>
                <a:cxn ang="0">
                  <a:pos x="7" y="8"/>
                </a:cxn>
                <a:cxn ang="0">
                  <a:pos x="3" y="11"/>
                </a:cxn>
                <a:cxn ang="0">
                  <a:pos x="0" y="15"/>
                </a:cxn>
                <a:cxn ang="0">
                  <a:pos x="0" y="15"/>
                </a:cxn>
              </a:cxnLst>
              <a:rect l="0" t="0" r="r" b="b"/>
              <a:pathLst>
                <a:path w="14" h="20">
                  <a:moveTo>
                    <a:pt x="0" y="15"/>
                  </a:moveTo>
                  <a:lnTo>
                    <a:pt x="0" y="15"/>
                  </a:lnTo>
                  <a:lnTo>
                    <a:pt x="0" y="17"/>
                  </a:lnTo>
                  <a:lnTo>
                    <a:pt x="2" y="20"/>
                  </a:lnTo>
                  <a:lnTo>
                    <a:pt x="2" y="20"/>
                  </a:lnTo>
                  <a:lnTo>
                    <a:pt x="6" y="17"/>
                  </a:lnTo>
                  <a:lnTo>
                    <a:pt x="12" y="13"/>
                  </a:lnTo>
                  <a:lnTo>
                    <a:pt x="14" y="7"/>
                  </a:lnTo>
                  <a:lnTo>
                    <a:pt x="14" y="4"/>
                  </a:lnTo>
                  <a:lnTo>
                    <a:pt x="14" y="0"/>
                  </a:lnTo>
                  <a:lnTo>
                    <a:pt x="14" y="0"/>
                  </a:lnTo>
                  <a:lnTo>
                    <a:pt x="12" y="4"/>
                  </a:lnTo>
                  <a:lnTo>
                    <a:pt x="7" y="8"/>
                  </a:lnTo>
                  <a:lnTo>
                    <a:pt x="3" y="11"/>
                  </a:lnTo>
                  <a:lnTo>
                    <a:pt x="0" y="15"/>
                  </a:lnTo>
                  <a:lnTo>
                    <a:pt x="0" y="15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2" name="Freeform 198"/>
            <p:cNvSpPr/>
            <p:nvPr/>
          </p:nvSpPr>
          <p:spPr bwMode="auto">
            <a:xfrm>
              <a:off x="715934" y="3787780"/>
              <a:ext cx="6350" cy="7938"/>
            </a:xfrm>
            <a:custGeom>
              <a:avLst/>
              <a:gdLst/>
              <a:ahLst/>
              <a:cxnLst>
                <a:cxn ang="0">
                  <a:pos x="11" y="2"/>
                </a:cxn>
                <a:cxn ang="0">
                  <a:pos x="11" y="2"/>
                </a:cxn>
                <a:cxn ang="0">
                  <a:pos x="7" y="6"/>
                </a:cxn>
                <a:cxn ang="0">
                  <a:pos x="5" y="10"/>
                </a:cxn>
                <a:cxn ang="0">
                  <a:pos x="0" y="16"/>
                </a:cxn>
                <a:cxn ang="0">
                  <a:pos x="0" y="16"/>
                </a:cxn>
                <a:cxn ang="0">
                  <a:pos x="4" y="16"/>
                </a:cxn>
                <a:cxn ang="0">
                  <a:pos x="7" y="15"/>
                </a:cxn>
                <a:cxn ang="0">
                  <a:pos x="10" y="10"/>
                </a:cxn>
                <a:cxn ang="0">
                  <a:pos x="11" y="7"/>
                </a:cxn>
                <a:cxn ang="0">
                  <a:pos x="12" y="2"/>
                </a:cxn>
                <a:cxn ang="0">
                  <a:pos x="12" y="0"/>
                </a:cxn>
                <a:cxn ang="0">
                  <a:pos x="11" y="2"/>
                </a:cxn>
                <a:cxn ang="0">
                  <a:pos x="11" y="2"/>
                </a:cxn>
              </a:cxnLst>
              <a:rect l="0" t="0" r="r" b="b"/>
              <a:pathLst>
                <a:path w="12" h="16">
                  <a:moveTo>
                    <a:pt x="11" y="2"/>
                  </a:moveTo>
                  <a:lnTo>
                    <a:pt x="11" y="2"/>
                  </a:lnTo>
                  <a:lnTo>
                    <a:pt x="7" y="6"/>
                  </a:lnTo>
                  <a:lnTo>
                    <a:pt x="5" y="10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4" y="16"/>
                  </a:lnTo>
                  <a:lnTo>
                    <a:pt x="7" y="15"/>
                  </a:lnTo>
                  <a:lnTo>
                    <a:pt x="10" y="10"/>
                  </a:lnTo>
                  <a:lnTo>
                    <a:pt x="11" y="7"/>
                  </a:lnTo>
                  <a:lnTo>
                    <a:pt x="12" y="2"/>
                  </a:lnTo>
                  <a:lnTo>
                    <a:pt x="12" y="0"/>
                  </a:lnTo>
                  <a:lnTo>
                    <a:pt x="11" y="2"/>
                  </a:lnTo>
                  <a:lnTo>
                    <a:pt x="11" y="2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3" name="Freeform 199"/>
            <p:cNvSpPr/>
            <p:nvPr/>
          </p:nvSpPr>
          <p:spPr bwMode="auto">
            <a:xfrm>
              <a:off x="815946" y="3913193"/>
              <a:ext cx="3175" cy="7938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5" y="0"/>
                </a:cxn>
                <a:cxn ang="0">
                  <a:pos x="2" y="8"/>
                </a:cxn>
                <a:cxn ang="0">
                  <a:pos x="0" y="11"/>
                </a:cxn>
                <a:cxn ang="0">
                  <a:pos x="0" y="15"/>
                </a:cxn>
                <a:cxn ang="0">
                  <a:pos x="6" y="0"/>
                </a:cxn>
                <a:cxn ang="0">
                  <a:pos x="6" y="0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6" h="15">
                  <a:moveTo>
                    <a:pt x="5" y="0"/>
                  </a:moveTo>
                  <a:lnTo>
                    <a:pt x="5" y="0"/>
                  </a:lnTo>
                  <a:lnTo>
                    <a:pt x="2" y="8"/>
                  </a:lnTo>
                  <a:lnTo>
                    <a:pt x="0" y="11"/>
                  </a:lnTo>
                  <a:lnTo>
                    <a:pt x="0" y="15"/>
                  </a:lnTo>
                  <a:lnTo>
                    <a:pt x="6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4" name="Rectangle 200"/>
            <p:cNvSpPr>
              <a:spLocks noChangeArrowheads="1"/>
            </p:cNvSpPr>
            <p:nvPr/>
          </p:nvSpPr>
          <p:spPr bwMode="auto">
            <a:xfrm>
              <a:off x="819121" y="3913193"/>
              <a:ext cx="1588" cy="1588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5" name="Freeform 381"/>
            <p:cNvSpPr/>
            <p:nvPr/>
          </p:nvSpPr>
          <p:spPr bwMode="auto">
            <a:xfrm>
              <a:off x="1404909" y="3462343"/>
              <a:ext cx="1588" cy="3175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0"/>
                </a:cxn>
                <a:cxn ang="0">
                  <a:pos x="1" y="0"/>
                </a:cxn>
                <a:cxn ang="0">
                  <a:pos x="0" y="3"/>
                </a:cxn>
                <a:cxn ang="0">
                  <a:pos x="0" y="6"/>
                </a:cxn>
                <a:cxn ang="0">
                  <a:pos x="2" y="6"/>
                </a:cxn>
                <a:cxn ang="0">
                  <a:pos x="2" y="6"/>
                </a:cxn>
                <a:cxn ang="0">
                  <a:pos x="4" y="4"/>
                </a:cxn>
                <a:cxn ang="0">
                  <a:pos x="4" y="1"/>
                </a:cxn>
                <a:cxn ang="0">
                  <a:pos x="4" y="0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4" h="6">
                  <a:moveTo>
                    <a:pt x="2" y="0"/>
                  </a:moveTo>
                  <a:lnTo>
                    <a:pt x="2" y="0"/>
                  </a:lnTo>
                  <a:lnTo>
                    <a:pt x="1" y="0"/>
                  </a:lnTo>
                  <a:lnTo>
                    <a:pt x="0" y="3"/>
                  </a:lnTo>
                  <a:lnTo>
                    <a:pt x="0" y="6"/>
                  </a:lnTo>
                  <a:lnTo>
                    <a:pt x="2" y="6"/>
                  </a:lnTo>
                  <a:lnTo>
                    <a:pt x="2" y="6"/>
                  </a:lnTo>
                  <a:lnTo>
                    <a:pt x="4" y="4"/>
                  </a:lnTo>
                  <a:lnTo>
                    <a:pt x="4" y="1"/>
                  </a:lnTo>
                  <a:lnTo>
                    <a:pt x="4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</p:grpSp>
      <p:sp>
        <p:nvSpPr>
          <p:cNvPr id="16" name="TextBox 37"/>
          <p:cNvSpPr txBox="1"/>
          <p:nvPr/>
        </p:nvSpPr>
        <p:spPr>
          <a:xfrm>
            <a:off x="3491865" y="1999615"/>
            <a:ext cx="271462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zh-CN" altLang="en-US" sz="4400" dirty="0">
                <a:solidFill>
                  <a:schemeClr val="bg1"/>
                </a:solidFill>
                <a:latin typeface="方正静蕾简体" pitchFamily="2" charset="-122"/>
                <a:ea typeface="方正静蕾简体" pitchFamily="2" charset="-122"/>
              </a:rPr>
              <a:t>游戏背景</a:t>
            </a:r>
            <a:endParaRPr lang="zh-CN" altLang="en-US" sz="4400" dirty="0">
              <a:solidFill>
                <a:schemeClr val="bg1"/>
              </a:solidFill>
              <a:latin typeface="方正静蕾简体" pitchFamily="2" charset="-122"/>
              <a:ea typeface="方正静蕾简体" pitchFamily="2" charset="-122"/>
            </a:endParaRPr>
          </a:p>
        </p:txBody>
      </p:sp>
      <p:pic>
        <p:nvPicPr>
          <p:cNvPr id="61" name="图片 60" descr="手电筒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86685" y="1987550"/>
            <a:ext cx="805180" cy="7931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3250">
        <p15:prstTrans prst="origami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矩形 180"/>
          <p:cNvSpPr/>
          <p:nvPr/>
        </p:nvSpPr>
        <p:spPr>
          <a:xfrm>
            <a:off x="1235075" y="2064385"/>
            <a:ext cx="6673215" cy="10147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6000" b="1" dirty="0">
                <a:solidFill>
                  <a:schemeClr val="bg1"/>
                </a:solidFill>
                <a:latin typeface="方正静蕾简体" pitchFamily="2" charset="-122"/>
                <a:ea typeface="方正静蕾简体" pitchFamily="2" charset="-122"/>
              </a:rPr>
              <a:t>PART 2 </a:t>
            </a:r>
            <a:r>
              <a:rPr lang="zh-CN" altLang="en-US" sz="6000" b="1" dirty="0">
                <a:solidFill>
                  <a:schemeClr val="bg1"/>
                </a:solidFill>
                <a:latin typeface="方正静蕾简体" pitchFamily="2" charset="-122"/>
                <a:ea typeface="方正静蕾简体" pitchFamily="2" charset="-122"/>
              </a:rPr>
              <a:t>成果</a:t>
            </a:r>
            <a:r>
              <a:rPr lang="zh-CN" altLang="en-US" sz="6000" b="1" dirty="0">
                <a:solidFill>
                  <a:schemeClr val="bg1"/>
                </a:solidFill>
                <a:latin typeface="方正静蕾简体" pitchFamily="2" charset="-122"/>
                <a:ea typeface="方正静蕾简体" pitchFamily="2" charset="-122"/>
              </a:rPr>
              <a:t>演示</a:t>
            </a:r>
            <a:endParaRPr lang="zh-CN" altLang="en-US" sz="6000" b="1" dirty="0">
              <a:solidFill>
                <a:schemeClr val="bg1"/>
              </a:solidFill>
              <a:latin typeface="方正静蕾简体" pitchFamily="2" charset="-122"/>
              <a:ea typeface="方正静蕾简体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3250">
        <p15:prstTrans prst="origami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矩形 180"/>
          <p:cNvSpPr/>
          <p:nvPr/>
        </p:nvSpPr>
        <p:spPr>
          <a:xfrm>
            <a:off x="1115695" y="1059180"/>
            <a:ext cx="6673215" cy="10147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6000" b="1" dirty="0">
                <a:solidFill>
                  <a:schemeClr val="bg1"/>
                </a:solidFill>
                <a:latin typeface="方正静蕾简体" pitchFamily="2" charset="-122"/>
                <a:ea typeface="方正静蕾简体" pitchFamily="2" charset="-122"/>
              </a:rPr>
              <a:t>PART 3 </a:t>
            </a:r>
            <a:r>
              <a:rPr lang="zh-CN" altLang="en-US" sz="6000" b="1" dirty="0">
                <a:solidFill>
                  <a:schemeClr val="bg1"/>
                </a:solidFill>
                <a:latin typeface="方正静蕾简体" pitchFamily="2" charset="-122"/>
                <a:ea typeface="方正静蕾简体" pitchFamily="2" charset="-122"/>
              </a:rPr>
              <a:t>项目</a:t>
            </a:r>
            <a:r>
              <a:rPr lang="zh-CN" altLang="en-US" sz="6000" b="1" dirty="0">
                <a:solidFill>
                  <a:schemeClr val="bg1"/>
                </a:solidFill>
                <a:latin typeface="方正静蕾简体" pitchFamily="2" charset="-122"/>
                <a:ea typeface="方正静蕾简体" pitchFamily="2" charset="-122"/>
              </a:rPr>
              <a:t>技术</a:t>
            </a:r>
            <a:endParaRPr lang="zh-CN" altLang="en-US" sz="6000" b="1" dirty="0">
              <a:solidFill>
                <a:schemeClr val="bg1"/>
              </a:solidFill>
              <a:latin typeface="方正静蕾简体" pitchFamily="2" charset="-122"/>
              <a:ea typeface="方正静蕾简体" pitchFamily="2" charset="-122"/>
            </a:endParaRPr>
          </a:p>
        </p:txBody>
      </p:sp>
      <p:sp>
        <p:nvSpPr>
          <p:cNvPr id="182" name="矩形 181"/>
          <p:cNvSpPr/>
          <p:nvPr/>
        </p:nvSpPr>
        <p:spPr>
          <a:xfrm>
            <a:off x="1403350" y="2355850"/>
            <a:ext cx="5957570" cy="1630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ctr">
              <a:buFont typeface="Wingdings" panose="05000000000000000000" charset="0"/>
              <a:buChar char="l"/>
            </a:pPr>
            <a:r>
              <a:rPr lang="zh-CN" altLang="en-US" sz="2000" dirty="0">
                <a:solidFill>
                  <a:schemeClr val="bg1"/>
                </a:solidFill>
                <a:latin typeface="方正静蕾简体" pitchFamily="2" charset="-122"/>
                <a:ea typeface="方正静蕾简体" pitchFamily="2" charset="-122"/>
              </a:rPr>
              <a:t>开发工具</a:t>
            </a:r>
            <a:endParaRPr lang="zh-CN" altLang="en-US" sz="2000" dirty="0">
              <a:solidFill>
                <a:schemeClr val="bg1"/>
              </a:solidFill>
              <a:latin typeface="方正静蕾简体" pitchFamily="2" charset="-122"/>
              <a:ea typeface="方正静蕾简体" pitchFamily="2" charset="-122"/>
            </a:endParaRPr>
          </a:p>
          <a:p>
            <a:pPr indent="0" algn="ctr">
              <a:buFont typeface="Wingdings" panose="05000000000000000000" charset="0"/>
              <a:buNone/>
            </a:pPr>
            <a:r>
              <a:rPr lang="zh-CN" altLang="en-US" sz="2000" dirty="0">
                <a:solidFill>
                  <a:schemeClr val="bg1"/>
                </a:solidFill>
                <a:latin typeface="方正静蕾简体" pitchFamily="2" charset="-122"/>
                <a:ea typeface="方正静蕾简体" pitchFamily="2" charset="-122"/>
              </a:rPr>
              <a:t> </a:t>
            </a:r>
            <a:endParaRPr lang="zh-CN" altLang="en-US" sz="2000" dirty="0">
              <a:solidFill>
                <a:schemeClr val="bg1"/>
              </a:solidFill>
              <a:latin typeface="方正静蕾简体" pitchFamily="2" charset="-122"/>
              <a:ea typeface="方正静蕾简体" pitchFamily="2" charset="-122"/>
            </a:endParaRPr>
          </a:p>
          <a:p>
            <a:pPr marL="285750" indent="-285750" algn="ctr">
              <a:buFont typeface="Wingdings" panose="05000000000000000000" charset="0"/>
              <a:buChar char="l"/>
            </a:pPr>
            <a:r>
              <a:rPr lang="zh-CN" altLang="en-US" sz="2000" dirty="0">
                <a:solidFill>
                  <a:schemeClr val="bg1"/>
                </a:solidFill>
                <a:latin typeface="方正静蕾简体" pitchFamily="2" charset="-122"/>
                <a:ea typeface="方正静蕾简体" pitchFamily="2" charset="-122"/>
              </a:rPr>
              <a:t>技术分析</a:t>
            </a:r>
            <a:endParaRPr lang="zh-CN" altLang="en-US" sz="2000" dirty="0">
              <a:solidFill>
                <a:schemeClr val="bg1"/>
              </a:solidFill>
              <a:latin typeface="方正静蕾简体" pitchFamily="2" charset="-122"/>
              <a:ea typeface="方正静蕾简体" pitchFamily="2" charset="-122"/>
            </a:endParaRPr>
          </a:p>
          <a:p>
            <a:pPr indent="0" algn="ctr">
              <a:buFont typeface="Wingdings" panose="05000000000000000000" charset="0"/>
              <a:buNone/>
            </a:pPr>
            <a:endParaRPr lang="zh-CN" altLang="en-US" sz="2000" dirty="0">
              <a:solidFill>
                <a:schemeClr val="bg1"/>
              </a:solidFill>
              <a:latin typeface="方正静蕾简体" pitchFamily="2" charset="-122"/>
              <a:ea typeface="方正静蕾简体" pitchFamily="2" charset="-122"/>
            </a:endParaRPr>
          </a:p>
          <a:p>
            <a:pPr marL="285750" indent="-285750" algn="ctr">
              <a:buFont typeface="Wingdings" panose="05000000000000000000" charset="0"/>
              <a:buChar char="l"/>
            </a:pPr>
            <a:r>
              <a:rPr lang="zh-CN" altLang="en-US" sz="2000" dirty="0">
                <a:solidFill>
                  <a:schemeClr val="bg1"/>
                </a:solidFill>
                <a:latin typeface="方正静蕾简体" pitchFamily="2" charset="-122"/>
                <a:ea typeface="方正静蕾简体" pitchFamily="2" charset="-122"/>
              </a:rPr>
              <a:t>难点攻克</a:t>
            </a:r>
            <a:endParaRPr lang="zh-CN" altLang="en-US" sz="2000" dirty="0">
              <a:solidFill>
                <a:schemeClr val="bg1"/>
              </a:solidFill>
              <a:latin typeface="方正静蕾简体" pitchFamily="2" charset="-122"/>
              <a:ea typeface="方正静蕾简体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3250">
        <p15:prstTrans prst="origami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1"/>
          <p:cNvSpPr txBox="1">
            <a:spLocks noChangeArrowheads="1"/>
          </p:cNvSpPr>
          <p:nvPr/>
        </p:nvSpPr>
        <p:spPr bwMode="auto">
          <a:xfrm>
            <a:off x="1748129" y="1689430"/>
            <a:ext cx="354013" cy="31369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eaVert">
            <a:spAutoFit/>
          </a:bodyPr>
          <a:lstStyle/>
          <a:p>
            <a:endParaRPr lang="zh-CN" altLang="en-US" sz="110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2570480" y="490855"/>
            <a:ext cx="2237105" cy="89154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indent="0" algn="l">
              <a:buFont typeface="Wingdings" panose="05000000000000000000" charset="0"/>
              <a:buNone/>
            </a:pPr>
            <a:r>
              <a:rPr lang="en-US" altLang="zh-CN" sz="2000" b="1" dirty="0" smtClean="0">
                <a:solidFill>
                  <a:schemeClr val="bg1"/>
                </a:solidFill>
                <a:latin typeface="方正静蕾简体" pitchFamily="2" charset="-122"/>
                <a:ea typeface="方正静蕾简体" pitchFamily="2" charset="-122"/>
              </a:rPr>
              <a:t>Unity 2021     </a:t>
            </a:r>
            <a:r>
              <a:rPr lang="en-US" altLang="zh-CN" sz="2000" b="1" dirty="0" smtClean="0">
                <a:solidFill>
                  <a:schemeClr val="bg1"/>
                </a:solidFill>
                <a:latin typeface="方正静蕾简体" pitchFamily="2" charset="-122"/>
                <a:ea typeface="方正静蕾简体" pitchFamily="2" charset="-122"/>
                <a:sym typeface="+mn-ea"/>
              </a:rPr>
              <a:t>  </a:t>
            </a:r>
            <a:endParaRPr lang="en-US" altLang="zh-CN" sz="2000" b="1" dirty="0" smtClean="0">
              <a:solidFill>
                <a:schemeClr val="bg1"/>
              </a:solidFill>
              <a:latin typeface="方正静蕾简体" pitchFamily="2" charset="-122"/>
              <a:ea typeface="方正静蕾简体" pitchFamily="2" charset="-122"/>
            </a:endParaRPr>
          </a:p>
          <a:p>
            <a:pPr indent="0" algn="l">
              <a:buFont typeface="Wingdings" panose="05000000000000000000" charset="0"/>
              <a:buNone/>
            </a:pPr>
            <a:r>
              <a:rPr lang="en-US" altLang="zh-CN" sz="2000" b="1" dirty="0" smtClean="0">
                <a:solidFill>
                  <a:schemeClr val="bg1"/>
                </a:solidFill>
                <a:latin typeface="方正静蕾简体" pitchFamily="2" charset="-122"/>
                <a:ea typeface="方正静蕾简体" pitchFamily="2" charset="-122"/>
                <a:sym typeface="+mn-ea"/>
              </a:rPr>
              <a:t>fungus</a:t>
            </a:r>
            <a:r>
              <a:rPr lang="en-US" altLang="zh-CN" sz="2800" b="1" dirty="0" smtClean="0">
                <a:solidFill>
                  <a:schemeClr val="bg1"/>
                </a:solidFill>
                <a:latin typeface="方正静蕾简体" pitchFamily="2" charset="-122"/>
                <a:ea typeface="方正静蕾简体" pitchFamily="2" charset="-122"/>
              </a:rPr>
              <a:t> </a:t>
            </a:r>
            <a:r>
              <a:rPr lang="en-US" altLang="zh-CN" sz="3200" dirty="0" smtClean="0">
                <a:solidFill>
                  <a:schemeClr val="bg1"/>
                </a:solidFill>
                <a:latin typeface="方正静蕾简体" pitchFamily="2" charset="-122"/>
                <a:ea typeface="方正静蕾简体" pitchFamily="2" charset="-122"/>
              </a:rPr>
              <a:t>        </a:t>
            </a:r>
            <a:endParaRPr lang="en-US" altLang="zh-CN" sz="3200" dirty="0" smtClean="0">
              <a:solidFill>
                <a:schemeClr val="bg1"/>
              </a:solidFill>
              <a:latin typeface="方正静蕾简体" pitchFamily="2" charset="-122"/>
              <a:ea typeface="方正静蕾简体" pitchFamily="2" charset="-122"/>
            </a:endParaRPr>
          </a:p>
        </p:txBody>
      </p:sp>
      <p:sp>
        <p:nvSpPr>
          <p:cNvPr id="142" name="TextBox 141"/>
          <p:cNvSpPr txBox="1"/>
          <p:nvPr/>
        </p:nvSpPr>
        <p:spPr>
          <a:xfrm>
            <a:off x="1210945" y="183515"/>
            <a:ext cx="31432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方正静蕾简体" pitchFamily="2" charset="-122"/>
                <a:ea typeface="方正静蕾简体" pitchFamily="2" charset="-122"/>
              </a:rPr>
              <a:t>开发工具</a:t>
            </a:r>
            <a:endParaRPr lang="zh-CN" altLang="en-US" sz="2000" dirty="0">
              <a:solidFill>
                <a:schemeClr val="bg1"/>
              </a:solidFill>
              <a:latin typeface="方正静蕾简体" pitchFamily="2" charset="-122"/>
              <a:ea typeface="方正静蕾简体" pitchFamily="2" charset="-122"/>
            </a:endParaRPr>
          </a:p>
        </p:txBody>
      </p:sp>
      <p:sp>
        <p:nvSpPr>
          <p:cNvPr id="17" name="TextBox 141"/>
          <p:cNvSpPr txBox="1"/>
          <p:nvPr/>
        </p:nvSpPr>
        <p:spPr>
          <a:xfrm>
            <a:off x="1210945" y="1563370"/>
            <a:ext cx="31432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dirty="0">
                <a:solidFill>
                  <a:schemeClr val="bg1"/>
                </a:solidFill>
                <a:latin typeface="方正静蕾简体" pitchFamily="2" charset="-122"/>
                <a:ea typeface="方正静蕾简体" pitchFamily="2" charset="-122"/>
              </a:rPr>
              <a:t>技术分析</a:t>
            </a:r>
            <a:endParaRPr lang="zh-CN" altLang="en-US" sz="2000" dirty="0">
              <a:solidFill>
                <a:schemeClr val="bg1"/>
              </a:solidFill>
              <a:latin typeface="方正静蕾简体" pitchFamily="2" charset="-122"/>
              <a:ea typeface="方正静蕾简体" pitchFamily="2" charset="-122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660400" y="2488565"/>
            <a:ext cx="526415" cy="536575"/>
            <a:chOff x="3655" y="5295"/>
            <a:chExt cx="1238" cy="1238"/>
          </a:xfrm>
        </p:grpSpPr>
        <p:sp>
          <p:nvSpPr>
            <p:cNvPr id="20" name="Freeform 86"/>
            <p:cNvSpPr>
              <a:spLocks noEditPoints="1"/>
            </p:cNvSpPr>
            <p:nvPr/>
          </p:nvSpPr>
          <p:spPr bwMode="auto">
            <a:xfrm>
              <a:off x="3655" y="5295"/>
              <a:ext cx="1238" cy="1238"/>
            </a:xfrm>
            <a:custGeom>
              <a:avLst/>
              <a:gdLst/>
              <a:ahLst/>
              <a:cxnLst>
                <a:cxn ang="0">
                  <a:pos x="303" y="104"/>
                </a:cxn>
                <a:cxn ang="0">
                  <a:pos x="288" y="65"/>
                </a:cxn>
                <a:cxn ang="0">
                  <a:pos x="259" y="35"/>
                </a:cxn>
                <a:cxn ang="0">
                  <a:pos x="223" y="13"/>
                </a:cxn>
                <a:cxn ang="0">
                  <a:pos x="182" y="2"/>
                </a:cxn>
                <a:cxn ang="0">
                  <a:pos x="141" y="2"/>
                </a:cxn>
                <a:cxn ang="0">
                  <a:pos x="113" y="9"/>
                </a:cxn>
                <a:cxn ang="0">
                  <a:pos x="72" y="29"/>
                </a:cxn>
                <a:cxn ang="0">
                  <a:pos x="36" y="61"/>
                </a:cxn>
                <a:cxn ang="0">
                  <a:pos x="11" y="98"/>
                </a:cxn>
                <a:cxn ang="0">
                  <a:pos x="0" y="141"/>
                </a:cxn>
                <a:cxn ang="0">
                  <a:pos x="4" y="171"/>
                </a:cxn>
                <a:cxn ang="0">
                  <a:pos x="28" y="208"/>
                </a:cxn>
                <a:cxn ang="0">
                  <a:pos x="65" y="237"/>
                </a:cxn>
                <a:cxn ang="0">
                  <a:pos x="93" y="250"/>
                </a:cxn>
                <a:cxn ang="0">
                  <a:pos x="141" y="256"/>
                </a:cxn>
                <a:cxn ang="0">
                  <a:pos x="167" y="261"/>
                </a:cxn>
                <a:cxn ang="0">
                  <a:pos x="168" y="262"/>
                </a:cxn>
                <a:cxn ang="0">
                  <a:pos x="190" y="265"/>
                </a:cxn>
                <a:cxn ang="0">
                  <a:pos x="225" y="252"/>
                </a:cxn>
                <a:cxn ang="0">
                  <a:pos x="255" y="233"/>
                </a:cxn>
                <a:cxn ang="0">
                  <a:pos x="285" y="196"/>
                </a:cxn>
                <a:cxn ang="0">
                  <a:pos x="303" y="150"/>
                </a:cxn>
                <a:cxn ang="0">
                  <a:pos x="306" y="119"/>
                </a:cxn>
                <a:cxn ang="0">
                  <a:pos x="266" y="212"/>
                </a:cxn>
                <a:cxn ang="0">
                  <a:pos x="240" y="237"/>
                </a:cxn>
                <a:cxn ang="0">
                  <a:pos x="207" y="254"/>
                </a:cxn>
                <a:cxn ang="0">
                  <a:pos x="203" y="254"/>
                </a:cxn>
                <a:cxn ang="0">
                  <a:pos x="211" y="248"/>
                </a:cxn>
                <a:cxn ang="0">
                  <a:pos x="208" y="245"/>
                </a:cxn>
                <a:cxn ang="0">
                  <a:pos x="196" y="251"/>
                </a:cxn>
                <a:cxn ang="0">
                  <a:pos x="150" y="250"/>
                </a:cxn>
                <a:cxn ang="0">
                  <a:pos x="128" y="247"/>
                </a:cxn>
                <a:cxn ang="0">
                  <a:pos x="97" y="241"/>
                </a:cxn>
                <a:cxn ang="0">
                  <a:pos x="65" y="226"/>
                </a:cxn>
                <a:cxn ang="0">
                  <a:pos x="29" y="197"/>
                </a:cxn>
                <a:cxn ang="0">
                  <a:pos x="13" y="174"/>
                </a:cxn>
                <a:cxn ang="0">
                  <a:pos x="7" y="149"/>
                </a:cxn>
                <a:cxn ang="0">
                  <a:pos x="13" y="115"/>
                </a:cxn>
                <a:cxn ang="0">
                  <a:pos x="39" y="69"/>
                </a:cxn>
                <a:cxn ang="0">
                  <a:pos x="59" y="47"/>
                </a:cxn>
                <a:cxn ang="0">
                  <a:pos x="97" y="22"/>
                </a:cxn>
                <a:cxn ang="0">
                  <a:pos x="139" y="9"/>
                </a:cxn>
                <a:cxn ang="0">
                  <a:pos x="161" y="7"/>
                </a:cxn>
                <a:cxn ang="0">
                  <a:pos x="193" y="11"/>
                </a:cxn>
                <a:cxn ang="0">
                  <a:pos x="244" y="35"/>
                </a:cxn>
                <a:cxn ang="0">
                  <a:pos x="269" y="55"/>
                </a:cxn>
                <a:cxn ang="0">
                  <a:pos x="287" y="83"/>
                </a:cxn>
                <a:cxn ang="0">
                  <a:pos x="296" y="115"/>
                </a:cxn>
                <a:cxn ang="0">
                  <a:pos x="292" y="160"/>
                </a:cxn>
                <a:cxn ang="0">
                  <a:pos x="273" y="204"/>
                </a:cxn>
              </a:cxnLst>
              <a:rect l="0" t="0" r="r" b="b"/>
              <a:pathLst>
                <a:path w="306" h="265">
                  <a:moveTo>
                    <a:pt x="306" y="119"/>
                  </a:moveTo>
                  <a:lnTo>
                    <a:pt x="306" y="119"/>
                  </a:lnTo>
                  <a:lnTo>
                    <a:pt x="303" y="104"/>
                  </a:lnTo>
                  <a:lnTo>
                    <a:pt x="299" y="90"/>
                  </a:lnTo>
                  <a:lnTo>
                    <a:pt x="295" y="78"/>
                  </a:lnTo>
                  <a:lnTo>
                    <a:pt x="288" y="65"/>
                  </a:lnTo>
                  <a:lnTo>
                    <a:pt x="280" y="54"/>
                  </a:lnTo>
                  <a:lnTo>
                    <a:pt x="270" y="44"/>
                  </a:lnTo>
                  <a:lnTo>
                    <a:pt x="259" y="35"/>
                  </a:lnTo>
                  <a:lnTo>
                    <a:pt x="248" y="27"/>
                  </a:lnTo>
                  <a:lnTo>
                    <a:pt x="236" y="20"/>
                  </a:lnTo>
                  <a:lnTo>
                    <a:pt x="223" y="13"/>
                  </a:lnTo>
                  <a:lnTo>
                    <a:pt x="209" y="9"/>
                  </a:lnTo>
                  <a:lnTo>
                    <a:pt x="196" y="5"/>
                  </a:lnTo>
                  <a:lnTo>
                    <a:pt x="182" y="2"/>
                  </a:lnTo>
                  <a:lnTo>
                    <a:pt x="168" y="0"/>
                  </a:lnTo>
                  <a:lnTo>
                    <a:pt x="154" y="0"/>
                  </a:lnTo>
                  <a:lnTo>
                    <a:pt x="141" y="2"/>
                  </a:lnTo>
                  <a:lnTo>
                    <a:pt x="141" y="2"/>
                  </a:lnTo>
                  <a:lnTo>
                    <a:pt x="127" y="5"/>
                  </a:lnTo>
                  <a:lnTo>
                    <a:pt x="113" y="9"/>
                  </a:lnTo>
                  <a:lnTo>
                    <a:pt x="99" y="14"/>
                  </a:lnTo>
                  <a:lnTo>
                    <a:pt x="86" y="21"/>
                  </a:lnTo>
                  <a:lnTo>
                    <a:pt x="72" y="29"/>
                  </a:lnTo>
                  <a:lnTo>
                    <a:pt x="59" y="39"/>
                  </a:lnTo>
                  <a:lnTo>
                    <a:pt x="47" y="49"/>
                  </a:lnTo>
                  <a:lnTo>
                    <a:pt x="36" y="61"/>
                  </a:lnTo>
                  <a:lnTo>
                    <a:pt x="26" y="72"/>
                  </a:lnTo>
                  <a:lnTo>
                    <a:pt x="18" y="86"/>
                  </a:lnTo>
                  <a:lnTo>
                    <a:pt x="11" y="98"/>
                  </a:lnTo>
                  <a:lnTo>
                    <a:pt x="6" y="113"/>
                  </a:lnTo>
                  <a:lnTo>
                    <a:pt x="2" y="127"/>
                  </a:lnTo>
                  <a:lnTo>
                    <a:pt x="0" y="141"/>
                  </a:lnTo>
                  <a:lnTo>
                    <a:pt x="0" y="156"/>
                  </a:lnTo>
                  <a:lnTo>
                    <a:pt x="4" y="171"/>
                  </a:lnTo>
                  <a:lnTo>
                    <a:pt x="4" y="171"/>
                  </a:lnTo>
                  <a:lnTo>
                    <a:pt x="10" y="184"/>
                  </a:lnTo>
                  <a:lnTo>
                    <a:pt x="17" y="196"/>
                  </a:lnTo>
                  <a:lnTo>
                    <a:pt x="28" y="208"/>
                  </a:lnTo>
                  <a:lnTo>
                    <a:pt x="39" y="219"/>
                  </a:lnTo>
                  <a:lnTo>
                    <a:pt x="51" y="229"/>
                  </a:lnTo>
                  <a:lnTo>
                    <a:pt x="65" y="237"/>
                  </a:lnTo>
                  <a:lnTo>
                    <a:pt x="79" y="244"/>
                  </a:lnTo>
                  <a:lnTo>
                    <a:pt x="93" y="250"/>
                  </a:lnTo>
                  <a:lnTo>
                    <a:pt x="93" y="250"/>
                  </a:lnTo>
                  <a:lnTo>
                    <a:pt x="108" y="252"/>
                  </a:lnTo>
                  <a:lnTo>
                    <a:pt x="124" y="255"/>
                  </a:lnTo>
                  <a:lnTo>
                    <a:pt x="141" y="256"/>
                  </a:lnTo>
                  <a:lnTo>
                    <a:pt x="156" y="259"/>
                  </a:lnTo>
                  <a:lnTo>
                    <a:pt x="156" y="259"/>
                  </a:lnTo>
                  <a:lnTo>
                    <a:pt x="167" y="261"/>
                  </a:lnTo>
                  <a:lnTo>
                    <a:pt x="167" y="261"/>
                  </a:lnTo>
                  <a:lnTo>
                    <a:pt x="167" y="262"/>
                  </a:lnTo>
                  <a:lnTo>
                    <a:pt x="168" y="262"/>
                  </a:lnTo>
                  <a:lnTo>
                    <a:pt x="168" y="262"/>
                  </a:lnTo>
                  <a:lnTo>
                    <a:pt x="179" y="265"/>
                  </a:lnTo>
                  <a:lnTo>
                    <a:pt x="190" y="265"/>
                  </a:lnTo>
                  <a:lnTo>
                    <a:pt x="203" y="262"/>
                  </a:lnTo>
                  <a:lnTo>
                    <a:pt x="214" y="258"/>
                  </a:lnTo>
                  <a:lnTo>
                    <a:pt x="225" y="252"/>
                  </a:lnTo>
                  <a:lnTo>
                    <a:pt x="236" y="247"/>
                  </a:lnTo>
                  <a:lnTo>
                    <a:pt x="255" y="233"/>
                  </a:lnTo>
                  <a:lnTo>
                    <a:pt x="255" y="233"/>
                  </a:lnTo>
                  <a:lnTo>
                    <a:pt x="266" y="222"/>
                  </a:lnTo>
                  <a:lnTo>
                    <a:pt x="277" y="210"/>
                  </a:lnTo>
                  <a:lnTo>
                    <a:pt x="285" y="196"/>
                  </a:lnTo>
                  <a:lnTo>
                    <a:pt x="293" y="182"/>
                  </a:lnTo>
                  <a:lnTo>
                    <a:pt x="299" y="166"/>
                  </a:lnTo>
                  <a:lnTo>
                    <a:pt x="303" y="150"/>
                  </a:lnTo>
                  <a:lnTo>
                    <a:pt x="306" y="134"/>
                  </a:lnTo>
                  <a:lnTo>
                    <a:pt x="306" y="119"/>
                  </a:lnTo>
                  <a:lnTo>
                    <a:pt x="306" y="119"/>
                  </a:lnTo>
                  <a:close/>
                  <a:moveTo>
                    <a:pt x="273" y="204"/>
                  </a:moveTo>
                  <a:lnTo>
                    <a:pt x="273" y="204"/>
                  </a:lnTo>
                  <a:lnTo>
                    <a:pt x="266" y="212"/>
                  </a:lnTo>
                  <a:lnTo>
                    <a:pt x="259" y="221"/>
                  </a:lnTo>
                  <a:lnTo>
                    <a:pt x="249" y="229"/>
                  </a:lnTo>
                  <a:lnTo>
                    <a:pt x="240" y="237"/>
                  </a:lnTo>
                  <a:lnTo>
                    <a:pt x="229" y="244"/>
                  </a:lnTo>
                  <a:lnTo>
                    <a:pt x="218" y="250"/>
                  </a:lnTo>
                  <a:lnTo>
                    <a:pt x="207" y="254"/>
                  </a:lnTo>
                  <a:lnTo>
                    <a:pt x="196" y="256"/>
                  </a:lnTo>
                  <a:lnTo>
                    <a:pt x="196" y="256"/>
                  </a:lnTo>
                  <a:lnTo>
                    <a:pt x="203" y="254"/>
                  </a:lnTo>
                  <a:lnTo>
                    <a:pt x="209" y="250"/>
                  </a:lnTo>
                  <a:lnTo>
                    <a:pt x="209" y="250"/>
                  </a:lnTo>
                  <a:lnTo>
                    <a:pt x="211" y="248"/>
                  </a:lnTo>
                  <a:lnTo>
                    <a:pt x="211" y="247"/>
                  </a:lnTo>
                  <a:lnTo>
                    <a:pt x="209" y="245"/>
                  </a:lnTo>
                  <a:lnTo>
                    <a:pt x="208" y="245"/>
                  </a:lnTo>
                  <a:lnTo>
                    <a:pt x="208" y="245"/>
                  </a:lnTo>
                  <a:lnTo>
                    <a:pt x="203" y="248"/>
                  </a:lnTo>
                  <a:lnTo>
                    <a:pt x="196" y="251"/>
                  </a:lnTo>
                  <a:lnTo>
                    <a:pt x="179" y="252"/>
                  </a:lnTo>
                  <a:lnTo>
                    <a:pt x="163" y="252"/>
                  </a:lnTo>
                  <a:lnTo>
                    <a:pt x="150" y="250"/>
                  </a:lnTo>
                  <a:lnTo>
                    <a:pt x="150" y="250"/>
                  </a:lnTo>
                  <a:lnTo>
                    <a:pt x="139" y="248"/>
                  </a:lnTo>
                  <a:lnTo>
                    <a:pt x="128" y="247"/>
                  </a:lnTo>
                  <a:lnTo>
                    <a:pt x="108" y="244"/>
                  </a:lnTo>
                  <a:lnTo>
                    <a:pt x="108" y="244"/>
                  </a:lnTo>
                  <a:lnTo>
                    <a:pt x="97" y="241"/>
                  </a:lnTo>
                  <a:lnTo>
                    <a:pt x="86" y="239"/>
                  </a:lnTo>
                  <a:lnTo>
                    <a:pt x="75" y="233"/>
                  </a:lnTo>
                  <a:lnTo>
                    <a:pt x="65" y="226"/>
                  </a:lnTo>
                  <a:lnTo>
                    <a:pt x="47" y="212"/>
                  </a:lnTo>
                  <a:lnTo>
                    <a:pt x="29" y="197"/>
                  </a:lnTo>
                  <a:lnTo>
                    <a:pt x="29" y="197"/>
                  </a:lnTo>
                  <a:lnTo>
                    <a:pt x="22" y="190"/>
                  </a:lnTo>
                  <a:lnTo>
                    <a:pt x="17" y="182"/>
                  </a:lnTo>
                  <a:lnTo>
                    <a:pt x="13" y="174"/>
                  </a:lnTo>
                  <a:lnTo>
                    <a:pt x="10" y="167"/>
                  </a:lnTo>
                  <a:lnTo>
                    <a:pt x="7" y="159"/>
                  </a:lnTo>
                  <a:lnTo>
                    <a:pt x="7" y="149"/>
                  </a:lnTo>
                  <a:lnTo>
                    <a:pt x="7" y="141"/>
                  </a:lnTo>
                  <a:lnTo>
                    <a:pt x="9" y="133"/>
                  </a:lnTo>
                  <a:lnTo>
                    <a:pt x="13" y="115"/>
                  </a:lnTo>
                  <a:lnTo>
                    <a:pt x="20" y="98"/>
                  </a:lnTo>
                  <a:lnTo>
                    <a:pt x="29" y="83"/>
                  </a:lnTo>
                  <a:lnTo>
                    <a:pt x="39" y="69"/>
                  </a:lnTo>
                  <a:lnTo>
                    <a:pt x="39" y="69"/>
                  </a:lnTo>
                  <a:lnTo>
                    <a:pt x="48" y="58"/>
                  </a:lnTo>
                  <a:lnTo>
                    <a:pt x="59" y="47"/>
                  </a:lnTo>
                  <a:lnTo>
                    <a:pt x="72" y="39"/>
                  </a:lnTo>
                  <a:lnTo>
                    <a:pt x="84" y="31"/>
                  </a:lnTo>
                  <a:lnTo>
                    <a:pt x="97" y="22"/>
                  </a:lnTo>
                  <a:lnTo>
                    <a:pt x="110" y="17"/>
                  </a:lnTo>
                  <a:lnTo>
                    <a:pt x="124" y="13"/>
                  </a:lnTo>
                  <a:lnTo>
                    <a:pt x="139" y="9"/>
                  </a:lnTo>
                  <a:lnTo>
                    <a:pt x="139" y="9"/>
                  </a:lnTo>
                  <a:lnTo>
                    <a:pt x="150" y="7"/>
                  </a:lnTo>
                  <a:lnTo>
                    <a:pt x="161" y="7"/>
                  </a:lnTo>
                  <a:lnTo>
                    <a:pt x="172" y="7"/>
                  </a:lnTo>
                  <a:lnTo>
                    <a:pt x="183" y="9"/>
                  </a:lnTo>
                  <a:lnTo>
                    <a:pt x="193" y="11"/>
                  </a:lnTo>
                  <a:lnTo>
                    <a:pt x="204" y="14"/>
                  </a:lnTo>
                  <a:lnTo>
                    <a:pt x="225" y="22"/>
                  </a:lnTo>
                  <a:lnTo>
                    <a:pt x="244" y="35"/>
                  </a:lnTo>
                  <a:lnTo>
                    <a:pt x="252" y="40"/>
                  </a:lnTo>
                  <a:lnTo>
                    <a:pt x="260" y="49"/>
                  </a:lnTo>
                  <a:lnTo>
                    <a:pt x="269" y="55"/>
                  </a:lnTo>
                  <a:lnTo>
                    <a:pt x="276" y="65"/>
                  </a:lnTo>
                  <a:lnTo>
                    <a:pt x="281" y="73"/>
                  </a:lnTo>
                  <a:lnTo>
                    <a:pt x="287" y="83"/>
                  </a:lnTo>
                  <a:lnTo>
                    <a:pt x="287" y="83"/>
                  </a:lnTo>
                  <a:lnTo>
                    <a:pt x="293" y="98"/>
                  </a:lnTo>
                  <a:lnTo>
                    <a:pt x="296" y="115"/>
                  </a:lnTo>
                  <a:lnTo>
                    <a:pt x="298" y="130"/>
                  </a:lnTo>
                  <a:lnTo>
                    <a:pt x="296" y="145"/>
                  </a:lnTo>
                  <a:lnTo>
                    <a:pt x="292" y="160"/>
                  </a:lnTo>
                  <a:lnTo>
                    <a:pt x="288" y="175"/>
                  </a:lnTo>
                  <a:lnTo>
                    <a:pt x="281" y="189"/>
                  </a:lnTo>
                  <a:lnTo>
                    <a:pt x="273" y="204"/>
                  </a:lnTo>
                  <a:lnTo>
                    <a:pt x="273" y="204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grpSp>
          <p:nvGrpSpPr>
            <p:cNvPr id="21" name="组合 20"/>
            <p:cNvGrpSpPr/>
            <p:nvPr/>
          </p:nvGrpSpPr>
          <p:grpSpPr>
            <a:xfrm>
              <a:off x="3918" y="5387"/>
              <a:ext cx="776" cy="1018"/>
              <a:chOff x="5286380" y="2852739"/>
              <a:chExt cx="203200" cy="382588"/>
            </a:xfrm>
          </p:grpSpPr>
          <p:sp>
            <p:nvSpPr>
              <p:cNvPr id="22" name="Freeform 4219"/>
              <p:cNvSpPr/>
              <p:nvPr/>
            </p:nvSpPr>
            <p:spPr bwMode="auto">
              <a:xfrm>
                <a:off x="5381630" y="2867026"/>
                <a:ext cx="17463" cy="26988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8" y="0"/>
                  </a:cxn>
                  <a:cxn ang="0">
                    <a:pos x="10" y="2"/>
                  </a:cxn>
                  <a:cxn ang="0">
                    <a:pos x="11" y="4"/>
                  </a:cxn>
                  <a:cxn ang="0">
                    <a:pos x="10" y="11"/>
                  </a:cxn>
                  <a:cxn ang="0">
                    <a:pos x="8" y="14"/>
                  </a:cxn>
                  <a:cxn ang="0">
                    <a:pos x="6" y="15"/>
                  </a:cxn>
                  <a:cxn ang="0">
                    <a:pos x="4" y="17"/>
                  </a:cxn>
                  <a:cxn ang="0">
                    <a:pos x="2" y="15"/>
                  </a:cxn>
                  <a:cxn ang="0">
                    <a:pos x="2" y="15"/>
                  </a:cxn>
                  <a:cxn ang="0">
                    <a:pos x="0" y="13"/>
                  </a:cxn>
                  <a:cxn ang="0">
                    <a:pos x="0" y="7"/>
                  </a:cxn>
                  <a:cxn ang="0">
                    <a:pos x="0" y="7"/>
                  </a:cxn>
                  <a:cxn ang="0">
                    <a:pos x="2" y="6"/>
                  </a:cxn>
                  <a:cxn ang="0">
                    <a:pos x="3" y="6"/>
                  </a:cxn>
                  <a:cxn ang="0">
                    <a:pos x="3" y="6"/>
                  </a:cxn>
                  <a:cxn ang="0">
                    <a:pos x="2" y="7"/>
                  </a:cxn>
                  <a:cxn ang="0">
                    <a:pos x="2" y="10"/>
                  </a:cxn>
                  <a:cxn ang="0">
                    <a:pos x="2" y="13"/>
                  </a:cxn>
                  <a:cxn ang="0">
                    <a:pos x="3" y="14"/>
                  </a:cxn>
                  <a:cxn ang="0">
                    <a:pos x="3" y="14"/>
                  </a:cxn>
                  <a:cxn ang="0">
                    <a:pos x="6" y="14"/>
                  </a:cxn>
                  <a:cxn ang="0">
                    <a:pos x="7" y="13"/>
                  </a:cxn>
                  <a:cxn ang="0">
                    <a:pos x="8" y="8"/>
                  </a:cxn>
                  <a:cxn ang="0">
                    <a:pos x="8" y="0"/>
                  </a:cxn>
                  <a:cxn ang="0">
                    <a:pos x="8" y="0"/>
                  </a:cxn>
                </a:cxnLst>
                <a:rect l="0" t="0" r="r" b="b"/>
                <a:pathLst>
                  <a:path w="11" h="17">
                    <a:moveTo>
                      <a:pt x="8" y="0"/>
                    </a:moveTo>
                    <a:lnTo>
                      <a:pt x="8" y="0"/>
                    </a:lnTo>
                    <a:lnTo>
                      <a:pt x="10" y="2"/>
                    </a:lnTo>
                    <a:lnTo>
                      <a:pt x="11" y="4"/>
                    </a:lnTo>
                    <a:lnTo>
                      <a:pt x="10" y="11"/>
                    </a:lnTo>
                    <a:lnTo>
                      <a:pt x="8" y="14"/>
                    </a:lnTo>
                    <a:lnTo>
                      <a:pt x="6" y="15"/>
                    </a:lnTo>
                    <a:lnTo>
                      <a:pt x="4" y="17"/>
                    </a:lnTo>
                    <a:lnTo>
                      <a:pt x="2" y="15"/>
                    </a:lnTo>
                    <a:lnTo>
                      <a:pt x="2" y="15"/>
                    </a:lnTo>
                    <a:lnTo>
                      <a:pt x="0" y="13"/>
                    </a:lnTo>
                    <a:lnTo>
                      <a:pt x="0" y="7"/>
                    </a:lnTo>
                    <a:lnTo>
                      <a:pt x="0" y="7"/>
                    </a:lnTo>
                    <a:lnTo>
                      <a:pt x="2" y="6"/>
                    </a:lnTo>
                    <a:lnTo>
                      <a:pt x="3" y="6"/>
                    </a:lnTo>
                    <a:lnTo>
                      <a:pt x="3" y="6"/>
                    </a:lnTo>
                    <a:lnTo>
                      <a:pt x="2" y="7"/>
                    </a:lnTo>
                    <a:lnTo>
                      <a:pt x="2" y="10"/>
                    </a:lnTo>
                    <a:lnTo>
                      <a:pt x="2" y="13"/>
                    </a:lnTo>
                    <a:lnTo>
                      <a:pt x="3" y="14"/>
                    </a:lnTo>
                    <a:lnTo>
                      <a:pt x="3" y="14"/>
                    </a:lnTo>
                    <a:lnTo>
                      <a:pt x="6" y="14"/>
                    </a:lnTo>
                    <a:lnTo>
                      <a:pt x="7" y="13"/>
                    </a:lnTo>
                    <a:lnTo>
                      <a:pt x="8" y="8"/>
                    </a:lnTo>
                    <a:lnTo>
                      <a:pt x="8" y="0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23" name="Freeform 4220"/>
              <p:cNvSpPr/>
              <p:nvPr/>
            </p:nvSpPr>
            <p:spPr bwMode="auto">
              <a:xfrm>
                <a:off x="5400680" y="2981326"/>
                <a:ext cx="4763" cy="22225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2" y="0"/>
                  </a:cxn>
                  <a:cxn ang="0">
                    <a:pos x="3" y="6"/>
                  </a:cxn>
                  <a:cxn ang="0">
                    <a:pos x="3" y="10"/>
                  </a:cxn>
                  <a:cxn ang="0">
                    <a:pos x="2" y="14"/>
                  </a:cxn>
                  <a:cxn ang="0">
                    <a:pos x="2" y="14"/>
                  </a:cxn>
                  <a:cxn ang="0">
                    <a:pos x="0" y="11"/>
                  </a:cxn>
                  <a:cxn ang="0">
                    <a:pos x="0" y="7"/>
                  </a:cxn>
                  <a:cxn ang="0">
                    <a:pos x="2" y="0"/>
                  </a:cxn>
                  <a:cxn ang="0">
                    <a:pos x="2" y="0"/>
                  </a:cxn>
                </a:cxnLst>
                <a:rect l="0" t="0" r="r" b="b"/>
                <a:pathLst>
                  <a:path w="3" h="14">
                    <a:moveTo>
                      <a:pt x="2" y="0"/>
                    </a:moveTo>
                    <a:lnTo>
                      <a:pt x="2" y="0"/>
                    </a:lnTo>
                    <a:lnTo>
                      <a:pt x="3" y="6"/>
                    </a:lnTo>
                    <a:lnTo>
                      <a:pt x="3" y="10"/>
                    </a:lnTo>
                    <a:lnTo>
                      <a:pt x="2" y="14"/>
                    </a:lnTo>
                    <a:lnTo>
                      <a:pt x="2" y="14"/>
                    </a:lnTo>
                    <a:lnTo>
                      <a:pt x="0" y="11"/>
                    </a:lnTo>
                    <a:lnTo>
                      <a:pt x="0" y="7"/>
                    </a:lnTo>
                    <a:lnTo>
                      <a:pt x="2" y="0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24" name="Freeform 4221"/>
              <p:cNvSpPr>
                <a:spLocks noEditPoints="1"/>
              </p:cNvSpPr>
              <p:nvPr/>
            </p:nvSpPr>
            <p:spPr bwMode="auto">
              <a:xfrm>
                <a:off x="5286380" y="2852739"/>
                <a:ext cx="203200" cy="382588"/>
              </a:xfrm>
              <a:custGeom>
                <a:avLst/>
                <a:gdLst/>
                <a:ahLst/>
                <a:cxnLst>
                  <a:cxn ang="0">
                    <a:pos x="78" y="52"/>
                  </a:cxn>
                  <a:cxn ang="0">
                    <a:pos x="91" y="68"/>
                  </a:cxn>
                  <a:cxn ang="0">
                    <a:pos x="104" y="96"/>
                  </a:cxn>
                  <a:cxn ang="0">
                    <a:pos x="125" y="120"/>
                  </a:cxn>
                  <a:cxn ang="0">
                    <a:pos x="121" y="223"/>
                  </a:cxn>
                  <a:cxn ang="0">
                    <a:pos x="34" y="238"/>
                  </a:cxn>
                  <a:cxn ang="0">
                    <a:pos x="2" y="212"/>
                  </a:cxn>
                  <a:cxn ang="0">
                    <a:pos x="3" y="120"/>
                  </a:cxn>
                  <a:cxn ang="0">
                    <a:pos x="18" y="94"/>
                  </a:cxn>
                  <a:cxn ang="0">
                    <a:pos x="37" y="64"/>
                  </a:cxn>
                  <a:cxn ang="0">
                    <a:pos x="51" y="45"/>
                  </a:cxn>
                  <a:cxn ang="0">
                    <a:pos x="60" y="4"/>
                  </a:cxn>
                  <a:cxn ang="0">
                    <a:pos x="72" y="9"/>
                  </a:cxn>
                  <a:cxn ang="0">
                    <a:pos x="53" y="27"/>
                  </a:cxn>
                  <a:cxn ang="0">
                    <a:pos x="68" y="32"/>
                  </a:cxn>
                  <a:cxn ang="0">
                    <a:pos x="51" y="34"/>
                  </a:cxn>
                  <a:cxn ang="0">
                    <a:pos x="75" y="30"/>
                  </a:cxn>
                  <a:cxn ang="0">
                    <a:pos x="82" y="37"/>
                  </a:cxn>
                  <a:cxn ang="0">
                    <a:pos x="49" y="41"/>
                  </a:cxn>
                  <a:cxn ang="0">
                    <a:pos x="68" y="52"/>
                  </a:cxn>
                  <a:cxn ang="0">
                    <a:pos x="71" y="57"/>
                  </a:cxn>
                  <a:cxn ang="0">
                    <a:pos x="71" y="57"/>
                  </a:cxn>
                  <a:cxn ang="0">
                    <a:pos x="56" y="60"/>
                  </a:cxn>
                  <a:cxn ang="0">
                    <a:pos x="59" y="60"/>
                  </a:cxn>
                  <a:cxn ang="0">
                    <a:pos x="53" y="62"/>
                  </a:cxn>
                  <a:cxn ang="0">
                    <a:pos x="76" y="69"/>
                  </a:cxn>
                  <a:cxn ang="0">
                    <a:pos x="56" y="64"/>
                  </a:cxn>
                  <a:cxn ang="0">
                    <a:pos x="78" y="86"/>
                  </a:cxn>
                  <a:cxn ang="0">
                    <a:pos x="86" y="71"/>
                  </a:cxn>
                  <a:cxn ang="0">
                    <a:pos x="49" y="84"/>
                  </a:cxn>
                  <a:cxn ang="0">
                    <a:pos x="86" y="94"/>
                  </a:cxn>
                  <a:cxn ang="0">
                    <a:pos x="94" y="94"/>
                  </a:cxn>
                  <a:cxn ang="0">
                    <a:pos x="22" y="98"/>
                  </a:cxn>
                  <a:cxn ang="0">
                    <a:pos x="51" y="98"/>
                  </a:cxn>
                  <a:cxn ang="0">
                    <a:pos x="36" y="111"/>
                  </a:cxn>
                  <a:cxn ang="0">
                    <a:pos x="105" y="99"/>
                  </a:cxn>
                  <a:cxn ang="0">
                    <a:pos x="49" y="105"/>
                  </a:cxn>
                  <a:cxn ang="0">
                    <a:pos x="86" y="114"/>
                  </a:cxn>
                  <a:cxn ang="0">
                    <a:pos x="6" y="115"/>
                  </a:cxn>
                  <a:cxn ang="0">
                    <a:pos x="8" y="113"/>
                  </a:cxn>
                  <a:cxn ang="0">
                    <a:pos x="100" y="115"/>
                  </a:cxn>
                  <a:cxn ang="0">
                    <a:pos x="34" y="125"/>
                  </a:cxn>
                  <a:cxn ang="0">
                    <a:pos x="115" y="118"/>
                  </a:cxn>
                  <a:cxn ang="0">
                    <a:pos x="11" y="179"/>
                  </a:cxn>
                  <a:cxn ang="0">
                    <a:pos x="22" y="128"/>
                  </a:cxn>
                  <a:cxn ang="0">
                    <a:pos x="19" y="126"/>
                  </a:cxn>
                  <a:cxn ang="0">
                    <a:pos x="8" y="139"/>
                  </a:cxn>
                  <a:cxn ang="0">
                    <a:pos x="94" y="130"/>
                  </a:cxn>
                  <a:cxn ang="0">
                    <a:pos x="90" y="208"/>
                  </a:cxn>
                  <a:cxn ang="0">
                    <a:pos x="52" y="188"/>
                  </a:cxn>
                  <a:cxn ang="0">
                    <a:pos x="44" y="130"/>
                  </a:cxn>
                  <a:cxn ang="0">
                    <a:pos x="38" y="219"/>
                  </a:cxn>
                  <a:cxn ang="0">
                    <a:pos x="47" y="196"/>
                  </a:cxn>
                  <a:cxn ang="0">
                    <a:pos x="123" y="135"/>
                  </a:cxn>
                  <a:cxn ang="0">
                    <a:pos x="64" y="137"/>
                  </a:cxn>
                  <a:cxn ang="0">
                    <a:pos x="72" y="209"/>
                  </a:cxn>
                  <a:cxn ang="0">
                    <a:pos x="104" y="159"/>
                  </a:cxn>
                  <a:cxn ang="0">
                    <a:pos x="71" y="132"/>
                  </a:cxn>
                  <a:cxn ang="0">
                    <a:pos x="32" y="232"/>
                  </a:cxn>
                  <a:cxn ang="0">
                    <a:pos x="48" y="220"/>
                  </a:cxn>
                  <a:cxn ang="0">
                    <a:pos x="33" y="227"/>
                  </a:cxn>
                  <a:cxn ang="0">
                    <a:pos x="102" y="226"/>
                  </a:cxn>
                  <a:cxn ang="0">
                    <a:pos x="98" y="212"/>
                  </a:cxn>
                </a:cxnLst>
                <a:rect l="0" t="0" r="r" b="b"/>
                <a:pathLst>
                  <a:path w="128" h="241">
                    <a:moveTo>
                      <a:pt x="81" y="24"/>
                    </a:moveTo>
                    <a:lnTo>
                      <a:pt x="81" y="24"/>
                    </a:lnTo>
                    <a:lnTo>
                      <a:pt x="83" y="27"/>
                    </a:lnTo>
                    <a:lnTo>
                      <a:pt x="85" y="30"/>
                    </a:lnTo>
                    <a:lnTo>
                      <a:pt x="85" y="37"/>
                    </a:lnTo>
                    <a:lnTo>
                      <a:pt x="82" y="43"/>
                    </a:lnTo>
                    <a:lnTo>
                      <a:pt x="81" y="45"/>
                    </a:lnTo>
                    <a:lnTo>
                      <a:pt x="78" y="46"/>
                    </a:lnTo>
                    <a:lnTo>
                      <a:pt x="78" y="46"/>
                    </a:lnTo>
                    <a:lnTo>
                      <a:pt x="79" y="49"/>
                    </a:lnTo>
                    <a:lnTo>
                      <a:pt x="78" y="52"/>
                    </a:lnTo>
                    <a:lnTo>
                      <a:pt x="75" y="54"/>
                    </a:lnTo>
                    <a:lnTo>
                      <a:pt x="75" y="54"/>
                    </a:lnTo>
                    <a:lnTo>
                      <a:pt x="75" y="57"/>
                    </a:lnTo>
                    <a:lnTo>
                      <a:pt x="76" y="58"/>
                    </a:lnTo>
                    <a:lnTo>
                      <a:pt x="76" y="58"/>
                    </a:lnTo>
                    <a:lnTo>
                      <a:pt x="81" y="58"/>
                    </a:lnTo>
                    <a:lnTo>
                      <a:pt x="85" y="60"/>
                    </a:lnTo>
                    <a:lnTo>
                      <a:pt x="93" y="64"/>
                    </a:lnTo>
                    <a:lnTo>
                      <a:pt x="93" y="64"/>
                    </a:lnTo>
                    <a:lnTo>
                      <a:pt x="93" y="66"/>
                    </a:lnTo>
                    <a:lnTo>
                      <a:pt x="91" y="68"/>
                    </a:lnTo>
                    <a:lnTo>
                      <a:pt x="90" y="69"/>
                    </a:lnTo>
                    <a:lnTo>
                      <a:pt x="89" y="71"/>
                    </a:lnTo>
                    <a:lnTo>
                      <a:pt x="89" y="71"/>
                    </a:lnTo>
                    <a:lnTo>
                      <a:pt x="87" y="79"/>
                    </a:lnTo>
                    <a:lnTo>
                      <a:pt x="87" y="88"/>
                    </a:lnTo>
                    <a:lnTo>
                      <a:pt x="87" y="88"/>
                    </a:lnTo>
                    <a:lnTo>
                      <a:pt x="93" y="91"/>
                    </a:lnTo>
                    <a:lnTo>
                      <a:pt x="100" y="92"/>
                    </a:lnTo>
                    <a:lnTo>
                      <a:pt x="100" y="92"/>
                    </a:lnTo>
                    <a:lnTo>
                      <a:pt x="102" y="95"/>
                    </a:lnTo>
                    <a:lnTo>
                      <a:pt x="104" y="96"/>
                    </a:lnTo>
                    <a:lnTo>
                      <a:pt x="106" y="96"/>
                    </a:lnTo>
                    <a:lnTo>
                      <a:pt x="106" y="96"/>
                    </a:lnTo>
                    <a:lnTo>
                      <a:pt x="116" y="103"/>
                    </a:lnTo>
                    <a:lnTo>
                      <a:pt x="116" y="103"/>
                    </a:lnTo>
                    <a:lnTo>
                      <a:pt x="125" y="110"/>
                    </a:lnTo>
                    <a:lnTo>
                      <a:pt x="125" y="110"/>
                    </a:lnTo>
                    <a:lnTo>
                      <a:pt x="128" y="113"/>
                    </a:lnTo>
                    <a:lnTo>
                      <a:pt x="128" y="115"/>
                    </a:lnTo>
                    <a:lnTo>
                      <a:pt x="127" y="118"/>
                    </a:lnTo>
                    <a:lnTo>
                      <a:pt x="125" y="120"/>
                    </a:lnTo>
                    <a:lnTo>
                      <a:pt x="125" y="120"/>
                    </a:lnTo>
                    <a:lnTo>
                      <a:pt x="124" y="163"/>
                    </a:lnTo>
                    <a:lnTo>
                      <a:pt x="123" y="185"/>
                    </a:lnTo>
                    <a:lnTo>
                      <a:pt x="121" y="207"/>
                    </a:lnTo>
                    <a:lnTo>
                      <a:pt x="121" y="207"/>
                    </a:lnTo>
                    <a:lnTo>
                      <a:pt x="124" y="208"/>
                    </a:lnTo>
                    <a:lnTo>
                      <a:pt x="125" y="209"/>
                    </a:lnTo>
                    <a:lnTo>
                      <a:pt x="125" y="209"/>
                    </a:lnTo>
                    <a:lnTo>
                      <a:pt x="125" y="215"/>
                    </a:lnTo>
                    <a:lnTo>
                      <a:pt x="124" y="220"/>
                    </a:lnTo>
                    <a:lnTo>
                      <a:pt x="124" y="220"/>
                    </a:lnTo>
                    <a:lnTo>
                      <a:pt x="121" y="223"/>
                    </a:lnTo>
                    <a:lnTo>
                      <a:pt x="119" y="226"/>
                    </a:lnTo>
                    <a:lnTo>
                      <a:pt x="109" y="227"/>
                    </a:lnTo>
                    <a:lnTo>
                      <a:pt x="109" y="227"/>
                    </a:lnTo>
                    <a:lnTo>
                      <a:pt x="98" y="228"/>
                    </a:lnTo>
                    <a:lnTo>
                      <a:pt x="86" y="230"/>
                    </a:lnTo>
                    <a:lnTo>
                      <a:pt x="86" y="230"/>
                    </a:lnTo>
                    <a:lnTo>
                      <a:pt x="63" y="235"/>
                    </a:lnTo>
                    <a:lnTo>
                      <a:pt x="42" y="241"/>
                    </a:lnTo>
                    <a:lnTo>
                      <a:pt x="42" y="241"/>
                    </a:lnTo>
                    <a:lnTo>
                      <a:pt x="36" y="239"/>
                    </a:lnTo>
                    <a:lnTo>
                      <a:pt x="34" y="238"/>
                    </a:lnTo>
                    <a:lnTo>
                      <a:pt x="33" y="237"/>
                    </a:lnTo>
                    <a:lnTo>
                      <a:pt x="33" y="237"/>
                    </a:lnTo>
                    <a:lnTo>
                      <a:pt x="29" y="235"/>
                    </a:lnTo>
                    <a:lnTo>
                      <a:pt x="25" y="232"/>
                    </a:lnTo>
                    <a:lnTo>
                      <a:pt x="17" y="227"/>
                    </a:lnTo>
                    <a:lnTo>
                      <a:pt x="17" y="227"/>
                    </a:lnTo>
                    <a:lnTo>
                      <a:pt x="8" y="222"/>
                    </a:lnTo>
                    <a:lnTo>
                      <a:pt x="6" y="219"/>
                    </a:lnTo>
                    <a:lnTo>
                      <a:pt x="3" y="216"/>
                    </a:lnTo>
                    <a:lnTo>
                      <a:pt x="3" y="216"/>
                    </a:lnTo>
                    <a:lnTo>
                      <a:pt x="2" y="212"/>
                    </a:lnTo>
                    <a:lnTo>
                      <a:pt x="3" y="208"/>
                    </a:lnTo>
                    <a:lnTo>
                      <a:pt x="4" y="201"/>
                    </a:lnTo>
                    <a:lnTo>
                      <a:pt x="4" y="201"/>
                    </a:lnTo>
                    <a:lnTo>
                      <a:pt x="7" y="201"/>
                    </a:lnTo>
                    <a:lnTo>
                      <a:pt x="7" y="201"/>
                    </a:lnTo>
                    <a:lnTo>
                      <a:pt x="8" y="185"/>
                    </a:lnTo>
                    <a:lnTo>
                      <a:pt x="8" y="167"/>
                    </a:lnTo>
                    <a:lnTo>
                      <a:pt x="6" y="132"/>
                    </a:lnTo>
                    <a:lnTo>
                      <a:pt x="6" y="132"/>
                    </a:lnTo>
                    <a:lnTo>
                      <a:pt x="4" y="122"/>
                    </a:lnTo>
                    <a:lnTo>
                      <a:pt x="3" y="120"/>
                    </a:lnTo>
                    <a:lnTo>
                      <a:pt x="0" y="115"/>
                    </a:lnTo>
                    <a:lnTo>
                      <a:pt x="0" y="115"/>
                    </a:lnTo>
                    <a:lnTo>
                      <a:pt x="0" y="113"/>
                    </a:lnTo>
                    <a:lnTo>
                      <a:pt x="2" y="111"/>
                    </a:lnTo>
                    <a:lnTo>
                      <a:pt x="4" y="109"/>
                    </a:lnTo>
                    <a:lnTo>
                      <a:pt x="4" y="109"/>
                    </a:lnTo>
                    <a:lnTo>
                      <a:pt x="7" y="103"/>
                    </a:lnTo>
                    <a:lnTo>
                      <a:pt x="7" y="103"/>
                    </a:lnTo>
                    <a:lnTo>
                      <a:pt x="13" y="99"/>
                    </a:lnTo>
                    <a:lnTo>
                      <a:pt x="18" y="94"/>
                    </a:lnTo>
                    <a:lnTo>
                      <a:pt x="18" y="94"/>
                    </a:lnTo>
                    <a:lnTo>
                      <a:pt x="30" y="94"/>
                    </a:lnTo>
                    <a:lnTo>
                      <a:pt x="37" y="92"/>
                    </a:lnTo>
                    <a:lnTo>
                      <a:pt x="44" y="91"/>
                    </a:lnTo>
                    <a:lnTo>
                      <a:pt x="44" y="91"/>
                    </a:lnTo>
                    <a:lnTo>
                      <a:pt x="42" y="80"/>
                    </a:lnTo>
                    <a:lnTo>
                      <a:pt x="40" y="71"/>
                    </a:lnTo>
                    <a:lnTo>
                      <a:pt x="40" y="71"/>
                    </a:lnTo>
                    <a:lnTo>
                      <a:pt x="37" y="69"/>
                    </a:lnTo>
                    <a:lnTo>
                      <a:pt x="34" y="65"/>
                    </a:lnTo>
                    <a:lnTo>
                      <a:pt x="34" y="65"/>
                    </a:lnTo>
                    <a:lnTo>
                      <a:pt x="37" y="64"/>
                    </a:lnTo>
                    <a:lnTo>
                      <a:pt x="38" y="62"/>
                    </a:lnTo>
                    <a:lnTo>
                      <a:pt x="44" y="60"/>
                    </a:lnTo>
                    <a:lnTo>
                      <a:pt x="51" y="58"/>
                    </a:lnTo>
                    <a:lnTo>
                      <a:pt x="56" y="57"/>
                    </a:lnTo>
                    <a:lnTo>
                      <a:pt x="56" y="57"/>
                    </a:lnTo>
                    <a:lnTo>
                      <a:pt x="55" y="53"/>
                    </a:lnTo>
                    <a:lnTo>
                      <a:pt x="53" y="52"/>
                    </a:lnTo>
                    <a:lnTo>
                      <a:pt x="51" y="50"/>
                    </a:lnTo>
                    <a:lnTo>
                      <a:pt x="51" y="50"/>
                    </a:lnTo>
                    <a:lnTo>
                      <a:pt x="51" y="47"/>
                    </a:lnTo>
                    <a:lnTo>
                      <a:pt x="51" y="45"/>
                    </a:lnTo>
                    <a:lnTo>
                      <a:pt x="51" y="45"/>
                    </a:lnTo>
                    <a:lnTo>
                      <a:pt x="48" y="41"/>
                    </a:lnTo>
                    <a:lnTo>
                      <a:pt x="45" y="34"/>
                    </a:lnTo>
                    <a:lnTo>
                      <a:pt x="45" y="31"/>
                    </a:lnTo>
                    <a:lnTo>
                      <a:pt x="45" y="28"/>
                    </a:lnTo>
                    <a:lnTo>
                      <a:pt x="48" y="26"/>
                    </a:lnTo>
                    <a:lnTo>
                      <a:pt x="51" y="24"/>
                    </a:lnTo>
                    <a:lnTo>
                      <a:pt x="51" y="24"/>
                    </a:lnTo>
                    <a:lnTo>
                      <a:pt x="52" y="17"/>
                    </a:lnTo>
                    <a:lnTo>
                      <a:pt x="55" y="9"/>
                    </a:lnTo>
                    <a:lnTo>
                      <a:pt x="60" y="4"/>
                    </a:lnTo>
                    <a:lnTo>
                      <a:pt x="66" y="0"/>
                    </a:lnTo>
                    <a:lnTo>
                      <a:pt x="66" y="0"/>
                    </a:lnTo>
                    <a:lnTo>
                      <a:pt x="70" y="1"/>
                    </a:lnTo>
                    <a:lnTo>
                      <a:pt x="72" y="4"/>
                    </a:lnTo>
                    <a:lnTo>
                      <a:pt x="78" y="12"/>
                    </a:lnTo>
                    <a:lnTo>
                      <a:pt x="78" y="12"/>
                    </a:lnTo>
                    <a:lnTo>
                      <a:pt x="81" y="17"/>
                    </a:lnTo>
                    <a:lnTo>
                      <a:pt x="82" y="22"/>
                    </a:lnTo>
                    <a:lnTo>
                      <a:pt x="81" y="24"/>
                    </a:lnTo>
                    <a:lnTo>
                      <a:pt x="81" y="24"/>
                    </a:lnTo>
                    <a:close/>
                    <a:moveTo>
                      <a:pt x="72" y="9"/>
                    </a:moveTo>
                    <a:lnTo>
                      <a:pt x="72" y="9"/>
                    </a:lnTo>
                    <a:lnTo>
                      <a:pt x="70" y="5"/>
                    </a:lnTo>
                    <a:lnTo>
                      <a:pt x="67" y="4"/>
                    </a:lnTo>
                    <a:lnTo>
                      <a:pt x="66" y="4"/>
                    </a:lnTo>
                    <a:lnTo>
                      <a:pt x="66" y="4"/>
                    </a:lnTo>
                    <a:lnTo>
                      <a:pt x="60" y="7"/>
                    </a:lnTo>
                    <a:lnTo>
                      <a:pt x="56" y="12"/>
                    </a:lnTo>
                    <a:lnTo>
                      <a:pt x="53" y="19"/>
                    </a:lnTo>
                    <a:lnTo>
                      <a:pt x="53" y="23"/>
                    </a:lnTo>
                    <a:lnTo>
                      <a:pt x="53" y="27"/>
                    </a:lnTo>
                    <a:lnTo>
                      <a:pt x="53" y="27"/>
                    </a:lnTo>
                    <a:lnTo>
                      <a:pt x="60" y="30"/>
                    </a:lnTo>
                    <a:lnTo>
                      <a:pt x="67" y="30"/>
                    </a:lnTo>
                    <a:lnTo>
                      <a:pt x="74" y="28"/>
                    </a:lnTo>
                    <a:lnTo>
                      <a:pt x="79" y="24"/>
                    </a:lnTo>
                    <a:lnTo>
                      <a:pt x="79" y="24"/>
                    </a:lnTo>
                    <a:lnTo>
                      <a:pt x="78" y="20"/>
                    </a:lnTo>
                    <a:lnTo>
                      <a:pt x="76" y="16"/>
                    </a:lnTo>
                    <a:lnTo>
                      <a:pt x="72" y="9"/>
                    </a:lnTo>
                    <a:lnTo>
                      <a:pt x="72" y="9"/>
                    </a:lnTo>
                    <a:close/>
                    <a:moveTo>
                      <a:pt x="68" y="32"/>
                    </a:moveTo>
                    <a:lnTo>
                      <a:pt x="68" y="32"/>
                    </a:lnTo>
                    <a:lnTo>
                      <a:pt x="64" y="32"/>
                    </a:lnTo>
                    <a:lnTo>
                      <a:pt x="60" y="32"/>
                    </a:lnTo>
                    <a:lnTo>
                      <a:pt x="53" y="30"/>
                    </a:lnTo>
                    <a:lnTo>
                      <a:pt x="53" y="30"/>
                    </a:lnTo>
                    <a:lnTo>
                      <a:pt x="51" y="27"/>
                    </a:lnTo>
                    <a:lnTo>
                      <a:pt x="51" y="27"/>
                    </a:lnTo>
                    <a:lnTo>
                      <a:pt x="49" y="27"/>
                    </a:lnTo>
                    <a:lnTo>
                      <a:pt x="48" y="28"/>
                    </a:lnTo>
                    <a:lnTo>
                      <a:pt x="48" y="31"/>
                    </a:lnTo>
                    <a:lnTo>
                      <a:pt x="48" y="31"/>
                    </a:lnTo>
                    <a:lnTo>
                      <a:pt x="51" y="34"/>
                    </a:lnTo>
                    <a:lnTo>
                      <a:pt x="53" y="34"/>
                    </a:lnTo>
                    <a:lnTo>
                      <a:pt x="60" y="35"/>
                    </a:lnTo>
                    <a:lnTo>
                      <a:pt x="68" y="35"/>
                    </a:lnTo>
                    <a:lnTo>
                      <a:pt x="75" y="35"/>
                    </a:lnTo>
                    <a:lnTo>
                      <a:pt x="75" y="35"/>
                    </a:lnTo>
                    <a:lnTo>
                      <a:pt x="79" y="32"/>
                    </a:lnTo>
                    <a:lnTo>
                      <a:pt x="82" y="31"/>
                    </a:lnTo>
                    <a:lnTo>
                      <a:pt x="82" y="28"/>
                    </a:lnTo>
                    <a:lnTo>
                      <a:pt x="82" y="28"/>
                    </a:lnTo>
                    <a:lnTo>
                      <a:pt x="78" y="28"/>
                    </a:lnTo>
                    <a:lnTo>
                      <a:pt x="75" y="30"/>
                    </a:lnTo>
                    <a:lnTo>
                      <a:pt x="68" y="32"/>
                    </a:lnTo>
                    <a:lnTo>
                      <a:pt x="68" y="32"/>
                    </a:lnTo>
                    <a:close/>
                    <a:moveTo>
                      <a:pt x="53" y="43"/>
                    </a:moveTo>
                    <a:lnTo>
                      <a:pt x="53" y="43"/>
                    </a:lnTo>
                    <a:lnTo>
                      <a:pt x="59" y="46"/>
                    </a:lnTo>
                    <a:lnTo>
                      <a:pt x="67" y="47"/>
                    </a:lnTo>
                    <a:lnTo>
                      <a:pt x="74" y="46"/>
                    </a:lnTo>
                    <a:lnTo>
                      <a:pt x="79" y="42"/>
                    </a:lnTo>
                    <a:lnTo>
                      <a:pt x="79" y="42"/>
                    </a:lnTo>
                    <a:lnTo>
                      <a:pt x="81" y="39"/>
                    </a:lnTo>
                    <a:lnTo>
                      <a:pt x="82" y="37"/>
                    </a:lnTo>
                    <a:lnTo>
                      <a:pt x="82" y="35"/>
                    </a:lnTo>
                    <a:lnTo>
                      <a:pt x="82" y="35"/>
                    </a:lnTo>
                    <a:lnTo>
                      <a:pt x="76" y="38"/>
                    </a:lnTo>
                    <a:lnTo>
                      <a:pt x="71" y="38"/>
                    </a:lnTo>
                    <a:lnTo>
                      <a:pt x="59" y="38"/>
                    </a:lnTo>
                    <a:lnTo>
                      <a:pt x="59" y="38"/>
                    </a:lnTo>
                    <a:lnTo>
                      <a:pt x="53" y="38"/>
                    </a:lnTo>
                    <a:lnTo>
                      <a:pt x="48" y="35"/>
                    </a:lnTo>
                    <a:lnTo>
                      <a:pt x="48" y="35"/>
                    </a:lnTo>
                    <a:lnTo>
                      <a:pt x="49" y="38"/>
                    </a:lnTo>
                    <a:lnTo>
                      <a:pt x="49" y="41"/>
                    </a:lnTo>
                    <a:lnTo>
                      <a:pt x="53" y="43"/>
                    </a:lnTo>
                    <a:lnTo>
                      <a:pt x="53" y="43"/>
                    </a:lnTo>
                    <a:close/>
                    <a:moveTo>
                      <a:pt x="55" y="46"/>
                    </a:moveTo>
                    <a:lnTo>
                      <a:pt x="55" y="46"/>
                    </a:lnTo>
                    <a:lnTo>
                      <a:pt x="52" y="47"/>
                    </a:lnTo>
                    <a:lnTo>
                      <a:pt x="52" y="47"/>
                    </a:lnTo>
                    <a:lnTo>
                      <a:pt x="53" y="47"/>
                    </a:lnTo>
                    <a:lnTo>
                      <a:pt x="52" y="49"/>
                    </a:lnTo>
                    <a:lnTo>
                      <a:pt x="52" y="49"/>
                    </a:lnTo>
                    <a:lnTo>
                      <a:pt x="63" y="52"/>
                    </a:lnTo>
                    <a:lnTo>
                      <a:pt x="68" y="52"/>
                    </a:lnTo>
                    <a:lnTo>
                      <a:pt x="74" y="52"/>
                    </a:lnTo>
                    <a:lnTo>
                      <a:pt x="74" y="52"/>
                    </a:lnTo>
                    <a:lnTo>
                      <a:pt x="75" y="50"/>
                    </a:lnTo>
                    <a:lnTo>
                      <a:pt x="75" y="49"/>
                    </a:lnTo>
                    <a:lnTo>
                      <a:pt x="75" y="49"/>
                    </a:lnTo>
                    <a:lnTo>
                      <a:pt x="64" y="50"/>
                    </a:lnTo>
                    <a:lnTo>
                      <a:pt x="59" y="49"/>
                    </a:lnTo>
                    <a:lnTo>
                      <a:pt x="55" y="46"/>
                    </a:lnTo>
                    <a:lnTo>
                      <a:pt x="55" y="46"/>
                    </a:lnTo>
                    <a:close/>
                    <a:moveTo>
                      <a:pt x="71" y="57"/>
                    </a:moveTo>
                    <a:lnTo>
                      <a:pt x="71" y="57"/>
                    </a:lnTo>
                    <a:lnTo>
                      <a:pt x="72" y="54"/>
                    </a:lnTo>
                    <a:lnTo>
                      <a:pt x="72" y="54"/>
                    </a:lnTo>
                    <a:lnTo>
                      <a:pt x="64" y="54"/>
                    </a:lnTo>
                    <a:lnTo>
                      <a:pt x="60" y="54"/>
                    </a:lnTo>
                    <a:lnTo>
                      <a:pt x="56" y="53"/>
                    </a:lnTo>
                    <a:lnTo>
                      <a:pt x="56" y="53"/>
                    </a:lnTo>
                    <a:lnTo>
                      <a:pt x="57" y="54"/>
                    </a:lnTo>
                    <a:lnTo>
                      <a:pt x="59" y="57"/>
                    </a:lnTo>
                    <a:lnTo>
                      <a:pt x="63" y="58"/>
                    </a:lnTo>
                    <a:lnTo>
                      <a:pt x="67" y="58"/>
                    </a:lnTo>
                    <a:lnTo>
                      <a:pt x="71" y="57"/>
                    </a:lnTo>
                    <a:lnTo>
                      <a:pt x="71" y="57"/>
                    </a:lnTo>
                    <a:close/>
                    <a:moveTo>
                      <a:pt x="56" y="58"/>
                    </a:moveTo>
                    <a:lnTo>
                      <a:pt x="56" y="58"/>
                    </a:lnTo>
                    <a:lnTo>
                      <a:pt x="56" y="58"/>
                    </a:lnTo>
                    <a:lnTo>
                      <a:pt x="56" y="60"/>
                    </a:lnTo>
                    <a:lnTo>
                      <a:pt x="56" y="60"/>
                    </a:lnTo>
                    <a:lnTo>
                      <a:pt x="56" y="60"/>
                    </a:lnTo>
                    <a:lnTo>
                      <a:pt x="56" y="60"/>
                    </a:lnTo>
                    <a:lnTo>
                      <a:pt x="56" y="61"/>
                    </a:lnTo>
                    <a:lnTo>
                      <a:pt x="56" y="61"/>
                    </a:lnTo>
                    <a:lnTo>
                      <a:pt x="56" y="60"/>
                    </a:lnTo>
                    <a:lnTo>
                      <a:pt x="56" y="61"/>
                    </a:lnTo>
                    <a:lnTo>
                      <a:pt x="56" y="61"/>
                    </a:lnTo>
                    <a:lnTo>
                      <a:pt x="60" y="62"/>
                    </a:lnTo>
                    <a:lnTo>
                      <a:pt x="64" y="62"/>
                    </a:lnTo>
                    <a:lnTo>
                      <a:pt x="72" y="62"/>
                    </a:lnTo>
                    <a:lnTo>
                      <a:pt x="72" y="62"/>
                    </a:lnTo>
                    <a:lnTo>
                      <a:pt x="72" y="61"/>
                    </a:lnTo>
                    <a:lnTo>
                      <a:pt x="74" y="60"/>
                    </a:lnTo>
                    <a:lnTo>
                      <a:pt x="74" y="60"/>
                    </a:lnTo>
                    <a:lnTo>
                      <a:pt x="66" y="61"/>
                    </a:lnTo>
                    <a:lnTo>
                      <a:pt x="59" y="60"/>
                    </a:lnTo>
                    <a:lnTo>
                      <a:pt x="59" y="60"/>
                    </a:lnTo>
                    <a:lnTo>
                      <a:pt x="57" y="60"/>
                    </a:lnTo>
                    <a:lnTo>
                      <a:pt x="57" y="60"/>
                    </a:lnTo>
                    <a:lnTo>
                      <a:pt x="57" y="60"/>
                    </a:lnTo>
                    <a:lnTo>
                      <a:pt x="57" y="60"/>
                    </a:lnTo>
                    <a:lnTo>
                      <a:pt x="57" y="58"/>
                    </a:lnTo>
                    <a:lnTo>
                      <a:pt x="56" y="58"/>
                    </a:lnTo>
                    <a:lnTo>
                      <a:pt x="56" y="58"/>
                    </a:lnTo>
                    <a:close/>
                    <a:moveTo>
                      <a:pt x="56" y="64"/>
                    </a:moveTo>
                    <a:lnTo>
                      <a:pt x="56" y="64"/>
                    </a:lnTo>
                    <a:lnTo>
                      <a:pt x="53" y="62"/>
                    </a:lnTo>
                    <a:lnTo>
                      <a:pt x="51" y="61"/>
                    </a:lnTo>
                    <a:lnTo>
                      <a:pt x="51" y="61"/>
                    </a:lnTo>
                    <a:lnTo>
                      <a:pt x="48" y="61"/>
                    </a:lnTo>
                    <a:lnTo>
                      <a:pt x="44" y="62"/>
                    </a:lnTo>
                    <a:lnTo>
                      <a:pt x="38" y="65"/>
                    </a:lnTo>
                    <a:lnTo>
                      <a:pt x="38" y="65"/>
                    </a:lnTo>
                    <a:lnTo>
                      <a:pt x="44" y="69"/>
                    </a:lnTo>
                    <a:lnTo>
                      <a:pt x="49" y="72"/>
                    </a:lnTo>
                    <a:lnTo>
                      <a:pt x="56" y="73"/>
                    </a:lnTo>
                    <a:lnTo>
                      <a:pt x="62" y="72"/>
                    </a:lnTo>
                    <a:lnTo>
                      <a:pt x="76" y="69"/>
                    </a:lnTo>
                    <a:lnTo>
                      <a:pt x="89" y="66"/>
                    </a:lnTo>
                    <a:lnTo>
                      <a:pt x="89" y="66"/>
                    </a:lnTo>
                    <a:lnTo>
                      <a:pt x="87" y="64"/>
                    </a:lnTo>
                    <a:lnTo>
                      <a:pt x="83" y="62"/>
                    </a:lnTo>
                    <a:lnTo>
                      <a:pt x="76" y="62"/>
                    </a:lnTo>
                    <a:lnTo>
                      <a:pt x="76" y="62"/>
                    </a:lnTo>
                    <a:lnTo>
                      <a:pt x="72" y="64"/>
                    </a:lnTo>
                    <a:lnTo>
                      <a:pt x="67" y="65"/>
                    </a:lnTo>
                    <a:lnTo>
                      <a:pt x="62" y="65"/>
                    </a:lnTo>
                    <a:lnTo>
                      <a:pt x="56" y="64"/>
                    </a:lnTo>
                    <a:lnTo>
                      <a:pt x="56" y="64"/>
                    </a:lnTo>
                    <a:close/>
                    <a:moveTo>
                      <a:pt x="49" y="75"/>
                    </a:moveTo>
                    <a:lnTo>
                      <a:pt x="49" y="75"/>
                    </a:lnTo>
                    <a:lnTo>
                      <a:pt x="51" y="80"/>
                    </a:lnTo>
                    <a:lnTo>
                      <a:pt x="52" y="86"/>
                    </a:lnTo>
                    <a:lnTo>
                      <a:pt x="53" y="95"/>
                    </a:lnTo>
                    <a:lnTo>
                      <a:pt x="53" y="95"/>
                    </a:lnTo>
                    <a:lnTo>
                      <a:pt x="66" y="96"/>
                    </a:lnTo>
                    <a:lnTo>
                      <a:pt x="72" y="96"/>
                    </a:lnTo>
                    <a:lnTo>
                      <a:pt x="78" y="95"/>
                    </a:lnTo>
                    <a:lnTo>
                      <a:pt x="78" y="95"/>
                    </a:lnTo>
                    <a:lnTo>
                      <a:pt x="78" y="86"/>
                    </a:lnTo>
                    <a:lnTo>
                      <a:pt x="79" y="81"/>
                    </a:lnTo>
                    <a:lnTo>
                      <a:pt x="81" y="76"/>
                    </a:lnTo>
                    <a:lnTo>
                      <a:pt x="81" y="76"/>
                    </a:lnTo>
                    <a:lnTo>
                      <a:pt x="81" y="86"/>
                    </a:lnTo>
                    <a:lnTo>
                      <a:pt x="81" y="90"/>
                    </a:lnTo>
                    <a:lnTo>
                      <a:pt x="81" y="94"/>
                    </a:lnTo>
                    <a:lnTo>
                      <a:pt x="81" y="94"/>
                    </a:lnTo>
                    <a:lnTo>
                      <a:pt x="83" y="92"/>
                    </a:lnTo>
                    <a:lnTo>
                      <a:pt x="85" y="90"/>
                    </a:lnTo>
                    <a:lnTo>
                      <a:pt x="86" y="84"/>
                    </a:lnTo>
                    <a:lnTo>
                      <a:pt x="86" y="71"/>
                    </a:lnTo>
                    <a:lnTo>
                      <a:pt x="86" y="71"/>
                    </a:lnTo>
                    <a:lnTo>
                      <a:pt x="67" y="75"/>
                    </a:lnTo>
                    <a:lnTo>
                      <a:pt x="59" y="75"/>
                    </a:lnTo>
                    <a:lnTo>
                      <a:pt x="49" y="75"/>
                    </a:lnTo>
                    <a:lnTo>
                      <a:pt x="49" y="75"/>
                    </a:lnTo>
                    <a:close/>
                    <a:moveTo>
                      <a:pt x="47" y="91"/>
                    </a:moveTo>
                    <a:lnTo>
                      <a:pt x="47" y="91"/>
                    </a:lnTo>
                    <a:lnTo>
                      <a:pt x="48" y="94"/>
                    </a:lnTo>
                    <a:lnTo>
                      <a:pt x="51" y="94"/>
                    </a:lnTo>
                    <a:lnTo>
                      <a:pt x="51" y="94"/>
                    </a:lnTo>
                    <a:lnTo>
                      <a:pt x="49" y="84"/>
                    </a:lnTo>
                    <a:lnTo>
                      <a:pt x="48" y="75"/>
                    </a:lnTo>
                    <a:lnTo>
                      <a:pt x="48" y="75"/>
                    </a:lnTo>
                    <a:lnTo>
                      <a:pt x="45" y="73"/>
                    </a:lnTo>
                    <a:lnTo>
                      <a:pt x="44" y="72"/>
                    </a:lnTo>
                    <a:lnTo>
                      <a:pt x="44" y="72"/>
                    </a:lnTo>
                    <a:lnTo>
                      <a:pt x="45" y="81"/>
                    </a:lnTo>
                    <a:lnTo>
                      <a:pt x="47" y="91"/>
                    </a:lnTo>
                    <a:lnTo>
                      <a:pt x="47" y="91"/>
                    </a:lnTo>
                    <a:close/>
                    <a:moveTo>
                      <a:pt x="87" y="91"/>
                    </a:moveTo>
                    <a:lnTo>
                      <a:pt x="87" y="91"/>
                    </a:lnTo>
                    <a:lnTo>
                      <a:pt x="86" y="94"/>
                    </a:lnTo>
                    <a:lnTo>
                      <a:pt x="85" y="95"/>
                    </a:lnTo>
                    <a:lnTo>
                      <a:pt x="79" y="98"/>
                    </a:lnTo>
                    <a:lnTo>
                      <a:pt x="79" y="98"/>
                    </a:lnTo>
                    <a:lnTo>
                      <a:pt x="87" y="98"/>
                    </a:lnTo>
                    <a:lnTo>
                      <a:pt x="93" y="98"/>
                    </a:lnTo>
                    <a:lnTo>
                      <a:pt x="93" y="98"/>
                    </a:lnTo>
                    <a:lnTo>
                      <a:pt x="97" y="99"/>
                    </a:lnTo>
                    <a:lnTo>
                      <a:pt x="100" y="99"/>
                    </a:lnTo>
                    <a:lnTo>
                      <a:pt x="101" y="98"/>
                    </a:lnTo>
                    <a:lnTo>
                      <a:pt x="101" y="98"/>
                    </a:lnTo>
                    <a:lnTo>
                      <a:pt x="94" y="94"/>
                    </a:lnTo>
                    <a:lnTo>
                      <a:pt x="90" y="92"/>
                    </a:lnTo>
                    <a:lnTo>
                      <a:pt x="87" y="91"/>
                    </a:lnTo>
                    <a:lnTo>
                      <a:pt x="87" y="91"/>
                    </a:lnTo>
                    <a:close/>
                    <a:moveTo>
                      <a:pt x="51" y="98"/>
                    </a:moveTo>
                    <a:lnTo>
                      <a:pt x="51" y="98"/>
                    </a:lnTo>
                    <a:lnTo>
                      <a:pt x="45" y="94"/>
                    </a:lnTo>
                    <a:lnTo>
                      <a:pt x="45" y="94"/>
                    </a:lnTo>
                    <a:lnTo>
                      <a:pt x="33" y="95"/>
                    </a:lnTo>
                    <a:lnTo>
                      <a:pt x="21" y="96"/>
                    </a:lnTo>
                    <a:lnTo>
                      <a:pt x="21" y="96"/>
                    </a:lnTo>
                    <a:lnTo>
                      <a:pt x="22" y="98"/>
                    </a:lnTo>
                    <a:lnTo>
                      <a:pt x="25" y="99"/>
                    </a:lnTo>
                    <a:lnTo>
                      <a:pt x="29" y="100"/>
                    </a:lnTo>
                    <a:lnTo>
                      <a:pt x="29" y="100"/>
                    </a:lnTo>
                    <a:lnTo>
                      <a:pt x="40" y="103"/>
                    </a:lnTo>
                    <a:lnTo>
                      <a:pt x="49" y="103"/>
                    </a:lnTo>
                    <a:lnTo>
                      <a:pt x="59" y="102"/>
                    </a:lnTo>
                    <a:lnTo>
                      <a:pt x="68" y="99"/>
                    </a:lnTo>
                    <a:lnTo>
                      <a:pt x="68" y="99"/>
                    </a:lnTo>
                    <a:lnTo>
                      <a:pt x="59" y="99"/>
                    </a:lnTo>
                    <a:lnTo>
                      <a:pt x="51" y="98"/>
                    </a:lnTo>
                    <a:lnTo>
                      <a:pt x="51" y="98"/>
                    </a:lnTo>
                    <a:close/>
                    <a:moveTo>
                      <a:pt x="18" y="98"/>
                    </a:moveTo>
                    <a:lnTo>
                      <a:pt x="18" y="98"/>
                    </a:lnTo>
                    <a:lnTo>
                      <a:pt x="13" y="102"/>
                    </a:lnTo>
                    <a:lnTo>
                      <a:pt x="7" y="109"/>
                    </a:lnTo>
                    <a:lnTo>
                      <a:pt x="7" y="109"/>
                    </a:lnTo>
                    <a:lnTo>
                      <a:pt x="13" y="111"/>
                    </a:lnTo>
                    <a:lnTo>
                      <a:pt x="18" y="114"/>
                    </a:lnTo>
                    <a:lnTo>
                      <a:pt x="32" y="118"/>
                    </a:lnTo>
                    <a:lnTo>
                      <a:pt x="32" y="118"/>
                    </a:lnTo>
                    <a:lnTo>
                      <a:pt x="34" y="114"/>
                    </a:lnTo>
                    <a:lnTo>
                      <a:pt x="36" y="111"/>
                    </a:lnTo>
                    <a:lnTo>
                      <a:pt x="42" y="106"/>
                    </a:lnTo>
                    <a:lnTo>
                      <a:pt x="42" y="106"/>
                    </a:lnTo>
                    <a:lnTo>
                      <a:pt x="29" y="103"/>
                    </a:lnTo>
                    <a:lnTo>
                      <a:pt x="23" y="102"/>
                    </a:lnTo>
                    <a:lnTo>
                      <a:pt x="18" y="98"/>
                    </a:lnTo>
                    <a:lnTo>
                      <a:pt x="18" y="98"/>
                    </a:lnTo>
                    <a:close/>
                    <a:moveTo>
                      <a:pt x="112" y="103"/>
                    </a:moveTo>
                    <a:lnTo>
                      <a:pt x="112" y="103"/>
                    </a:lnTo>
                    <a:lnTo>
                      <a:pt x="109" y="100"/>
                    </a:lnTo>
                    <a:lnTo>
                      <a:pt x="105" y="99"/>
                    </a:lnTo>
                    <a:lnTo>
                      <a:pt x="105" y="99"/>
                    </a:lnTo>
                    <a:lnTo>
                      <a:pt x="102" y="100"/>
                    </a:lnTo>
                    <a:lnTo>
                      <a:pt x="100" y="102"/>
                    </a:lnTo>
                    <a:lnTo>
                      <a:pt x="100" y="102"/>
                    </a:lnTo>
                    <a:lnTo>
                      <a:pt x="91" y="100"/>
                    </a:lnTo>
                    <a:lnTo>
                      <a:pt x="91" y="100"/>
                    </a:lnTo>
                    <a:lnTo>
                      <a:pt x="78" y="100"/>
                    </a:lnTo>
                    <a:lnTo>
                      <a:pt x="78" y="100"/>
                    </a:lnTo>
                    <a:lnTo>
                      <a:pt x="70" y="102"/>
                    </a:lnTo>
                    <a:lnTo>
                      <a:pt x="63" y="103"/>
                    </a:lnTo>
                    <a:lnTo>
                      <a:pt x="56" y="105"/>
                    </a:lnTo>
                    <a:lnTo>
                      <a:pt x="49" y="105"/>
                    </a:lnTo>
                    <a:lnTo>
                      <a:pt x="49" y="105"/>
                    </a:lnTo>
                    <a:lnTo>
                      <a:pt x="40" y="110"/>
                    </a:lnTo>
                    <a:lnTo>
                      <a:pt x="37" y="114"/>
                    </a:lnTo>
                    <a:lnTo>
                      <a:pt x="34" y="120"/>
                    </a:lnTo>
                    <a:lnTo>
                      <a:pt x="34" y="120"/>
                    </a:lnTo>
                    <a:lnTo>
                      <a:pt x="45" y="120"/>
                    </a:lnTo>
                    <a:lnTo>
                      <a:pt x="56" y="118"/>
                    </a:lnTo>
                    <a:lnTo>
                      <a:pt x="66" y="117"/>
                    </a:lnTo>
                    <a:lnTo>
                      <a:pt x="76" y="117"/>
                    </a:lnTo>
                    <a:lnTo>
                      <a:pt x="76" y="117"/>
                    </a:lnTo>
                    <a:lnTo>
                      <a:pt x="86" y="114"/>
                    </a:lnTo>
                    <a:lnTo>
                      <a:pt x="98" y="113"/>
                    </a:lnTo>
                    <a:lnTo>
                      <a:pt x="109" y="113"/>
                    </a:lnTo>
                    <a:lnTo>
                      <a:pt x="120" y="110"/>
                    </a:lnTo>
                    <a:lnTo>
                      <a:pt x="120" y="110"/>
                    </a:lnTo>
                    <a:lnTo>
                      <a:pt x="117" y="107"/>
                    </a:lnTo>
                    <a:lnTo>
                      <a:pt x="112" y="103"/>
                    </a:lnTo>
                    <a:lnTo>
                      <a:pt x="112" y="103"/>
                    </a:lnTo>
                    <a:close/>
                    <a:moveTo>
                      <a:pt x="4" y="113"/>
                    </a:moveTo>
                    <a:lnTo>
                      <a:pt x="4" y="113"/>
                    </a:lnTo>
                    <a:lnTo>
                      <a:pt x="6" y="115"/>
                    </a:lnTo>
                    <a:lnTo>
                      <a:pt x="6" y="115"/>
                    </a:lnTo>
                    <a:lnTo>
                      <a:pt x="11" y="120"/>
                    </a:lnTo>
                    <a:lnTo>
                      <a:pt x="17" y="122"/>
                    </a:lnTo>
                    <a:lnTo>
                      <a:pt x="23" y="125"/>
                    </a:lnTo>
                    <a:lnTo>
                      <a:pt x="30" y="126"/>
                    </a:lnTo>
                    <a:lnTo>
                      <a:pt x="30" y="126"/>
                    </a:lnTo>
                    <a:lnTo>
                      <a:pt x="30" y="124"/>
                    </a:lnTo>
                    <a:lnTo>
                      <a:pt x="32" y="121"/>
                    </a:lnTo>
                    <a:lnTo>
                      <a:pt x="32" y="121"/>
                    </a:lnTo>
                    <a:lnTo>
                      <a:pt x="17" y="117"/>
                    </a:lnTo>
                    <a:lnTo>
                      <a:pt x="11" y="114"/>
                    </a:lnTo>
                    <a:lnTo>
                      <a:pt x="8" y="113"/>
                    </a:lnTo>
                    <a:lnTo>
                      <a:pt x="6" y="110"/>
                    </a:lnTo>
                    <a:lnTo>
                      <a:pt x="6" y="110"/>
                    </a:lnTo>
                    <a:lnTo>
                      <a:pt x="6" y="111"/>
                    </a:lnTo>
                    <a:lnTo>
                      <a:pt x="6" y="113"/>
                    </a:lnTo>
                    <a:lnTo>
                      <a:pt x="4" y="113"/>
                    </a:lnTo>
                    <a:lnTo>
                      <a:pt x="4" y="113"/>
                    </a:lnTo>
                    <a:close/>
                    <a:moveTo>
                      <a:pt x="124" y="113"/>
                    </a:moveTo>
                    <a:lnTo>
                      <a:pt x="124" y="113"/>
                    </a:lnTo>
                    <a:lnTo>
                      <a:pt x="116" y="114"/>
                    </a:lnTo>
                    <a:lnTo>
                      <a:pt x="108" y="115"/>
                    </a:lnTo>
                    <a:lnTo>
                      <a:pt x="100" y="115"/>
                    </a:lnTo>
                    <a:lnTo>
                      <a:pt x="91" y="115"/>
                    </a:lnTo>
                    <a:lnTo>
                      <a:pt x="91" y="115"/>
                    </a:lnTo>
                    <a:lnTo>
                      <a:pt x="76" y="120"/>
                    </a:lnTo>
                    <a:lnTo>
                      <a:pt x="76" y="120"/>
                    </a:lnTo>
                    <a:lnTo>
                      <a:pt x="57" y="121"/>
                    </a:lnTo>
                    <a:lnTo>
                      <a:pt x="57" y="121"/>
                    </a:lnTo>
                    <a:lnTo>
                      <a:pt x="44" y="122"/>
                    </a:lnTo>
                    <a:lnTo>
                      <a:pt x="38" y="122"/>
                    </a:lnTo>
                    <a:lnTo>
                      <a:pt x="33" y="124"/>
                    </a:lnTo>
                    <a:lnTo>
                      <a:pt x="33" y="124"/>
                    </a:lnTo>
                    <a:lnTo>
                      <a:pt x="34" y="125"/>
                    </a:lnTo>
                    <a:lnTo>
                      <a:pt x="36" y="126"/>
                    </a:lnTo>
                    <a:lnTo>
                      <a:pt x="40" y="128"/>
                    </a:lnTo>
                    <a:lnTo>
                      <a:pt x="40" y="128"/>
                    </a:lnTo>
                    <a:lnTo>
                      <a:pt x="53" y="126"/>
                    </a:lnTo>
                    <a:lnTo>
                      <a:pt x="68" y="125"/>
                    </a:lnTo>
                    <a:lnTo>
                      <a:pt x="68" y="125"/>
                    </a:lnTo>
                    <a:lnTo>
                      <a:pt x="83" y="124"/>
                    </a:lnTo>
                    <a:lnTo>
                      <a:pt x="98" y="121"/>
                    </a:lnTo>
                    <a:lnTo>
                      <a:pt x="98" y="121"/>
                    </a:lnTo>
                    <a:lnTo>
                      <a:pt x="115" y="118"/>
                    </a:lnTo>
                    <a:lnTo>
                      <a:pt x="115" y="118"/>
                    </a:lnTo>
                    <a:lnTo>
                      <a:pt x="120" y="118"/>
                    </a:lnTo>
                    <a:lnTo>
                      <a:pt x="120" y="118"/>
                    </a:lnTo>
                    <a:lnTo>
                      <a:pt x="123" y="117"/>
                    </a:lnTo>
                    <a:lnTo>
                      <a:pt x="125" y="115"/>
                    </a:lnTo>
                    <a:lnTo>
                      <a:pt x="125" y="115"/>
                    </a:lnTo>
                    <a:lnTo>
                      <a:pt x="125" y="114"/>
                    </a:lnTo>
                    <a:lnTo>
                      <a:pt x="124" y="113"/>
                    </a:lnTo>
                    <a:lnTo>
                      <a:pt x="124" y="113"/>
                    </a:lnTo>
                    <a:close/>
                    <a:moveTo>
                      <a:pt x="10" y="158"/>
                    </a:moveTo>
                    <a:lnTo>
                      <a:pt x="10" y="158"/>
                    </a:lnTo>
                    <a:lnTo>
                      <a:pt x="11" y="179"/>
                    </a:lnTo>
                    <a:lnTo>
                      <a:pt x="10" y="203"/>
                    </a:lnTo>
                    <a:lnTo>
                      <a:pt x="10" y="203"/>
                    </a:lnTo>
                    <a:lnTo>
                      <a:pt x="22" y="209"/>
                    </a:lnTo>
                    <a:lnTo>
                      <a:pt x="33" y="216"/>
                    </a:lnTo>
                    <a:lnTo>
                      <a:pt x="33" y="216"/>
                    </a:lnTo>
                    <a:lnTo>
                      <a:pt x="34" y="194"/>
                    </a:lnTo>
                    <a:lnTo>
                      <a:pt x="34" y="173"/>
                    </a:lnTo>
                    <a:lnTo>
                      <a:pt x="32" y="129"/>
                    </a:lnTo>
                    <a:lnTo>
                      <a:pt x="32" y="129"/>
                    </a:lnTo>
                    <a:lnTo>
                      <a:pt x="27" y="128"/>
                    </a:lnTo>
                    <a:lnTo>
                      <a:pt x="22" y="128"/>
                    </a:lnTo>
                    <a:lnTo>
                      <a:pt x="22" y="128"/>
                    </a:lnTo>
                    <a:lnTo>
                      <a:pt x="23" y="137"/>
                    </a:lnTo>
                    <a:lnTo>
                      <a:pt x="23" y="147"/>
                    </a:lnTo>
                    <a:lnTo>
                      <a:pt x="23" y="147"/>
                    </a:lnTo>
                    <a:lnTo>
                      <a:pt x="22" y="143"/>
                    </a:lnTo>
                    <a:lnTo>
                      <a:pt x="22" y="139"/>
                    </a:lnTo>
                    <a:lnTo>
                      <a:pt x="21" y="130"/>
                    </a:lnTo>
                    <a:lnTo>
                      <a:pt x="21" y="130"/>
                    </a:lnTo>
                    <a:lnTo>
                      <a:pt x="21" y="128"/>
                    </a:lnTo>
                    <a:lnTo>
                      <a:pt x="21" y="126"/>
                    </a:lnTo>
                    <a:lnTo>
                      <a:pt x="19" y="126"/>
                    </a:lnTo>
                    <a:lnTo>
                      <a:pt x="19" y="126"/>
                    </a:lnTo>
                    <a:lnTo>
                      <a:pt x="21" y="140"/>
                    </a:lnTo>
                    <a:lnTo>
                      <a:pt x="21" y="152"/>
                    </a:lnTo>
                    <a:lnTo>
                      <a:pt x="21" y="152"/>
                    </a:lnTo>
                    <a:lnTo>
                      <a:pt x="19" y="140"/>
                    </a:lnTo>
                    <a:lnTo>
                      <a:pt x="17" y="126"/>
                    </a:lnTo>
                    <a:lnTo>
                      <a:pt x="17" y="126"/>
                    </a:lnTo>
                    <a:lnTo>
                      <a:pt x="11" y="124"/>
                    </a:lnTo>
                    <a:lnTo>
                      <a:pt x="6" y="121"/>
                    </a:lnTo>
                    <a:lnTo>
                      <a:pt x="6" y="121"/>
                    </a:lnTo>
                    <a:lnTo>
                      <a:pt x="8" y="139"/>
                    </a:lnTo>
                    <a:lnTo>
                      <a:pt x="10" y="158"/>
                    </a:lnTo>
                    <a:lnTo>
                      <a:pt x="10" y="158"/>
                    </a:lnTo>
                    <a:close/>
                    <a:moveTo>
                      <a:pt x="119" y="144"/>
                    </a:moveTo>
                    <a:lnTo>
                      <a:pt x="119" y="144"/>
                    </a:lnTo>
                    <a:lnTo>
                      <a:pt x="117" y="133"/>
                    </a:lnTo>
                    <a:lnTo>
                      <a:pt x="119" y="121"/>
                    </a:lnTo>
                    <a:lnTo>
                      <a:pt x="119" y="121"/>
                    </a:lnTo>
                    <a:lnTo>
                      <a:pt x="102" y="122"/>
                    </a:lnTo>
                    <a:lnTo>
                      <a:pt x="87" y="126"/>
                    </a:lnTo>
                    <a:lnTo>
                      <a:pt x="87" y="126"/>
                    </a:lnTo>
                    <a:lnTo>
                      <a:pt x="94" y="130"/>
                    </a:lnTo>
                    <a:lnTo>
                      <a:pt x="98" y="136"/>
                    </a:lnTo>
                    <a:lnTo>
                      <a:pt x="98" y="136"/>
                    </a:lnTo>
                    <a:lnTo>
                      <a:pt x="104" y="147"/>
                    </a:lnTo>
                    <a:lnTo>
                      <a:pt x="105" y="159"/>
                    </a:lnTo>
                    <a:lnTo>
                      <a:pt x="106" y="171"/>
                    </a:lnTo>
                    <a:lnTo>
                      <a:pt x="105" y="183"/>
                    </a:lnTo>
                    <a:lnTo>
                      <a:pt x="105" y="183"/>
                    </a:lnTo>
                    <a:lnTo>
                      <a:pt x="101" y="192"/>
                    </a:lnTo>
                    <a:lnTo>
                      <a:pt x="97" y="201"/>
                    </a:lnTo>
                    <a:lnTo>
                      <a:pt x="94" y="204"/>
                    </a:lnTo>
                    <a:lnTo>
                      <a:pt x="90" y="208"/>
                    </a:lnTo>
                    <a:lnTo>
                      <a:pt x="86" y="211"/>
                    </a:lnTo>
                    <a:lnTo>
                      <a:pt x="82" y="212"/>
                    </a:lnTo>
                    <a:lnTo>
                      <a:pt x="82" y="212"/>
                    </a:lnTo>
                    <a:lnTo>
                      <a:pt x="76" y="212"/>
                    </a:lnTo>
                    <a:lnTo>
                      <a:pt x="71" y="211"/>
                    </a:lnTo>
                    <a:lnTo>
                      <a:pt x="66" y="209"/>
                    </a:lnTo>
                    <a:lnTo>
                      <a:pt x="62" y="207"/>
                    </a:lnTo>
                    <a:lnTo>
                      <a:pt x="62" y="207"/>
                    </a:lnTo>
                    <a:lnTo>
                      <a:pt x="57" y="201"/>
                    </a:lnTo>
                    <a:lnTo>
                      <a:pt x="55" y="194"/>
                    </a:lnTo>
                    <a:lnTo>
                      <a:pt x="52" y="188"/>
                    </a:lnTo>
                    <a:lnTo>
                      <a:pt x="52" y="181"/>
                    </a:lnTo>
                    <a:lnTo>
                      <a:pt x="52" y="164"/>
                    </a:lnTo>
                    <a:lnTo>
                      <a:pt x="55" y="149"/>
                    </a:lnTo>
                    <a:lnTo>
                      <a:pt x="55" y="149"/>
                    </a:lnTo>
                    <a:lnTo>
                      <a:pt x="57" y="143"/>
                    </a:lnTo>
                    <a:lnTo>
                      <a:pt x="62" y="137"/>
                    </a:lnTo>
                    <a:lnTo>
                      <a:pt x="66" y="132"/>
                    </a:lnTo>
                    <a:lnTo>
                      <a:pt x="71" y="128"/>
                    </a:lnTo>
                    <a:lnTo>
                      <a:pt x="71" y="128"/>
                    </a:lnTo>
                    <a:lnTo>
                      <a:pt x="53" y="129"/>
                    </a:lnTo>
                    <a:lnTo>
                      <a:pt x="44" y="130"/>
                    </a:lnTo>
                    <a:lnTo>
                      <a:pt x="34" y="130"/>
                    </a:lnTo>
                    <a:lnTo>
                      <a:pt x="34" y="130"/>
                    </a:lnTo>
                    <a:lnTo>
                      <a:pt x="36" y="170"/>
                    </a:lnTo>
                    <a:lnTo>
                      <a:pt x="36" y="212"/>
                    </a:lnTo>
                    <a:lnTo>
                      <a:pt x="36" y="212"/>
                    </a:lnTo>
                    <a:lnTo>
                      <a:pt x="36" y="215"/>
                    </a:lnTo>
                    <a:lnTo>
                      <a:pt x="36" y="218"/>
                    </a:lnTo>
                    <a:lnTo>
                      <a:pt x="37" y="219"/>
                    </a:lnTo>
                    <a:lnTo>
                      <a:pt x="37" y="219"/>
                    </a:lnTo>
                    <a:lnTo>
                      <a:pt x="38" y="219"/>
                    </a:lnTo>
                    <a:lnTo>
                      <a:pt x="38" y="219"/>
                    </a:lnTo>
                    <a:lnTo>
                      <a:pt x="40" y="212"/>
                    </a:lnTo>
                    <a:lnTo>
                      <a:pt x="41" y="207"/>
                    </a:lnTo>
                    <a:lnTo>
                      <a:pt x="41" y="207"/>
                    </a:lnTo>
                    <a:lnTo>
                      <a:pt x="41" y="219"/>
                    </a:lnTo>
                    <a:lnTo>
                      <a:pt x="41" y="219"/>
                    </a:lnTo>
                    <a:lnTo>
                      <a:pt x="45" y="219"/>
                    </a:lnTo>
                    <a:lnTo>
                      <a:pt x="45" y="219"/>
                    </a:lnTo>
                    <a:lnTo>
                      <a:pt x="45" y="208"/>
                    </a:lnTo>
                    <a:lnTo>
                      <a:pt x="45" y="203"/>
                    </a:lnTo>
                    <a:lnTo>
                      <a:pt x="47" y="196"/>
                    </a:lnTo>
                    <a:lnTo>
                      <a:pt x="47" y="196"/>
                    </a:lnTo>
                    <a:lnTo>
                      <a:pt x="47" y="207"/>
                    </a:lnTo>
                    <a:lnTo>
                      <a:pt x="47" y="218"/>
                    </a:lnTo>
                    <a:lnTo>
                      <a:pt x="47" y="218"/>
                    </a:lnTo>
                    <a:lnTo>
                      <a:pt x="66" y="216"/>
                    </a:lnTo>
                    <a:lnTo>
                      <a:pt x="83" y="212"/>
                    </a:lnTo>
                    <a:lnTo>
                      <a:pt x="101" y="209"/>
                    </a:lnTo>
                    <a:lnTo>
                      <a:pt x="119" y="207"/>
                    </a:lnTo>
                    <a:lnTo>
                      <a:pt x="119" y="207"/>
                    </a:lnTo>
                    <a:lnTo>
                      <a:pt x="121" y="171"/>
                    </a:lnTo>
                    <a:lnTo>
                      <a:pt x="123" y="135"/>
                    </a:lnTo>
                    <a:lnTo>
                      <a:pt x="123" y="135"/>
                    </a:lnTo>
                    <a:lnTo>
                      <a:pt x="123" y="128"/>
                    </a:lnTo>
                    <a:lnTo>
                      <a:pt x="121" y="121"/>
                    </a:lnTo>
                    <a:lnTo>
                      <a:pt x="121" y="121"/>
                    </a:lnTo>
                    <a:lnTo>
                      <a:pt x="121" y="121"/>
                    </a:lnTo>
                    <a:lnTo>
                      <a:pt x="121" y="121"/>
                    </a:lnTo>
                    <a:lnTo>
                      <a:pt x="119" y="144"/>
                    </a:lnTo>
                    <a:lnTo>
                      <a:pt x="119" y="144"/>
                    </a:lnTo>
                    <a:close/>
                    <a:moveTo>
                      <a:pt x="71" y="132"/>
                    </a:moveTo>
                    <a:lnTo>
                      <a:pt x="71" y="132"/>
                    </a:lnTo>
                    <a:lnTo>
                      <a:pt x="67" y="135"/>
                    </a:lnTo>
                    <a:lnTo>
                      <a:pt x="64" y="137"/>
                    </a:lnTo>
                    <a:lnTo>
                      <a:pt x="59" y="147"/>
                    </a:lnTo>
                    <a:lnTo>
                      <a:pt x="56" y="158"/>
                    </a:lnTo>
                    <a:lnTo>
                      <a:pt x="53" y="170"/>
                    </a:lnTo>
                    <a:lnTo>
                      <a:pt x="53" y="182"/>
                    </a:lnTo>
                    <a:lnTo>
                      <a:pt x="56" y="193"/>
                    </a:lnTo>
                    <a:lnTo>
                      <a:pt x="59" y="197"/>
                    </a:lnTo>
                    <a:lnTo>
                      <a:pt x="62" y="203"/>
                    </a:lnTo>
                    <a:lnTo>
                      <a:pt x="64" y="205"/>
                    </a:lnTo>
                    <a:lnTo>
                      <a:pt x="68" y="208"/>
                    </a:lnTo>
                    <a:lnTo>
                      <a:pt x="68" y="208"/>
                    </a:lnTo>
                    <a:lnTo>
                      <a:pt x="72" y="209"/>
                    </a:lnTo>
                    <a:lnTo>
                      <a:pt x="76" y="209"/>
                    </a:lnTo>
                    <a:lnTo>
                      <a:pt x="83" y="208"/>
                    </a:lnTo>
                    <a:lnTo>
                      <a:pt x="90" y="204"/>
                    </a:lnTo>
                    <a:lnTo>
                      <a:pt x="96" y="200"/>
                    </a:lnTo>
                    <a:lnTo>
                      <a:pt x="96" y="200"/>
                    </a:lnTo>
                    <a:lnTo>
                      <a:pt x="98" y="193"/>
                    </a:lnTo>
                    <a:lnTo>
                      <a:pt x="101" y="185"/>
                    </a:lnTo>
                    <a:lnTo>
                      <a:pt x="104" y="177"/>
                    </a:lnTo>
                    <a:lnTo>
                      <a:pt x="104" y="169"/>
                    </a:lnTo>
                    <a:lnTo>
                      <a:pt x="104" y="169"/>
                    </a:lnTo>
                    <a:lnTo>
                      <a:pt x="104" y="159"/>
                    </a:lnTo>
                    <a:lnTo>
                      <a:pt x="101" y="149"/>
                    </a:lnTo>
                    <a:lnTo>
                      <a:pt x="98" y="141"/>
                    </a:lnTo>
                    <a:lnTo>
                      <a:pt x="94" y="133"/>
                    </a:lnTo>
                    <a:lnTo>
                      <a:pt x="94" y="133"/>
                    </a:lnTo>
                    <a:lnTo>
                      <a:pt x="90" y="132"/>
                    </a:lnTo>
                    <a:lnTo>
                      <a:pt x="87" y="130"/>
                    </a:lnTo>
                    <a:lnTo>
                      <a:pt x="83" y="128"/>
                    </a:lnTo>
                    <a:lnTo>
                      <a:pt x="79" y="128"/>
                    </a:lnTo>
                    <a:lnTo>
                      <a:pt x="79" y="128"/>
                    </a:lnTo>
                    <a:lnTo>
                      <a:pt x="75" y="129"/>
                    </a:lnTo>
                    <a:lnTo>
                      <a:pt x="71" y="132"/>
                    </a:lnTo>
                    <a:lnTo>
                      <a:pt x="71" y="132"/>
                    </a:lnTo>
                    <a:close/>
                    <a:moveTo>
                      <a:pt x="7" y="204"/>
                    </a:moveTo>
                    <a:lnTo>
                      <a:pt x="7" y="204"/>
                    </a:lnTo>
                    <a:lnTo>
                      <a:pt x="6" y="207"/>
                    </a:lnTo>
                    <a:lnTo>
                      <a:pt x="4" y="209"/>
                    </a:lnTo>
                    <a:lnTo>
                      <a:pt x="6" y="213"/>
                    </a:lnTo>
                    <a:lnTo>
                      <a:pt x="6" y="218"/>
                    </a:lnTo>
                    <a:lnTo>
                      <a:pt x="6" y="218"/>
                    </a:lnTo>
                    <a:lnTo>
                      <a:pt x="18" y="226"/>
                    </a:lnTo>
                    <a:lnTo>
                      <a:pt x="32" y="232"/>
                    </a:lnTo>
                    <a:lnTo>
                      <a:pt x="32" y="232"/>
                    </a:lnTo>
                    <a:lnTo>
                      <a:pt x="30" y="226"/>
                    </a:lnTo>
                    <a:lnTo>
                      <a:pt x="32" y="222"/>
                    </a:lnTo>
                    <a:lnTo>
                      <a:pt x="33" y="219"/>
                    </a:lnTo>
                    <a:lnTo>
                      <a:pt x="33" y="219"/>
                    </a:lnTo>
                    <a:lnTo>
                      <a:pt x="21" y="211"/>
                    </a:lnTo>
                    <a:lnTo>
                      <a:pt x="7" y="204"/>
                    </a:lnTo>
                    <a:lnTo>
                      <a:pt x="7" y="204"/>
                    </a:lnTo>
                    <a:close/>
                    <a:moveTo>
                      <a:pt x="98" y="212"/>
                    </a:moveTo>
                    <a:lnTo>
                      <a:pt x="98" y="212"/>
                    </a:lnTo>
                    <a:lnTo>
                      <a:pt x="74" y="218"/>
                    </a:lnTo>
                    <a:lnTo>
                      <a:pt x="48" y="220"/>
                    </a:lnTo>
                    <a:lnTo>
                      <a:pt x="48" y="220"/>
                    </a:lnTo>
                    <a:lnTo>
                      <a:pt x="48" y="220"/>
                    </a:lnTo>
                    <a:lnTo>
                      <a:pt x="47" y="222"/>
                    </a:lnTo>
                    <a:lnTo>
                      <a:pt x="47" y="222"/>
                    </a:lnTo>
                    <a:lnTo>
                      <a:pt x="47" y="222"/>
                    </a:lnTo>
                    <a:lnTo>
                      <a:pt x="47" y="222"/>
                    </a:lnTo>
                    <a:lnTo>
                      <a:pt x="40" y="222"/>
                    </a:lnTo>
                    <a:lnTo>
                      <a:pt x="34" y="220"/>
                    </a:lnTo>
                    <a:lnTo>
                      <a:pt x="34" y="220"/>
                    </a:lnTo>
                    <a:lnTo>
                      <a:pt x="33" y="224"/>
                    </a:lnTo>
                    <a:lnTo>
                      <a:pt x="33" y="227"/>
                    </a:lnTo>
                    <a:lnTo>
                      <a:pt x="34" y="234"/>
                    </a:lnTo>
                    <a:lnTo>
                      <a:pt x="34" y="234"/>
                    </a:lnTo>
                    <a:lnTo>
                      <a:pt x="36" y="237"/>
                    </a:lnTo>
                    <a:lnTo>
                      <a:pt x="40" y="238"/>
                    </a:lnTo>
                    <a:lnTo>
                      <a:pt x="48" y="237"/>
                    </a:lnTo>
                    <a:lnTo>
                      <a:pt x="48" y="237"/>
                    </a:lnTo>
                    <a:lnTo>
                      <a:pt x="66" y="231"/>
                    </a:lnTo>
                    <a:lnTo>
                      <a:pt x="87" y="227"/>
                    </a:lnTo>
                    <a:lnTo>
                      <a:pt x="87" y="227"/>
                    </a:lnTo>
                    <a:lnTo>
                      <a:pt x="102" y="226"/>
                    </a:lnTo>
                    <a:lnTo>
                      <a:pt x="102" y="226"/>
                    </a:lnTo>
                    <a:lnTo>
                      <a:pt x="112" y="224"/>
                    </a:lnTo>
                    <a:lnTo>
                      <a:pt x="119" y="223"/>
                    </a:lnTo>
                    <a:lnTo>
                      <a:pt x="119" y="223"/>
                    </a:lnTo>
                    <a:lnTo>
                      <a:pt x="121" y="220"/>
                    </a:lnTo>
                    <a:lnTo>
                      <a:pt x="121" y="216"/>
                    </a:lnTo>
                    <a:lnTo>
                      <a:pt x="123" y="211"/>
                    </a:lnTo>
                    <a:lnTo>
                      <a:pt x="123" y="211"/>
                    </a:lnTo>
                    <a:lnTo>
                      <a:pt x="116" y="209"/>
                    </a:lnTo>
                    <a:lnTo>
                      <a:pt x="111" y="211"/>
                    </a:lnTo>
                    <a:lnTo>
                      <a:pt x="98" y="212"/>
                    </a:lnTo>
                    <a:lnTo>
                      <a:pt x="98" y="212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25" name="Freeform 4222"/>
              <p:cNvSpPr>
                <a:spLocks noEditPoints="1"/>
              </p:cNvSpPr>
              <p:nvPr/>
            </p:nvSpPr>
            <p:spPr bwMode="auto">
              <a:xfrm>
                <a:off x="5381630" y="3062289"/>
                <a:ext cx="63500" cy="115888"/>
              </a:xfrm>
              <a:custGeom>
                <a:avLst/>
                <a:gdLst/>
                <a:ahLst/>
                <a:cxnLst>
                  <a:cxn ang="0">
                    <a:pos x="31" y="11"/>
                  </a:cxn>
                  <a:cxn ang="0">
                    <a:pos x="36" y="19"/>
                  </a:cxn>
                  <a:cxn ang="0">
                    <a:pos x="40" y="34"/>
                  </a:cxn>
                  <a:cxn ang="0">
                    <a:pos x="38" y="47"/>
                  </a:cxn>
                  <a:cxn ang="0">
                    <a:pos x="38" y="57"/>
                  </a:cxn>
                  <a:cxn ang="0">
                    <a:pos x="34" y="65"/>
                  </a:cxn>
                  <a:cxn ang="0">
                    <a:pos x="19" y="72"/>
                  </a:cxn>
                  <a:cxn ang="0">
                    <a:pos x="10" y="73"/>
                  </a:cxn>
                  <a:cxn ang="0">
                    <a:pos x="3" y="62"/>
                  </a:cxn>
                  <a:cxn ang="0">
                    <a:pos x="0" y="53"/>
                  </a:cxn>
                  <a:cxn ang="0">
                    <a:pos x="2" y="37"/>
                  </a:cxn>
                  <a:cxn ang="0">
                    <a:pos x="6" y="26"/>
                  </a:cxn>
                  <a:cxn ang="0">
                    <a:pos x="10" y="13"/>
                  </a:cxn>
                  <a:cxn ang="0">
                    <a:pos x="16" y="5"/>
                  </a:cxn>
                  <a:cxn ang="0">
                    <a:pos x="23" y="1"/>
                  </a:cxn>
                  <a:cxn ang="0">
                    <a:pos x="10" y="23"/>
                  </a:cxn>
                  <a:cxn ang="0">
                    <a:pos x="23" y="19"/>
                  </a:cxn>
                  <a:cxn ang="0">
                    <a:pos x="29" y="26"/>
                  </a:cxn>
                  <a:cxn ang="0">
                    <a:pos x="26" y="35"/>
                  </a:cxn>
                  <a:cxn ang="0">
                    <a:pos x="36" y="54"/>
                  </a:cxn>
                  <a:cxn ang="0">
                    <a:pos x="37" y="45"/>
                  </a:cxn>
                  <a:cxn ang="0">
                    <a:pos x="38" y="34"/>
                  </a:cxn>
                  <a:cxn ang="0">
                    <a:pos x="37" y="23"/>
                  </a:cxn>
                  <a:cxn ang="0">
                    <a:pos x="34" y="15"/>
                  </a:cxn>
                  <a:cxn ang="0">
                    <a:pos x="29" y="5"/>
                  </a:cxn>
                  <a:cxn ang="0">
                    <a:pos x="19" y="7"/>
                  </a:cxn>
                  <a:cxn ang="0">
                    <a:pos x="11" y="13"/>
                  </a:cxn>
                  <a:cxn ang="0">
                    <a:pos x="7" y="28"/>
                  </a:cxn>
                  <a:cxn ang="0">
                    <a:pos x="7" y="43"/>
                  </a:cxn>
                  <a:cxn ang="0">
                    <a:pos x="4" y="51"/>
                  </a:cxn>
                  <a:cxn ang="0">
                    <a:pos x="6" y="62"/>
                  </a:cxn>
                  <a:cxn ang="0">
                    <a:pos x="18" y="68"/>
                  </a:cxn>
                  <a:cxn ang="0">
                    <a:pos x="23" y="56"/>
                  </a:cxn>
                  <a:cxn ang="0">
                    <a:pos x="14" y="60"/>
                  </a:cxn>
                  <a:cxn ang="0">
                    <a:pos x="11" y="45"/>
                  </a:cxn>
                  <a:cxn ang="0">
                    <a:pos x="23" y="47"/>
                  </a:cxn>
                  <a:cxn ang="0">
                    <a:pos x="27" y="62"/>
                  </a:cxn>
                  <a:cxn ang="0">
                    <a:pos x="26" y="39"/>
                  </a:cxn>
                  <a:cxn ang="0">
                    <a:pos x="11" y="37"/>
                  </a:cxn>
                  <a:cxn ang="0">
                    <a:pos x="10" y="27"/>
                  </a:cxn>
                  <a:cxn ang="0">
                    <a:pos x="11" y="34"/>
                  </a:cxn>
                  <a:cxn ang="0">
                    <a:pos x="21" y="39"/>
                  </a:cxn>
                  <a:cxn ang="0">
                    <a:pos x="19" y="37"/>
                  </a:cxn>
                  <a:cxn ang="0">
                    <a:pos x="16" y="24"/>
                  </a:cxn>
                  <a:cxn ang="0">
                    <a:pos x="18" y="20"/>
                  </a:cxn>
                  <a:cxn ang="0">
                    <a:pos x="23" y="23"/>
                  </a:cxn>
                  <a:cxn ang="0">
                    <a:pos x="23" y="22"/>
                  </a:cxn>
                  <a:cxn ang="0">
                    <a:pos x="27" y="30"/>
                  </a:cxn>
                  <a:cxn ang="0">
                    <a:pos x="26" y="32"/>
                  </a:cxn>
                  <a:cxn ang="0">
                    <a:pos x="21" y="34"/>
                  </a:cxn>
                  <a:cxn ang="0">
                    <a:pos x="19" y="51"/>
                  </a:cxn>
                  <a:cxn ang="0">
                    <a:pos x="15" y="46"/>
                  </a:cxn>
                  <a:cxn ang="0">
                    <a:pos x="14" y="50"/>
                  </a:cxn>
                  <a:cxn ang="0">
                    <a:pos x="15" y="53"/>
                  </a:cxn>
                  <a:cxn ang="0">
                    <a:pos x="15" y="47"/>
                  </a:cxn>
                  <a:cxn ang="0">
                    <a:pos x="23" y="53"/>
                  </a:cxn>
                  <a:cxn ang="0">
                    <a:pos x="22" y="51"/>
                  </a:cxn>
                  <a:cxn ang="0">
                    <a:pos x="19" y="54"/>
                  </a:cxn>
                  <a:cxn ang="0">
                    <a:pos x="14" y="57"/>
                  </a:cxn>
                  <a:cxn ang="0">
                    <a:pos x="30" y="64"/>
                  </a:cxn>
                  <a:cxn ang="0">
                    <a:pos x="21" y="69"/>
                  </a:cxn>
                  <a:cxn ang="0">
                    <a:pos x="25" y="68"/>
                  </a:cxn>
                </a:cxnLst>
                <a:rect l="0" t="0" r="r" b="b"/>
                <a:pathLst>
                  <a:path w="40" h="73">
                    <a:moveTo>
                      <a:pt x="25" y="0"/>
                    </a:moveTo>
                    <a:lnTo>
                      <a:pt x="25" y="0"/>
                    </a:lnTo>
                    <a:lnTo>
                      <a:pt x="26" y="3"/>
                    </a:lnTo>
                    <a:lnTo>
                      <a:pt x="29" y="4"/>
                    </a:lnTo>
                    <a:lnTo>
                      <a:pt x="31" y="7"/>
                    </a:lnTo>
                    <a:lnTo>
                      <a:pt x="31" y="11"/>
                    </a:lnTo>
                    <a:lnTo>
                      <a:pt x="31" y="11"/>
                    </a:lnTo>
                    <a:lnTo>
                      <a:pt x="34" y="12"/>
                    </a:lnTo>
                    <a:lnTo>
                      <a:pt x="36" y="13"/>
                    </a:lnTo>
                    <a:lnTo>
                      <a:pt x="37" y="16"/>
                    </a:lnTo>
                    <a:lnTo>
                      <a:pt x="36" y="19"/>
                    </a:lnTo>
                    <a:lnTo>
                      <a:pt x="36" y="19"/>
                    </a:lnTo>
                    <a:lnTo>
                      <a:pt x="38" y="20"/>
                    </a:lnTo>
                    <a:lnTo>
                      <a:pt x="40" y="23"/>
                    </a:lnTo>
                    <a:lnTo>
                      <a:pt x="40" y="26"/>
                    </a:lnTo>
                    <a:lnTo>
                      <a:pt x="37" y="28"/>
                    </a:lnTo>
                    <a:lnTo>
                      <a:pt x="37" y="28"/>
                    </a:lnTo>
                    <a:lnTo>
                      <a:pt x="40" y="34"/>
                    </a:lnTo>
                    <a:lnTo>
                      <a:pt x="40" y="37"/>
                    </a:lnTo>
                    <a:lnTo>
                      <a:pt x="37" y="38"/>
                    </a:lnTo>
                    <a:lnTo>
                      <a:pt x="37" y="38"/>
                    </a:lnTo>
                    <a:lnTo>
                      <a:pt x="40" y="41"/>
                    </a:lnTo>
                    <a:lnTo>
                      <a:pt x="40" y="45"/>
                    </a:lnTo>
                    <a:lnTo>
                      <a:pt x="38" y="47"/>
                    </a:lnTo>
                    <a:lnTo>
                      <a:pt x="37" y="49"/>
                    </a:lnTo>
                    <a:lnTo>
                      <a:pt x="37" y="49"/>
                    </a:lnTo>
                    <a:lnTo>
                      <a:pt x="38" y="56"/>
                    </a:lnTo>
                    <a:lnTo>
                      <a:pt x="38" y="56"/>
                    </a:lnTo>
                    <a:lnTo>
                      <a:pt x="38" y="57"/>
                    </a:lnTo>
                    <a:lnTo>
                      <a:pt x="38" y="57"/>
                    </a:lnTo>
                    <a:lnTo>
                      <a:pt x="36" y="57"/>
                    </a:lnTo>
                    <a:lnTo>
                      <a:pt x="33" y="58"/>
                    </a:lnTo>
                    <a:lnTo>
                      <a:pt x="33" y="58"/>
                    </a:lnTo>
                    <a:lnTo>
                      <a:pt x="34" y="62"/>
                    </a:lnTo>
                    <a:lnTo>
                      <a:pt x="34" y="65"/>
                    </a:lnTo>
                    <a:lnTo>
                      <a:pt x="34" y="65"/>
                    </a:lnTo>
                    <a:lnTo>
                      <a:pt x="29" y="68"/>
                    </a:lnTo>
                    <a:lnTo>
                      <a:pt x="27" y="69"/>
                    </a:lnTo>
                    <a:lnTo>
                      <a:pt x="26" y="72"/>
                    </a:lnTo>
                    <a:lnTo>
                      <a:pt x="26" y="72"/>
                    </a:lnTo>
                    <a:lnTo>
                      <a:pt x="23" y="73"/>
                    </a:lnTo>
                    <a:lnTo>
                      <a:pt x="19" y="72"/>
                    </a:lnTo>
                    <a:lnTo>
                      <a:pt x="19" y="72"/>
                    </a:lnTo>
                    <a:lnTo>
                      <a:pt x="18" y="69"/>
                    </a:lnTo>
                    <a:lnTo>
                      <a:pt x="18" y="69"/>
                    </a:lnTo>
                    <a:lnTo>
                      <a:pt x="14" y="72"/>
                    </a:lnTo>
                    <a:lnTo>
                      <a:pt x="11" y="73"/>
                    </a:lnTo>
                    <a:lnTo>
                      <a:pt x="10" y="73"/>
                    </a:lnTo>
                    <a:lnTo>
                      <a:pt x="10" y="73"/>
                    </a:lnTo>
                    <a:lnTo>
                      <a:pt x="8" y="71"/>
                    </a:lnTo>
                    <a:lnTo>
                      <a:pt x="7" y="68"/>
                    </a:lnTo>
                    <a:lnTo>
                      <a:pt x="3" y="64"/>
                    </a:lnTo>
                    <a:lnTo>
                      <a:pt x="3" y="64"/>
                    </a:lnTo>
                    <a:lnTo>
                      <a:pt x="3" y="62"/>
                    </a:lnTo>
                    <a:lnTo>
                      <a:pt x="4" y="61"/>
                    </a:lnTo>
                    <a:lnTo>
                      <a:pt x="7" y="57"/>
                    </a:lnTo>
                    <a:lnTo>
                      <a:pt x="7" y="57"/>
                    </a:lnTo>
                    <a:lnTo>
                      <a:pt x="4" y="54"/>
                    </a:lnTo>
                    <a:lnTo>
                      <a:pt x="0" y="53"/>
                    </a:lnTo>
                    <a:lnTo>
                      <a:pt x="0" y="53"/>
                    </a:lnTo>
                    <a:lnTo>
                      <a:pt x="0" y="50"/>
                    </a:lnTo>
                    <a:lnTo>
                      <a:pt x="0" y="49"/>
                    </a:lnTo>
                    <a:lnTo>
                      <a:pt x="3" y="45"/>
                    </a:lnTo>
                    <a:lnTo>
                      <a:pt x="3" y="45"/>
                    </a:lnTo>
                    <a:lnTo>
                      <a:pt x="3" y="41"/>
                    </a:lnTo>
                    <a:lnTo>
                      <a:pt x="2" y="37"/>
                    </a:lnTo>
                    <a:lnTo>
                      <a:pt x="0" y="34"/>
                    </a:lnTo>
                    <a:lnTo>
                      <a:pt x="0" y="30"/>
                    </a:lnTo>
                    <a:lnTo>
                      <a:pt x="0" y="30"/>
                    </a:lnTo>
                    <a:lnTo>
                      <a:pt x="3" y="27"/>
                    </a:lnTo>
                    <a:lnTo>
                      <a:pt x="6" y="26"/>
                    </a:lnTo>
                    <a:lnTo>
                      <a:pt x="6" y="26"/>
                    </a:lnTo>
                    <a:lnTo>
                      <a:pt x="4" y="22"/>
                    </a:lnTo>
                    <a:lnTo>
                      <a:pt x="4" y="16"/>
                    </a:lnTo>
                    <a:lnTo>
                      <a:pt x="4" y="16"/>
                    </a:lnTo>
                    <a:lnTo>
                      <a:pt x="7" y="15"/>
                    </a:lnTo>
                    <a:lnTo>
                      <a:pt x="10" y="13"/>
                    </a:lnTo>
                    <a:lnTo>
                      <a:pt x="10" y="13"/>
                    </a:lnTo>
                    <a:lnTo>
                      <a:pt x="8" y="9"/>
                    </a:lnTo>
                    <a:lnTo>
                      <a:pt x="8" y="7"/>
                    </a:lnTo>
                    <a:lnTo>
                      <a:pt x="8" y="7"/>
                    </a:lnTo>
                    <a:lnTo>
                      <a:pt x="12" y="5"/>
                    </a:lnTo>
                    <a:lnTo>
                      <a:pt x="16" y="5"/>
                    </a:lnTo>
                    <a:lnTo>
                      <a:pt x="16" y="5"/>
                    </a:lnTo>
                    <a:lnTo>
                      <a:pt x="16" y="3"/>
                    </a:lnTo>
                    <a:lnTo>
                      <a:pt x="18" y="1"/>
                    </a:lnTo>
                    <a:lnTo>
                      <a:pt x="18" y="1"/>
                    </a:lnTo>
                    <a:lnTo>
                      <a:pt x="22" y="3"/>
                    </a:lnTo>
                    <a:lnTo>
                      <a:pt x="22" y="3"/>
                    </a:lnTo>
                    <a:lnTo>
                      <a:pt x="23" y="1"/>
                    </a:lnTo>
                    <a:lnTo>
                      <a:pt x="25" y="0"/>
                    </a:lnTo>
                    <a:lnTo>
                      <a:pt x="25" y="0"/>
                    </a:lnTo>
                    <a:close/>
                    <a:moveTo>
                      <a:pt x="10" y="27"/>
                    </a:moveTo>
                    <a:lnTo>
                      <a:pt x="10" y="27"/>
                    </a:lnTo>
                    <a:lnTo>
                      <a:pt x="10" y="23"/>
                    </a:lnTo>
                    <a:lnTo>
                      <a:pt x="10" y="23"/>
                    </a:lnTo>
                    <a:lnTo>
                      <a:pt x="11" y="20"/>
                    </a:lnTo>
                    <a:lnTo>
                      <a:pt x="14" y="19"/>
                    </a:lnTo>
                    <a:lnTo>
                      <a:pt x="18" y="17"/>
                    </a:lnTo>
                    <a:lnTo>
                      <a:pt x="21" y="19"/>
                    </a:lnTo>
                    <a:lnTo>
                      <a:pt x="21" y="19"/>
                    </a:lnTo>
                    <a:lnTo>
                      <a:pt x="23" y="19"/>
                    </a:lnTo>
                    <a:lnTo>
                      <a:pt x="25" y="19"/>
                    </a:lnTo>
                    <a:lnTo>
                      <a:pt x="27" y="20"/>
                    </a:lnTo>
                    <a:lnTo>
                      <a:pt x="29" y="23"/>
                    </a:lnTo>
                    <a:lnTo>
                      <a:pt x="26" y="26"/>
                    </a:lnTo>
                    <a:lnTo>
                      <a:pt x="26" y="26"/>
                    </a:lnTo>
                    <a:lnTo>
                      <a:pt x="29" y="26"/>
                    </a:lnTo>
                    <a:lnTo>
                      <a:pt x="30" y="27"/>
                    </a:lnTo>
                    <a:lnTo>
                      <a:pt x="30" y="31"/>
                    </a:lnTo>
                    <a:lnTo>
                      <a:pt x="29" y="34"/>
                    </a:lnTo>
                    <a:lnTo>
                      <a:pt x="27" y="35"/>
                    </a:lnTo>
                    <a:lnTo>
                      <a:pt x="26" y="35"/>
                    </a:lnTo>
                    <a:lnTo>
                      <a:pt x="26" y="35"/>
                    </a:lnTo>
                    <a:lnTo>
                      <a:pt x="31" y="43"/>
                    </a:lnTo>
                    <a:lnTo>
                      <a:pt x="33" y="49"/>
                    </a:lnTo>
                    <a:lnTo>
                      <a:pt x="33" y="56"/>
                    </a:lnTo>
                    <a:lnTo>
                      <a:pt x="33" y="56"/>
                    </a:lnTo>
                    <a:lnTo>
                      <a:pt x="34" y="54"/>
                    </a:lnTo>
                    <a:lnTo>
                      <a:pt x="36" y="54"/>
                    </a:lnTo>
                    <a:lnTo>
                      <a:pt x="36" y="54"/>
                    </a:lnTo>
                    <a:lnTo>
                      <a:pt x="34" y="49"/>
                    </a:lnTo>
                    <a:lnTo>
                      <a:pt x="34" y="49"/>
                    </a:lnTo>
                    <a:lnTo>
                      <a:pt x="36" y="46"/>
                    </a:lnTo>
                    <a:lnTo>
                      <a:pt x="37" y="45"/>
                    </a:lnTo>
                    <a:lnTo>
                      <a:pt x="37" y="45"/>
                    </a:lnTo>
                    <a:lnTo>
                      <a:pt x="37" y="41"/>
                    </a:lnTo>
                    <a:lnTo>
                      <a:pt x="36" y="38"/>
                    </a:lnTo>
                    <a:lnTo>
                      <a:pt x="36" y="38"/>
                    </a:lnTo>
                    <a:lnTo>
                      <a:pt x="37" y="37"/>
                    </a:lnTo>
                    <a:lnTo>
                      <a:pt x="38" y="34"/>
                    </a:lnTo>
                    <a:lnTo>
                      <a:pt x="38" y="34"/>
                    </a:lnTo>
                    <a:lnTo>
                      <a:pt x="37" y="31"/>
                    </a:lnTo>
                    <a:lnTo>
                      <a:pt x="36" y="28"/>
                    </a:lnTo>
                    <a:lnTo>
                      <a:pt x="36" y="28"/>
                    </a:lnTo>
                    <a:lnTo>
                      <a:pt x="37" y="26"/>
                    </a:lnTo>
                    <a:lnTo>
                      <a:pt x="37" y="24"/>
                    </a:lnTo>
                    <a:lnTo>
                      <a:pt x="37" y="23"/>
                    </a:lnTo>
                    <a:lnTo>
                      <a:pt x="37" y="23"/>
                    </a:lnTo>
                    <a:lnTo>
                      <a:pt x="34" y="22"/>
                    </a:lnTo>
                    <a:lnTo>
                      <a:pt x="33" y="20"/>
                    </a:lnTo>
                    <a:lnTo>
                      <a:pt x="33" y="20"/>
                    </a:lnTo>
                    <a:lnTo>
                      <a:pt x="34" y="17"/>
                    </a:lnTo>
                    <a:lnTo>
                      <a:pt x="34" y="15"/>
                    </a:lnTo>
                    <a:lnTo>
                      <a:pt x="34" y="15"/>
                    </a:lnTo>
                    <a:lnTo>
                      <a:pt x="31" y="13"/>
                    </a:lnTo>
                    <a:lnTo>
                      <a:pt x="29" y="12"/>
                    </a:lnTo>
                    <a:lnTo>
                      <a:pt x="29" y="11"/>
                    </a:lnTo>
                    <a:lnTo>
                      <a:pt x="29" y="11"/>
                    </a:lnTo>
                    <a:lnTo>
                      <a:pt x="29" y="5"/>
                    </a:lnTo>
                    <a:lnTo>
                      <a:pt x="29" y="5"/>
                    </a:lnTo>
                    <a:lnTo>
                      <a:pt x="27" y="5"/>
                    </a:lnTo>
                    <a:lnTo>
                      <a:pt x="25" y="4"/>
                    </a:lnTo>
                    <a:lnTo>
                      <a:pt x="19" y="4"/>
                    </a:lnTo>
                    <a:lnTo>
                      <a:pt x="19" y="4"/>
                    </a:lnTo>
                    <a:lnTo>
                      <a:pt x="19" y="7"/>
                    </a:lnTo>
                    <a:lnTo>
                      <a:pt x="16" y="8"/>
                    </a:lnTo>
                    <a:lnTo>
                      <a:pt x="14" y="7"/>
                    </a:lnTo>
                    <a:lnTo>
                      <a:pt x="11" y="8"/>
                    </a:lnTo>
                    <a:lnTo>
                      <a:pt x="11" y="8"/>
                    </a:lnTo>
                    <a:lnTo>
                      <a:pt x="11" y="11"/>
                    </a:lnTo>
                    <a:lnTo>
                      <a:pt x="11" y="13"/>
                    </a:lnTo>
                    <a:lnTo>
                      <a:pt x="11" y="15"/>
                    </a:lnTo>
                    <a:lnTo>
                      <a:pt x="11" y="15"/>
                    </a:lnTo>
                    <a:lnTo>
                      <a:pt x="6" y="17"/>
                    </a:lnTo>
                    <a:lnTo>
                      <a:pt x="6" y="17"/>
                    </a:lnTo>
                    <a:lnTo>
                      <a:pt x="8" y="26"/>
                    </a:lnTo>
                    <a:lnTo>
                      <a:pt x="7" y="28"/>
                    </a:lnTo>
                    <a:lnTo>
                      <a:pt x="3" y="30"/>
                    </a:lnTo>
                    <a:lnTo>
                      <a:pt x="3" y="30"/>
                    </a:lnTo>
                    <a:lnTo>
                      <a:pt x="3" y="34"/>
                    </a:lnTo>
                    <a:lnTo>
                      <a:pt x="4" y="37"/>
                    </a:lnTo>
                    <a:lnTo>
                      <a:pt x="6" y="41"/>
                    </a:lnTo>
                    <a:lnTo>
                      <a:pt x="7" y="43"/>
                    </a:lnTo>
                    <a:lnTo>
                      <a:pt x="7" y="43"/>
                    </a:lnTo>
                    <a:lnTo>
                      <a:pt x="4" y="47"/>
                    </a:lnTo>
                    <a:lnTo>
                      <a:pt x="3" y="49"/>
                    </a:lnTo>
                    <a:lnTo>
                      <a:pt x="3" y="50"/>
                    </a:lnTo>
                    <a:lnTo>
                      <a:pt x="3" y="50"/>
                    </a:lnTo>
                    <a:lnTo>
                      <a:pt x="4" y="51"/>
                    </a:lnTo>
                    <a:lnTo>
                      <a:pt x="6" y="53"/>
                    </a:lnTo>
                    <a:lnTo>
                      <a:pt x="8" y="54"/>
                    </a:lnTo>
                    <a:lnTo>
                      <a:pt x="8" y="57"/>
                    </a:lnTo>
                    <a:lnTo>
                      <a:pt x="8" y="57"/>
                    </a:lnTo>
                    <a:lnTo>
                      <a:pt x="7" y="60"/>
                    </a:lnTo>
                    <a:lnTo>
                      <a:pt x="6" y="62"/>
                    </a:lnTo>
                    <a:lnTo>
                      <a:pt x="6" y="62"/>
                    </a:lnTo>
                    <a:lnTo>
                      <a:pt x="10" y="66"/>
                    </a:lnTo>
                    <a:lnTo>
                      <a:pt x="12" y="71"/>
                    </a:lnTo>
                    <a:lnTo>
                      <a:pt x="12" y="71"/>
                    </a:lnTo>
                    <a:lnTo>
                      <a:pt x="15" y="68"/>
                    </a:lnTo>
                    <a:lnTo>
                      <a:pt x="18" y="68"/>
                    </a:lnTo>
                    <a:lnTo>
                      <a:pt x="19" y="68"/>
                    </a:lnTo>
                    <a:lnTo>
                      <a:pt x="19" y="68"/>
                    </a:lnTo>
                    <a:lnTo>
                      <a:pt x="23" y="65"/>
                    </a:lnTo>
                    <a:lnTo>
                      <a:pt x="25" y="61"/>
                    </a:lnTo>
                    <a:lnTo>
                      <a:pt x="25" y="57"/>
                    </a:lnTo>
                    <a:lnTo>
                      <a:pt x="23" y="56"/>
                    </a:lnTo>
                    <a:lnTo>
                      <a:pt x="22" y="54"/>
                    </a:lnTo>
                    <a:lnTo>
                      <a:pt x="22" y="54"/>
                    </a:lnTo>
                    <a:lnTo>
                      <a:pt x="22" y="57"/>
                    </a:lnTo>
                    <a:lnTo>
                      <a:pt x="21" y="60"/>
                    </a:lnTo>
                    <a:lnTo>
                      <a:pt x="18" y="60"/>
                    </a:lnTo>
                    <a:lnTo>
                      <a:pt x="14" y="60"/>
                    </a:lnTo>
                    <a:lnTo>
                      <a:pt x="14" y="60"/>
                    </a:lnTo>
                    <a:lnTo>
                      <a:pt x="11" y="57"/>
                    </a:lnTo>
                    <a:lnTo>
                      <a:pt x="10" y="53"/>
                    </a:lnTo>
                    <a:lnTo>
                      <a:pt x="10" y="49"/>
                    </a:lnTo>
                    <a:lnTo>
                      <a:pt x="11" y="45"/>
                    </a:lnTo>
                    <a:lnTo>
                      <a:pt x="11" y="45"/>
                    </a:lnTo>
                    <a:lnTo>
                      <a:pt x="15" y="43"/>
                    </a:lnTo>
                    <a:lnTo>
                      <a:pt x="18" y="42"/>
                    </a:lnTo>
                    <a:lnTo>
                      <a:pt x="19" y="42"/>
                    </a:lnTo>
                    <a:lnTo>
                      <a:pt x="19" y="42"/>
                    </a:lnTo>
                    <a:lnTo>
                      <a:pt x="22" y="45"/>
                    </a:lnTo>
                    <a:lnTo>
                      <a:pt x="23" y="47"/>
                    </a:lnTo>
                    <a:lnTo>
                      <a:pt x="23" y="47"/>
                    </a:lnTo>
                    <a:lnTo>
                      <a:pt x="25" y="49"/>
                    </a:lnTo>
                    <a:lnTo>
                      <a:pt x="26" y="50"/>
                    </a:lnTo>
                    <a:lnTo>
                      <a:pt x="26" y="50"/>
                    </a:lnTo>
                    <a:lnTo>
                      <a:pt x="26" y="56"/>
                    </a:lnTo>
                    <a:lnTo>
                      <a:pt x="27" y="62"/>
                    </a:lnTo>
                    <a:lnTo>
                      <a:pt x="27" y="62"/>
                    </a:lnTo>
                    <a:lnTo>
                      <a:pt x="30" y="57"/>
                    </a:lnTo>
                    <a:lnTo>
                      <a:pt x="30" y="50"/>
                    </a:lnTo>
                    <a:lnTo>
                      <a:pt x="29" y="43"/>
                    </a:lnTo>
                    <a:lnTo>
                      <a:pt x="26" y="39"/>
                    </a:lnTo>
                    <a:lnTo>
                      <a:pt x="26" y="39"/>
                    </a:lnTo>
                    <a:lnTo>
                      <a:pt x="23" y="42"/>
                    </a:lnTo>
                    <a:lnTo>
                      <a:pt x="19" y="41"/>
                    </a:lnTo>
                    <a:lnTo>
                      <a:pt x="15" y="39"/>
                    </a:lnTo>
                    <a:lnTo>
                      <a:pt x="14" y="37"/>
                    </a:lnTo>
                    <a:lnTo>
                      <a:pt x="14" y="37"/>
                    </a:lnTo>
                    <a:lnTo>
                      <a:pt x="11" y="37"/>
                    </a:lnTo>
                    <a:lnTo>
                      <a:pt x="10" y="37"/>
                    </a:lnTo>
                    <a:lnTo>
                      <a:pt x="10" y="37"/>
                    </a:lnTo>
                    <a:lnTo>
                      <a:pt x="10" y="34"/>
                    </a:lnTo>
                    <a:lnTo>
                      <a:pt x="10" y="32"/>
                    </a:lnTo>
                    <a:lnTo>
                      <a:pt x="10" y="27"/>
                    </a:lnTo>
                    <a:lnTo>
                      <a:pt x="10" y="27"/>
                    </a:lnTo>
                    <a:close/>
                    <a:moveTo>
                      <a:pt x="12" y="23"/>
                    </a:moveTo>
                    <a:lnTo>
                      <a:pt x="12" y="23"/>
                    </a:lnTo>
                    <a:lnTo>
                      <a:pt x="12" y="26"/>
                    </a:lnTo>
                    <a:lnTo>
                      <a:pt x="12" y="28"/>
                    </a:lnTo>
                    <a:lnTo>
                      <a:pt x="11" y="31"/>
                    </a:lnTo>
                    <a:lnTo>
                      <a:pt x="11" y="34"/>
                    </a:lnTo>
                    <a:lnTo>
                      <a:pt x="11" y="34"/>
                    </a:lnTo>
                    <a:lnTo>
                      <a:pt x="12" y="32"/>
                    </a:lnTo>
                    <a:lnTo>
                      <a:pt x="14" y="34"/>
                    </a:lnTo>
                    <a:lnTo>
                      <a:pt x="16" y="35"/>
                    </a:lnTo>
                    <a:lnTo>
                      <a:pt x="18" y="38"/>
                    </a:lnTo>
                    <a:lnTo>
                      <a:pt x="21" y="39"/>
                    </a:lnTo>
                    <a:lnTo>
                      <a:pt x="21" y="39"/>
                    </a:lnTo>
                    <a:lnTo>
                      <a:pt x="23" y="38"/>
                    </a:lnTo>
                    <a:lnTo>
                      <a:pt x="23" y="35"/>
                    </a:lnTo>
                    <a:lnTo>
                      <a:pt x="23" y="35"/>
                    </a:lnTo>
                    <a:lnTo>
                      <a:pt x="22" y="37"/>
                    </a:lnTo>
                    <a:lnTo>
                      <a:pt x="19" y="37"/>
                    </a:lnTo>
                    <a:lnTo>
                      <a:pt x="19" y="37"/>
                    </a:lnTo>
                    <a:lnTo>
                      <a:pt x="16" y="34"/>
                    </a:lnTo>
                    <a:lnTo>
                      <a:pt x="14" y="31"/>
                    </a:lnTo>
                    <a:lnTo>
                      <a:pt x="14" y="27"/>
                    </a:lnTo>
                    <a:lnTo>
                      <a:pt x="15" y="26"/>
                    </a:lnTo>
                    <a:lnTo>
                      <a:pt x="16" y="24"/>
                    </a:lnTo>
                    <a:lnTo>
                      <a:pt x="16" y="24"/>
                    </a:lnTo>
                    <a:lnTo>
                      <a:pt x="19" y="24"/>
                    </a:lnTo>
                    <a:lnTo>
                      <a:pt x="22" y="24"/>
                    </a:lnTo>
                    <a:lnTo>
                      <a:pt x="22" y="24"/>
                    </a:lnTo>
                    <a:lnTo>
                      <a:pt x="21" y="22"/>
                    </a:lnTo>
                    <a:lnTo>
                      <a:pt x="18" y="20"/>
                    </a:lnTo>
                    <a:lnTo>
                      <a:pt x="15" y="20"/>
                    </a:lnTo>
                    <a:lnTo>
                      <a:pt x="12" y="23"/>
                    </a:lnTo>
                    <a:lnTo>
                      <a:pt x="12" y="23"/>
                    </a:lnTo>
                    <a:close/>
                    <a:moveTo>
                      <a:pt x="23" y="22"/>
                    </a:moveTo>
                    <a:lnTo>
                      <a:pt x="23" y="22"/>
                    </a:lnTo>
                    <a:lnTo>
                      <a:pt x="23" y="23"/>
                    </a:lnTo>
                    <a:lnTo>
                      <a:pt x="25" y="24"/>
                    </a:lnTo>
                    <a:lnTo>
                      <a:pt x="25" y="24"/>
                    </a:lnTo>
                    <a:lnTo>
                      <a:pt x="26" y="23"/>
                    </a:lnTo>
                    <a:lnTo>
                      <a:pt x="26" y="20"/>
                    </a:lnTo>
                    <a:lnTo>
                      <a:pt x="26" y="20"/>
                    </a:lnTo>
                    <a:lnTo>
                      <a:pt x="23" y="22"/>
                    </a:lnTo>
                    <a:lnTo>
                      <a:pt x="23" y="22"/>
                    </a:lnTo>
                    <a:lnTo>
                      <a:pt x="23" y="22"/>
                    </a:lnTo>
                    <a:close/>
                    <a:moveTo>
                      <a:pt x="26" y="32"/>
                    </a:moveTo>
                    <a:lnTo>
                      <a:pt x="26" y="32"/>
                    </a:lnTo>
                    <a:lnTo>
                      <a:pt x="27" y="31"/>
                    </a:lnTo>
                    <a:lnTo>
                      <a:pt x="27" y="30"/>
                    </a:lnTo>
                    <a:lnTo>
                      <a:pt x="26" y="27"/>
                    </a:lnTo>
                    <a:lnTo>
                      <a:pt x="23" y="27"/>
                    </a:lnTo>
                    <a:lnTo>
                      <a:pt x="23" y="27"/>
                    </a:lnTo>
                    <a:lnTo>
                      <a:pt x="23" y="30"/>
                    </a:lnTo>
                    <a:lnTo>
                      <a:pt x="26" y="32"/>
                    </a:lnTo>
                    <a:lnTo>
                      <a:pt x="26" y="32"/>
                    </a:lnTo>
                    <a:close/>
                    <a:moveTo>
                      <a:pt x="18" y="27"/>
                    </a:moveTo>
                    <a:lnTo>
                      <a:pt x="18" y="27"/>
                    </a:lnTo>
                    <a:lnTo>
                      <a:pt x="16" y="30"/>
                    </a:lnTo>
                    <a:lnTo>
                      <a:pt x="18" y="32"/>
                    </a:lnTo>
                    <a:lnTo>
                      <a:pt x="19" y="34"/>
                    </a:lnTo>
                    <a:lnTo>
                      <a:pt x="21" y="34"/>
                    </a:lnTo>
                    <a:lnTo>
                      <a:pt x="22" y="32"/>
                    </a:lnTo>
                    <a:lnTo>
                      <a:pt x="22" y="32"/>
                    </a:lnTo>
                    <a:lnTo>
                      <a:pt x="19" y="30"/>
                    </a:lnTo>
                    <a:lnTo>
                      <a:pt x="18" y="27"/>
                    </a:lnTo>
                    <a:lnTo>
                      <a:pt x="18" y="27"/>
                    </a:lnTo>
                    <a:close/>
                    <a:moveTo>
                      <a:pt x="19" y="51"/>
                    </a:moveTo>
                    <a:lnTo>
                      <a:pt x="19" y="51"/>
                    </a:lnTo>
                    <a:lnTo>
                      <a:pt x="19" y="50"/>
                    </a:lnTo>
                    <a:lnTo>
                      <a:pt x="21" y="49"/>
                    </a:lnTo>
                    <a:lnTo>
                      <a:pt x="19" y="45"/>
                    </a:lnTo>
                    <a:lnTo>
                      <a:pt x="19" y="45"/>
                    </a:lnTo>
                    <a:lnTo>
                      <a:pt x="15" y="46"/>
                    </a:lnTo>
                    <a:lnTo>
                      <a:pt x="15" y="46"/>
                    </a:lnTo>
                    <a:lnTo>
                      <a:pt x="18" y="47"/>
                    </a:lnTo>
                    <a:lnTo>
                      <a:pt x="19" y="49"/>
                    </a:lnTo>
                    <a:lnTo>
                      <a:pt x="19" y="51"/>
                    </a:lnTo>
                    <a:lnTo>
                      <a:pt x="19" y="51"/>
                    </a:lnTo>
                    <a:close/>
                    <a:moveTo>
                      <a:pt x="14" y="50"/>
                    </a:moveTo>
                    <a:lnTo>
                      <a:pt x="14" y="50"/>
                    </a:lnTo>
                    <a:lnTo>
                      <a:pt x="15" y="50"/>
                    </a:lnTo>
                    <a:lnTo>
                      <a:pt x="14" y="51"/>
                    </a:lnTo>
                    <a:lnTo>
                      <a:pt x="14" y="51"/>
                    </a:lnTo>
                    <a:lnTo>
                      <a:pt x="15" y="53"/>
                    </a:lnTo>
                    <a:lnTo>
                      <a:pt x="15" y="53"/>
                    </a:lnTo>
                    <a:lnTo>
                      <a:pt x="15" y="53"/>
                    </a:lnTo>
                    <a:lnTo>
                      <a:pt x="15" y="50"/>
                    </a:lnTo>
                    <a:lnTo>
                      <a:pt x="16" y="49"/>
                    </a:lnTo>
                    <a:lnTo>
                      <a:pt x="16" y="49"/>
                    </a:lnTo>
                    <a:lnTo>
                      <a:pt x="15" y="47"/>
                    </a:lnTo>
                    <a:lnTo>
                      <a:pt x="15" y="47"/>
                    </a:lnTo>
                    <a:lnTo>
                      <a:pt x="15" y="47"/>
                    </a:lnTo>
                    <a:lnTo>
                      <a:pt x="14" y="50"/>
                    </a:lnTo>
                    <a:lnTo>
                      <a:pt x="14" y="50"/>
                    </a:lnTo>
                    <a:close/>
                    <a:moveTo>
                      <a:pt x="22" y="51"/>
                    </a:moveTo>
                    <a:lnTo>
                      <a:pt x="22" y="51"/>
                    </a:lnTo>
                    <a:lnTo>
                      <a:pt x="23" y="53"/>
                    </a:lnTo>
                    <a:lnTo>
                      <a:pt x="23" y="53"/>
                    </a:lnTo>
                    <a:lnTo>
                      <a:pt x="25" y="50"/>
                    </a:lnTo>
                    <a:lnTo>
                      <a:pt x="25" y="50"/>
                    </a:lnTo>
                    <a:lnTo>
                      <a:pt x="23" y="50"/>
                    </a:lnTo>
                    <a:lnTo>
                      <a:pt x="23" y="50"/>
                    </a:lnTo>
                    <a:lnTo>
                      <a:pt x="22" y="51"/>
                    </a:lnTo>
                    <a:lnTo>
                      <a:pt x="22" y="51"/>
                    </a:lnTo>
                    <a:close/>
                    <a:moveTo>
                      <a:pt x="19" y="58"/>
                    </a:moveTo>
                    <a:lnTo>
                      <a:pt x="19" y="58"/>
                    </a:lnTo>
                    <a:lnTo>
                      <a:pt x="21" y="53"/>
                    </a:lnTo>
                    <a:lnTo>
                      <a:pt x="21" y="53"/>
                    </a:lnTo>
                    <a:lnTo>
                      <a:pt x="19" y="54"/>
                    </a:lnTo>
                    <a:lnTo>
                      <a:pt x="18" y="54"/>
                    </a:lnTo>
                    <a:lnTo>
                      <a:pt x="16" y="56"/>
                    </a:lnTo>
                    <a:lnTo>
                      <a:pt x="15" y="57"/>
                    </a:lnTo>
                    <a:lnTo>
                      <a:pt x="15" y="57"/>
                    </a:lnTo>
                    <a:lnTo>
                      <a:pt x="14" y="56"/>
                    </a:lnTo>
                    <a:lnTo>
                      <a:pt x="14" y="57"/>
                    </a:lnTo>
                    <a:lnTo>
                      <a:pt x="16" y="58"/>
                    </a:lnTo>
                    <a:lnTo>
                      <a:pt x="19" y="58"/>
                    </a:lnTo>
                    <a:lnTo>
                      <a:pt x="19" y="58"/>
                    </a:lnTo>
                    <a:close/>
                    <a:moveTo>
                      <a:pt x="29" y="64"/>
                    </a:moveTo>
                    <a:lnTo>
                      <a:pt x="29" y="64"/>
                    </a:lnTo>
                    <a:lnTo>
                      <a:pt x="30" y="64"/>
                    </a:lnTo>
                    <a:lnTo>
                      <a:pt x="31" y="62"/>
                    </a:lnTo>
                    <a:lnTo>
                      <a:pt x="31" y="60"/>
                    </a:lnTo>
                    <a:lnTo>
                      <a:pt x="31" y="60"/>
                    </a:lnTo>
                    <a:lnTo>
                      <a:pt x="29" y="64"/>
                    </a:lnTo>
                    <a:lnTo>
                      <a:pt x="29" y="64"/>
                    </a:lnTo>
                    <a:close/>
                    <a:moveTo>
                      <a:pt x="21" y="69"/>
                    </a:moveTo>
                    <a:lnTo>
                      <a:pt x="21" y="69"/>
                    </a:lnTo>
                    <a:lnTo>
                      <a:pt x="23" y="71"/>
                    </a:lnTo>
                    <a:lnTo>
                      <a:pt x="23" y="71"/>
                    </a:lnTo>
                    <a:lnTo>
                      <a:pt x="25" y="69"/>
                    </a:lnTo>
                    <a:lnTo>
                      <a:pt x="25" y="68"/>
                    </a:lnTo>
                    <a:lnTo>
                      <a:pt x="25" y="68"/>
                    </a:lnTo>
                    <a:lnTo>
                      <a:pt x="25" y="68"/>
                    </a:lnTo>
                    <a:lnTo>
                      <a:pt x="22" y="68"/>
                    </a:lnTo>
                    <a:lnTo>
                      <a:pt x="21" y="69"/>
                    </a:lnTo>
                    <a:lnTo>
                      <a:pt x="21" y="69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</p:grpSp>
      </p:grpSp>
      <p:grpSp>
        <p:nvGrpSpPr>
          <p:cNvPr id="26" name="组合 25"/>
          <p:cNvGrpSpPr/>
          <p:nvPr/>
        </p:nvGrpSpPr>
        <p:grpSpPr>
          <a:xfrm>
            <a:off x="6299835" y="2541905"/>
            <a:ext cx="526415" cy="536575"/>
            <a:chOff x="3655" y="5295"/>
            <a:chExt cx="1238" cy="1238"/>
          </a:xfrm>
        </p:grpSpPr>
        <p:sp>
          <p:nvSpPr>
            <p:cNvPr id="27" name="Freeform 86"/>
            <p:cNvSpPr>
              <a:spLocks noEditPoints="1"/>
            </p:cNvSpPr>
            <p:nvPr/>
          </p:nvSpPr>
          <p:spPr bwMode="auto">
            <a:xfrm>
              <a:off x="3655" y="5295"/>
              <a:ext cx="1238" cy="1238"/>
            </a:xfrm>
            <a:custGeom>
              <a:avLst/>
              <a:gdLst/>
              <a:ahLst/>
              <a:cxnLst>
                <a:cxn ang="0">
                  <a:pos x="303" y="104"/>
                </a:cxn>
                <a:cxn ang="0">
                  <a:pos x="288" y="65"/>
                </a:cxn>
                <a:cxn ang="0">
                  <a:pos x="259" y="35"/>
                </a:cxn>
                <a:cxn ang="0">
                  <a:pos x="223" y="13"/>
                </a:cxn>
                <a:cxn ang="0">
                  <a:pos x="182" y="2"/>
                </a:cxn>
                <a:cxn ang="0">
                  <a:pos x="141" y="2"/>
                </a:cxn>
                <a:cxn ang="0">
                  <a:pos x="113" y="9"/>
                </a:cxn>
                <a:cxn ang="0">
                  <a:pos x="72" y="29"/>
                </a:cxn>
                <a:cxn ang="0">
                  <a:pos x="36" y="61"/>
                </a:cxn>
                <a:cxn ang="0">
                  <a:pos x="11" y="98"/>
                </a:cxn>
                <a:cxn ang="0">
                  <a:pos x="0" y="141"/>
                </a:cxn>
                <a:cxn ang="0">
                  <a:pos x="4" y="171"/>
                </a:cxn>
                <a:cxn ang="0">
                  <a:pos x="28" y="208"/>
                </a:cxn>
                <a:cxn ang="0">
                  <a:pos x="65" y="237"/>
                </a:cxn>
                <a:cxn ang="0">
                  <a:pos x="93" y="250"/>
                </a:cxn>
                <a:cxn ang="0">
                  <a:pos x="141" y="256"/>
                </a:cxn>
                <a:cxn ang="0">
                  <a:pos x="167" y="261"/>
                </a:cxn>
                <a:cxn ang="0">
                  <a:pos x="168" y="262"/>
                </a:cxn>
                <a:cxn ang="0">
                  <a:pos x="190" y="265"/>
                </a:cxn>
                <a:cxn ang="0">
                  <a:pos x="225" y="252"/>
                </a:cxn>
                <a:cxn ang="0">
                  <a:pos x="255" y="233"/>
                </a:cxn>
                <a:cxn ang="0">
                  <a:pos x="285" y="196"/>
                </a:cxn>
                <a:cxn ang="0">
                  <a:pos x="303" y="150"/>
                </a:cxn>
                <a:cxn ang="0">
                  <a:pos x="306" y="119"/>
                </a:cxn>
                <a:cxn ang="0">
                  <a:pos x="266" y="212"/>
                </a:cxn>
                <a:cxn ang="0">
                  <a:pos x="240" y="237"/>
                </a:cxn>
                <a:cxn ang="0">
                  <a:pos x="207" y="254"/>
                </a:cxn>
                <a:cxn ang="0">
                  <a:pos x="203" y="254"/>
                </a:cxn>
                <a:cxn ang="0">
                  <a:pos x="211" y="248"/>
                </a:cxn>
                <a:cxn ang="0">
                  <a:pos x="208" y="245"/>
                </a:cxn>
                <a:cxn ang="0">
                  <a:pos x="196" y="251"/>
                </a:cxn>
                <a:cxn ang="0">
                  <a:pos x="150" y="250"/>
                </a:cxn>
                <a:cxn ang="0">
                  <a:pos x="128" y="247"/>
                </a:cxn>
                <a:cxn ang="0">
                  <a:pos x="97" y="241"/>
                </a:cxn>
                <a:cxn ang="0">
                  <a:pos x="65" y="226"/>
                </a:cxn>
                <a:cxn ang="0">
                  <a:pos x="29" y="197"/>
                </a:cxn>
                <a:cxn ang="0">
                  <a:pos x="13" y="174"/>
                </a:cxn>
                <a:cxn ang="0">
                  <a:pos x="7" y="149"/>
                </a:cxn>
                <a:cxn ang="0">
                  <a:pos x="13" y="115"/>
                </a:cxn>
                <a:cxn ang="0">
                  <a:pos x="39" y="69"/>
                </a:cxn>
                <a:cxn ang="0">
                  <a:pos x="59" y="47"/>
                </a:cxn>
                <a:cxn ang="0">
                  <a:pos x="97" y="22"/>
                </a:cxn>
                <a:cxn ang="0">
                  <a:pos x="139" y="9"/>
                </a:cxn>
                <a:cxn ang="0">
                  <a:pos x="161" y="7"/>
                </a:cxn>
                <a:cxn ang="0">
                  <a:pos x="193" y="11"/>
                </a:cxn>
                <a:cxn ang="0">
                  <a:pos x="244" y="35"/>
                </a:cxn>
                <a:cxn ang="0">
                  <a:pos x="269" y="55"/>
                </a:cxn>
                <a:cxn ang="0">
                  <a:pos x="287" y="83"/>
                </a:cxn>
                <a:cxn ang="0">
                  <a:pos x="296" y="115"/>
                </a:cxn>
                <a:cxn ang="0">
                  <a:pos x="292" y="160"/>
                </a:cxn>
                <a:cxn ang="0">
                  <a:pos x="273" y="204"/>
                </a:cxn>
              </a:cxnLst>
              <a:rect l="0" t="0" r="r" b="b"/>
              <a:pathLst>
                <a:path w="306" h="265">
                  <a:moveTo>
                    <a:pt x="306" y="119"/>
                  </a:moveTo>
                  <a:lnTo>
                    <a:pt x="306" y="119"/>
                  </a:lnTo>
                  <a:lnTo>
                    <a:pt x="303" y="104"/>
                  </a:lnTo>
                  <a:lnTo>
                    <a:pt x="299" y="90"/>
                  </a:lnTo>
                  <a:lnTo>
                    <a:pt x="295" y="78"/>
                  </a:lnTo>
                  <a:lnTo>
                    <a:pt x="288" y="65"/>
                  </a:lnTo>
                  <a:lnTo>
                    <a:pt x="280" y="54"/>
                  </a:lnTo>
                  <a:lnTo>
                    <a:pt x="270" y="44"/>
                  </a:lnTo>
                  <a:lnTo>
                    <a:pt x="259" y="35"/>
                  </a:lnTo>
                  <a:lnTo>
                    <a:pt x="248" y="27"/>
                  </a:lnTo>
                  <a:lnTo>
                    <a:pt x="236" y="20"/>
                  </a:lnTo>
                  <a:lnTo>
                    <a:pt x="223" y="13"/>
                  </a:lnTo>
                  <a:lnTo>
                    <a:pt x="209" y="9"/>
                  </a:lnTo>
                  <a:lnTo>
                    <a:pt x="196" y="5"/>
                  </a:lnTo>
                  <a:lnTo>
                    <a:pt x="182" y="2"/>
                  </a:lnTo>
                  <a:lnTo>
                    <a:pt x="168" y="0"/>
                  </a:lnTo>
                  <a:lnTo>
                    <a:pt x="154" y="0"/>
                  </a:lnTo>
                  <a:lnTo>
                    <a:pt x="141" y="2"/>
                  </a:lnTo>
                  <a:lnTo>
                    <a:pt x="141" y="2"/>
                  </a:lnTo>
                  <a:lnTo>
                    <a:pt x="127" y="5"/>
                  </a:lnTo>
                  <a:lnTo>
                    <a:pt x="113" y="9"/>
                  </a:lnTo>
                  <a:lnTo>
                    <a:pt x="99" y="14"/>
                  </a:lnTo>
                  <a:lnTo>
                    <a:pt x="86" y="21"/>
                  </a:lnTo>
                  <a:lnTo>
                    <a:pt x="72" y="29"/>
                  </a:lnTo>
                  <a:lnTo>
                    <a:pt x="59" y="39"/>
                  </a:lnTo>
                  <a:lnTo>
                    <a:pt x="47" y="49"/>
                  </a:lnTo>
                  <a:lnTo>
                    <a:pt x="36" y="61"/>
                  </a:lnTo>
                  <a:lnTo>
                    <a:pt x="26" y="72"/>
                  </a:lnTo>
                  <a:lnTo>
                    <a:pt x="18" y="86"/>
                  </a:lnTo>
                  <a:lnTo>
                    <a:pt x="11" y="98"/>
                  </a:lnTo>
                  <a:lnTo>
                    <a:pt x="6" y="113"/>
                  </a:lnTo>
                  <a:lnTo>
                    <a:pt x="2" y="127"/>
                  </a:lnTo>
                  <a:lnTo>
                    <a:pt x="0" y="141"/>
                  </a:lnTo>
                  <a:lnTo>
                    <a:pt x="0" y="156"/>
                  </a:lnTo>
                  <a:lnTo>
                    <a:pt x="4" y="171"/>
                  </a:lnTo>
                  <a:lnTo>
                    <a:pt x="4" y="171"/>
                  </a:lnTo>
                  <a:lnTo>
                    <a:pt x="10" y="184"/>
                  </a:lnTo>
                  <a:lnTo>
                    <a:pt x="17" y="196"/>
                  </a:lnTo>
                  <a:lnTo>
                    <a:pt x="28" y="208"/>
                  </a:lnTo>
                  <a:lnTo>
                    <a:pt x="39" y="219"/>
                  </a:lnTo>
                  <a:lnTo>
                    <a:pt x="51" y="229"/>
                  </a:lnTo>
                  <a:lnTo>
                    <a:pt x="65" y="237"/>
                  </a:lnTo>
                  <a:lnTo>
                    <a:pt x="79" y="244"/>
                  </a:lnTo>
                  <a:lnTo>
                    <a:pt x="93" y="250"/>
                  </a:lnTo>
                  <a:lnTo>
                    <a:pt x="93" y="250"/>
                  </a:lnTo>
                  <a:lnTo>
                    <a:pt x="108" y="252"/>
                  </a:lnTo>
                  <a:lnTo>
                    <a:pt x="124" y="255"/>
                  </a:lnTo>
                  <a:lnTo>
                    <a:pt x="141" y="256"/>
                  </a:lnTo>
                  <a:lnTo>
                    <a:pt x="156" y="259"/>
                  </a:lnTo>
                  <a:lnTo>
                    <a:pt x="156" y="259"/>
                  </a:lnTo>
                  <a:lnTo>
                    <a:pt x="167" y="261"/>
                  </a:lnTo>
                  <a:lnTo>
                    <a:pt x="167" y="261"/>
                  </a:lnTo>
                  <a:lnTo>
                    <a:pt x="167" y="262"/>
                  </a:lnTo>
                  <a:lnTo>
                    <a:pt x="168" y="262"/>
                  </a:lnTo>
                  <a:lnTo>
                    <a:pt x="168" y="262"/>
                  </a:lnTo>
                  <a:lnTo>
                    <a:pt x="179" y="265"/>
                  </a:lnTo>
                  <a:lnTo>
                    <a:pt x="190" y="265"/>
                  </a:lnTo>
                  <a:lnTo>
                    <a:pt x="203" y="262"/>
                  </a:lnTo>
                  <a:lnTo>
                    <a:pt x="214" y="258"/>
                  </a:lnTo>
                  <a:lnTo>
                    <a:pt x="225" y="252"/>
                  </a:lnTo>
                  <a:lnTo>
                    <a:pt x="236" y="247"/>
                  </a:lnTo>
                  <a:lnTo>
                    <a:pt x="255" y="233"/>
                  </a:lnTo>
                  <a:lnTo>
                    <a:pt x="255" y="233"/>
                  </a:lnTo>
                  <a:lnTo>
                    <a:pt x="266" y="222"/>
                  </a:lnTo>
                  <a:lnTo>
                    <a:pt x="277" y="210"/>
                  </a:lnTo>
                  <a:lnTo>
                    <a:pt x="285" y="196"/>
                  </a:lnTo>
                  <a:lnTo>
                    <a:pt x="293" y="182"/>
                  </a:lnTo>
                  <a:lnTo>
                    <a:pt x="299" y="166"/>
                  </a:lnTo>
                  <a:lnTo>
                    <a:pt x="303" y="150"/>
                  </a:lnTo>
                  <a:lnTo>
                    <a:pt x="306" y="134"/>
                  </a:lnTo>
                  <a:lnTo>
                    <a:pt x="306" y="119"/>
                  </a:lnTo>
                  <a:lnTo>
                    <a:pt x="306" y="119"/>
                  </a:lnTo>
                  <a:close/>
                  <a:moveTo>
                    <a:pt x="273" y="204"/>
                  </a:moveTo>
                  <a:lnTo>
                    <a:pt x="273" y="204"/>
                  </a:lnTo>
                  <a:lnTo>
                    <a:pt x="266" y="212"/>
                  </a:lnTo>
                  <a:lnTo>
                    <a:pt x="259" y="221"/>
                  </a:lnTo>
                  <a:lnTo>
                    <a:pt x="249" y="229"/>
                  </a:lnTo>
                  <a:lnTo>
                    <a:pt x="240" y="237"/>
                  </a:lnTo>
                  <a:lnTo>
                    <a:pt x="229" y="244"/>
                  </a:lnTo>
                  <a:lnTo>
                    <a:pt x="218" y="250"/>
                  </a:lnTo>
                  <a:lnTo>
                    <a:pt x="207" y="254"/>
                  </a:lnTo>
                  <a:lnTo>
                    <a:pt x="196" y="256"/>
                  </a:lnTo>
                  <a:lnTo>
                    <a:pt x="196" y="256"/>
                  </a:lnTo>
                  <a:lnTo>
                    <a:pt x="203" y="254"/>
                  </a:lnTo>
                  <a:lnTo>
                    <a:pt x="209" y="250"/>
                  </a:lnTo>
                  <a:lnTo>
                    <a:pt x="209" y="250"/>
                  </a:lnTo>
                  <a:lnTo>
                    <a:pt x="211" y="248"/>
                  </a:lnTo>
                  <a:lnTo>
                    <a:pt x="211" y="247"/>
                  </a:lnTo>
                  <a:lnTo>
                    <a:pt x="209" y="245"/>
                  </a:lnTo>
                  <a:lnTo>
                    <a:pt x="208" y="245"/>
                  </a:lnTo>
                  <a:lnTo>
                    <a:pt x="208" y="245"/>
                  </a:lnTo>
                  <a:lnTo>
                    <a:pt x="203" y="248"/>
                  </a:lnTo>
                  <a:lnTo>
                    <a:pt x="196" y="251"/>
                  </a:lnTo>
                  <a:lnTo>
                    <a:pt x="179" y="252"/>
                  </a:lnTo>
                  <a:lnTo>
                    <a:pt x="163" y="252"/>
                  </a:lnTo>
                  <a:lnTo>
                    <a:pt x="150" y="250"/>
                  </a:lnTo>
                  <a:lnTo>
                    <a:pt x="150" y="250"/>
                  </a:lnTo>
                  <a:lnTo>
                    <a:pt x="139" y="248"/>
                  </a:lnTo>
                  <a:lnTo>
                    <a:pt x="128" y="247"/>
                  </a:lnTo>
                  <a:lnTo>
                    <a:pt x="108" y="244"/>
                  </a:lnTo>
                  <a:lnTo>
                    <a:pt x="108" y="244"/>
                  </a:lnTo>
                  <a:lnTo>
                    <a:pt x="97" y="241"/>
                  </a:lnTo>
                  <a:lnTo>
                    <a:pt x="86" y="239"/>
                  </a:lnTo>
                  <a:lnTo>
                    <a:pt x="75" y="233"/>
                  </a:lnTo>
                  <a:lnTo>
                    <a:pt x="65" y="226"/>
                  </a:lnTo>
                  <a:lnTo>
                    <a:pt x="47" y="212"/>
                  </a:lnTo>
                  <a:lnTo>
                    <a:pt x="29" y="197"/>
                  </a:lnTo>
                  <a:lnTo>
                    <a:pt x="29" y="197"/>
                  </a:lnTo>
                  <a:lnTo>
                    <a:pt x="22" y="190"/>
                  </a:lnTo>
                  <a:lnTo>
                    <a:pt x="17" y="182"/>
                  </a:lnTo>
                  <a:lnTo>
                    <a:pt x="13" y="174"/>
                  </a:lnTo>
                  <a:lnTo>
                    <a:pt x="10" y="167"/>
                  </a:lnTo>
                  <a:lnTo>
                    <a:pt x="7" y="159"/>
                  </a:lnTo>
                  <a:lnTo>
                    <a:pt x="7" y="149"/>
                  </a:lnTo>
                  <a:lnTo>
                    <a:pt x="7" y="141"/>
                  </a:lnTo>
                  <a:lnTo>
                    <a:pt x="9" y="133"/>
                  </a:lnTo>
                  <a:lnTo>
                    <a:pt x="13" y="115"/>
                  </a:lnTo>
                  <a:lnTo>
                    <a:pt x="20" y="98"/>
                  </a:lnTo>
                  <a:lnTo>
                    <a:pt x="29" y="83"/>
                  </a:lnTo>
                  <a:lnTo>
                    <a:pt x="39" y="69"/>
                  </a:lnTo>
                  <a:lnTo>
                    <a:pt x="39" y="69"/>
                  </a:lnTo>
                  <a:lnTo>
                    <a:pt x="48" y="58"/>
                  </a:lnTo>
                  <a:lnTo>
                    <a:pt x="59" y="47"/>
                  </a:lnTo>
                  <a:lnTo>
                    <a:pt x="72" y="39"/>
                  </a:lnTo>
                  <a:lnTo>
                    <a:pt x="84" y="31"/>
                  </a:lnTo>
                  <a:lnTo>
                    <a:pt x="97" y="22"/>
                  </a:lnTo>
                  <a:lnTo>
                    <a:pt x="110" y="17"/>
                  </a:lnTo>
                  <a:lnTo>
                    <a:pt x="124" y="13"/>
                  </a:lnTo>
                  <a:lnTo>
                    <a:pt x="139" y="9"/>
                  </a:lnTo>
                  <a:lnTo>
                    <a:pt x="139" y="9"/>
                  </a:lnTo>
                  <a:lnTo>
                    <a:pt x="150" y="7"/>
                  </a:lnTo>
                  <a:lnTo>
                    <a:pt x="161" y="7"/>
                  </a:lnTo>
                  <a:lnTo>
                    <a:pt x="172" y="7"/>
                  </a:lnTo>
                  <a:lnTo>
                    <a:pt x="183" y="9"/>
                  </a:lnTo>
                  <a:lnTo>
                    <a:pt x="193" y="11"/>
                  </a:lnTo>
                  <a:lnTo>
                    <a:pt x="204" y="14"/>
                  </a:lnTo>
                  <a:lnTo>
                    <a:pt x="225" y="22"/>
                  </a:lnTo>
                  <a:lnTo>
                    <a:pt x="244" y="35"/>
                  </a:lnTo>
                  <a:lnTo>
                    <a:pt x="252" y="40"/>
                  </a:lnTo>
                  <a:lnTo>
                    <a:pt x="260" y="49"/>
                  </a:lnTo>
                  <a:lnTo>
                    <a:pt x="269" y="55"/>
                  </a:lnTo>
                  <a:lnTo>
                    <a:pt x="276" y="65"/>
                  </a:lnTo>
                  <a:lnTo>
                    <a:pt x="281" y="73"/>
                  </a:lnTo>
                  <a:lnTo>
                    <a:pt x="287" y="83"/>
                  </a:lnTo>
                  <a:lnTo>
                    <a:pt x="287" y="83"/>
                  </a:lnTo>
                  <a:lnTo>
                    <a:pt x="293" y="98"/>
                  </a:lnTo>
                  <a:lnTo>
                    <a:pt x="296" y="115"/>
                  </a:lnTo>
                  <a:lnTo>
                    <a:pt x="298" y="130"/>
                  </a:lnTo>
                  <a:lnTo>
                    <a:pt x="296" y="145"/>
                  </a:lnTo>
                  <a:lnTo>
                    <a:pt x="292" y="160"/>
                  </a:lnTo>
                  <a:lnTo>
                    <a:pt x="288" y="175"/>
                  </a:lnTo>
                  <a:lnTo>
                    <a:pt x="281" y="189"/>
                  </a:lnTo>
                  <a:lnTo>
                    <a:pt x="273" y="204"/>
                  </a:lnTo>
                  <a:lnTo>
                    <a:pt x="273" y="204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pSp>
          <p:nvGrpSpPr>
            <p:cNvPr id="28" name="组合 27"/>
            <p:cNvGrpSpPr/>
            <p:nvPr/>
          </p:nvGrpSpPr>
          <p:grpSpPr>
            <a:xfrm>
              <a:off x="3918" y="5387"/>
              <a:ext cx="776" cy="1018"/>
              <a:chOff x="5286380" y="2852739"/>
              <a:chExt cx="203200" cy="382588"/>
            </a:xfrm>
          </p:grpSpPr>
          <p:sp>
            <p:nvSpPr>
              <p:cNvPr id="29" name="Freeform 4219"/>
              <p:cNvSpPr/>
              <p:nvPr/>
            </p:nvSpPr>
            <p:spPr bwMode="auto">
              <a:xfrm>
                <a:off x="5381630" y="2867026"/>
                <a:ext cx="17463" cy="26988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8" y="0"/>
                  </a:cxn>
                  <a:cxn ang="0">
                    <a:pos x="10" y="2"/>
                  </a:cxn>
                  <a:cxn ang="0">
                    <a:pos x="11" y="4"/>
                  </a:cxn>
                  <a:cxn ang="0">
                    <a:pos x="10" y="11"/>
                  </a:cxn>
                  <a:cxn ang="0">
                    <a:pos x="8" y="14"/>
                  </a:cxn>
                  <a:cxn ang="0">
                    <a:pos x="6" y="15"/>
                  </a:cxn>
                  <a:cxn ang="0">
                    <a:pos x="4" y="17"/>
                  </a:cxn>
                  <a:cxn ang="0">
                    <a:pos x="2" y="15"/>
                  </a:cxn>
                  <a:cxn ang="0">
                    <a:pos x="2" y="15"/>
                  </a:cxn>
                  <a:cxn ang="0">
                    <a:pos x="0" y="13"/>
                  </a:cxn>
                  <a:cxn ang="0">
                    <a:pos x="0" y="7"/>
                  </a:cxn>
                  <a:cxn ang="0">
                    <a:pos x="0" y="7"/>
                  </a:cxn>
                  <a:cxn ang="0">
                    <a:pos x="2" y="6"/>
                  </a:cxn>
                  <a:cxn ang="0">
                    <a:pos x="3" y="6"/>
                  </a:cxn>
                  <a:cxn ang="0">
                    <a:pos x="3" y="6"/>
                  </a:cxn>
                  <a:cxn ang="0">
                    <a:pos x="2" y="7"/>
                  </a:cxn>
                  <a:cxn ang="0">
                    <a:pos x="2" y="10"/>
                  </a:cxn>
                  <a:cxn ang="0">
                    <a:pos x="2" y="13"/>
                  </a:cxn>
                  <a:cxn ang="0">
                    <a:pos x="3" y="14"/>
                  </a:cxn>
                  <a:cxn ang="0">
                    <a:pos x="3" y="14"/>
                  </a:cxn>
                  <a:cxn ang="0">
                    <a:pos x="6" y="14"/>
                  </a:cxn>
                  <a:cxn ang="0">
                    <a:pos x="7" y="13"/>
                  </a:cxn>
                  <a:cxn ang="0">
                    <a:pos x="8" y="8"/>
                  </a:cxn>
                  <a:cxn ang="0">
                    <a:pos x="8" y="0"/>
                  </a:cxn>
                  <a:cxn ang="0">
                    <a:pos x="8" y="0"/>
                  </a:cxn>
                </a:cxnLst>
                <a:rect l="0" t="0" r="r" b="b"/>
                <a:pathLst>
                  <a:path w="11" h="17">
                    <a:moveTo>
                      <a:pt x="8" y="0"/>
                    </a:moveTo>
                    <a:lnTo>
                      <a:pt x="8" y="0"/>
                    </a:lnTo>
                    <a:lnTo>
                      <a:pt x="10" y="2"/>
                    </a:lnTo>
                    <a:lnTo>
                      <a:pt x="11" y="4"/>
                    </a:lnTo>
                    <a:lnTo>
                      <a:pt x="10" y="11"/>
                    </a:lnTo>
                    <a:lnTo>
                      <a:pt x="8" y="14"/>
                    </a:lnTo>
                    <a:lnTo>
                      <a:pt x="6" y="15"/>
                    </a:lnTo>
                    <a:lnTo>
                      <a:pt x="4" y="17"/>
                    </a:lnTo>
                    <a:lnTo>
                      <a:pt x="2" y="15"/>
                    </a:lnTo>
                    <a:lnTo>
                      <a:pt x="2" y="15"/>
                    </a:lnTo>
                    <a:lnTo>
                      <a:pt x="0" y="13"/>
                    </a:lnTo>
                    <a:lnTo>
                      <a:pt x="0" y="7"/>
                    </a:lnTo>
                    <a:lnTo>
                      <a:pt x="0" y="7"/>
                    </a:lnTo>
                    <a:lnTo>
                      <a:pt x="2" y="6"/>
                    </a:lnTo>
                    <a:lnTo>
                      <a:pt x="3" y="6"/>
                    </a:lnTo>
                    <a:lnTo>
                      <a:pt x="3" y="6"/>
                    </a:lnTo>
                    <a:lnTo>
                      <a:pt x="2" y="7"/>
                    </a:lnTo>
                    <a:lnTo>
                      <a:pt x="2" y="10"/>
                    </a:lnTo>
                    <a:lnTo>
                      <a:pt x="2" y="13"/>
                    </a:lnTo>
                    <a:lnTo>
                      <a:pt x="3" y="14"/>
                    </a:lnTo>
                    <a:lnTo>
                      <a:pt x="3" y="14"/>
                    </a:lnTo>
                    <a:lnTo>
                      <a:pt x="6" y="14"/>
                    </a:lnTo>
                    <a:lnTo>
                      <a:pt x="7" y="13"/>
                    </a:lnTo>
                    <a:lnTo>
                      <a:pt x="8" y="8"/>
                    </a:lnTo>
                    <a:lnTo>
                      <a:pt x="8" y="0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0" name="Freeform 4220"/>
              <p:cNvSpPr/>
              <p:nvPr/>
            </p:nvSpPr>
            <p:spPr bwMode="auto">
              <a:xfrm>
                <a:off x="5400680" y="2981326"/>
                <a:ext cx="4763" cy="22225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2" y="0"/>
                  </a:cxn>
                  <a:cxn ang="0">
                    <a:pos x="3" y="6"/>
                  </a:cxn>
                  <a:cxn ang="0">
                    <a:pos x="3" y="10"/>
                  </a:cxn>
                  <a:cxn ang="0">
                    <a:pos x="2" y="14"/>
                  </a:cxn>
                  <a:cxn ang="0">
                    <a:pos x="2" y="14"/>
                  </a:cxn>
                  <a:cxn ang="0">
                    <a:pos x="0" y="11"/>
                  </a:cxn>
                  <a:cxn ang="0">
                    <a:pos x="0" y="7"/>
                  </a:cxn>
                  <a:cxn ang="0">
                    <a:pos x="2" y="0"/>
                  </a:cxn>
                  <a:cxn ang="0">
                    <a:pos x="2" y="0"/>
                  </a:cxn>
                </a:cxnLst>
                <a:rect l="0" t="0" r="r" b="b"/>
                <a:pathLst>
                  <a:path w="3" h="14">
                    <a:moveTo>
                      <a:pt x="2" y="0"/>
                    </a:moveTo>
                    <a:lnTo>
                      <a:pt x="2" y="0"/>
                    </a:lnTo>
                    <a:lnTo>
                      <a:pt x="3" y="6"/>
                    </a:lnTo>
                    <a:lnTo>
                      <a:pt x="3" y="10"/>
                    </a:lnTo>
                    <a:lnTo>
                      <a:pt x="2" y="14"/>
                    </a:lnTo>
                    <a:lnTo>
                      <a:pt x="2" y="14"/>
                    </a:lnTo>
                    <a:lnTo>
                      <a:pt x="0" y="11"/>
                    </a:lnTo>
                    <a:lnTo>
                      <a:pt x="0" y="7"/>
                    </a:lnTo>
                    <a:lnTo>
                      <a:pt x="2" y="0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" name="Freeform 4221"/>
              <p:cNvSpPr>
                <a:spLocks noEditPoints="1"/>
              </p:cNvSpPr>
              <p:nvPr/>
            </p:nvSpPr>
            <p:spPr bwMode="auto">
              <a:xfrm>
                <a:off x="5286380" y="2852739"/>
                <a:ext cx="203200" cy="382588"/>
              </a:xfrm>
              <a:custGeom>
                <a:avLst/>
                <a:gdLst/>
                <a:ahLst/>
                <a:cxnLst>
                  <a:cxn ang="0">
                    <a:pos x="78" y="52"/>
                  </a:cxn>
                  <a:cxn ang="0">
                    <a:pos x="91" y="68"/>
                  </a:cxn>
                  <a:cxn ang="0">
                    <a:pos x="104" y="96"/>
                  </a:cxn>
                  <a:cxn ang="0">
                    <a:pos x="125" y="120"/>
                  </a:cxn>
                  <a:cxn ang="0">
                    <a:pos x="121" y="223"/>
                  </a:cxn>
                  <a:cxn ang="0">
                    <a:pos x="34" y="238"/>
                  </a:cxn>
                  <a:cxn ang="0">
                    <a:pos x="2" y="212"/>
                  </a:cxn>
                  <a:cxn ang="0">
                    <a:pos x="3" y="120"/>
                  </a:cxn>
                  <a:cxn ang="0">
                    <a:pos x="18" y="94"/>
                  </a:cxn>
                  <a:cxn ang="0">
                    <a:pos x="37" y="64"/>
                  </a:cxn>
                  <a:cxn ang="0">
                    <a:pos x="51" y="45"/>
                  </a:cxn>
                  <a:cxn ang="0">
                    <a:pos x="60" y="4"/>
                  </a:cxn>
                  <a:cxn ang="0">
                    <a:pos x="72" y="9"/>
                  </a:cxn>
                  <a:cxn ang="0">
                    <a:pos x="53" y="27"/>
                  </a:cxn>
                  <a:cxn ang="0">
                    <a:pos x="68" y="32"/>
                  </a:cxn>
                  <a:cxn ang="0">
                    <a:pos x="51" y="34"/>
                  </a:cxn>
                  <a:cxn ang="0">
                    <a:pos x="75" y="30"/>
                  </a:cxn>
                  <a:cxn ang="0">
                    <a:pos x="82" y="37"/>
                  </a:cxn>
                  <a:cxn ang="0">
                    <a:pos x="49" y="41"/>
                  </a:cxn>
                  <a:cxn ang="0">
                    <a:pos x="68" y="52"/>
                  </a:cxn>
                  <a:cxn ang="0">
                    <a:pos x="71" y="57"/>
                  </a:cxn>
                  <a:cxn ang="0">
                    <a:pos x="71" y="57"/>
                  </a:cxn>
                  <a:cxn ang="0">
                    <a:pos x="56" y="60"/>
                  </a:cxn>
                  <a:cxn ang="0">
                    <a:pos x="59" y="60"/>
                  </a:cxn>
                  <a:cxn ang="0">
                    <a:pos x="53" y="62"/>
                  </a:cxn>
                  <a:cxn ang="0">
                    <a:pos x="76" y="69"/>
                  </a:cxn>
                  <a:cxn ang="0">
                    <a:pos x="56" y="64"/>
                  </a:cxn>
                  <a:cxn ang="0">
                    <a:pos x="78" y="86"/>
                  </a:cxn>
                  <a:cxn ang="0">
                    <a:pos x="86" y="71"/>
                  </a:cxn>
                  <a:cxn ang="0">
                    <a:pos x="49" y="84"/>
                  </a:cxn>
                  <a:cxn ang="0">
                    <a:pos x="86" y="94"/>
                  </a:cxn>
                  <a:cxn ang="0">
                    <a:pos x="94" y="94"/>
                  </a:cxn>
                  <a:cxn ang="0">
                    <a:pos x="22" y="98"/>
                  </a:cxn>
                  <a:cxn ang="0">
                    <a:pos x="51" y="98"/>
                  </a:cxn>
                  <a:cxn ang="0">
                    <a:pos x="36" y="111"/>
                  </a:cxn>
                  <a:cxn ang="0">
                    <a:pos x="105" y="99"/>
                  </a:cxn>
                  <a:cxn ang="0">
                    <a:pos x="49" y="105"/>
                  </a:cxn>
                  <a:cxn ang="0">
                    <a:pos x="86" y="114"/>
                  </a:cxn>
                  <a:cxn ang="0">
                    <a:pos x="6" y="115"/>
                  </a:cxn>
                  <a:cxn ang="0">
                    <a:pos x="8" y="113"/>
                  </a:cxn>
                  <a:cxn ang="0">
                    <a:pos x="100" y="115"/>
                  </a:cxn>
                  <a:cxn ang="0">
                    <a:pos x="34" y="125"/>
                  </a:cxn>
                  <a:cxn ang="0">
                    <a:pos x="115" y="118"/>
                  </a:cxn>
                  <a:cxn ang="0">
                    <a:pos x="11" y="179"/>
                  </a:cxn>
                  <a:cxn ang="0">
                    <a:pos x="22" y="128"/>
                  </a:cxn>
                  <a:cxn ang="0">
                    <a:pos x="19" y="126"/>
                  </a:cxn>
                  <a:cxn ang="0">
                    <a:pos x="8" y="139"/>
                  </a:cxn>
                  <a:cxn ang="0">
                    <a:pos x="94" y="130"/>
                  </a:cxn>
                  <a:cxn ang="0">
                    <a:pos x="90" y="208"/>
                  </a:cxn>
                  <a:cxn ang="0">
                    <a:pos x="52" y="188"/>
                  </a:cxn>
                  <a:cxn ang="0">
                    <a:pos x="44" y="130"/>
                  </a:cxn>
                  <a:cxn ang="0">
                    <a:pos x="38" y="219"/>
                  </a:cxn>
                  <a:cxn ang="0">
                    <a:pos x="47" y="196"/>
                  </a:cxn>
                  <a:cxn ang="0">
                    <a:pos x="123" y="135"/>
                  </a:cxn>
                  <a:cxn ang="0">
                    <a:pos x="64" y="137"/>
                  </a:cxn>
                  <a:cxn ang="0">
                    <a:pos x="72" y="209"/>
                  </a:cxn>
                  <a:cxn ang="0">
                    <a:pos x="104" y="159"/>
                  </a:cxn>
                  <a:cxn ang="0">
                    <a:pos x="71" y="132"/>
                  </a:cxn>
                  <a:cxn ang="0">
                    <a:pos x="32" y="232"/>
                  </a:cxn>
                  <a:cxn ang="0">
                    <a:pos x="48" y="220"/>
                  </a:cxn>
                  <a:cxn ang="0">
                    <a:pos x="33" y="227"/>
                  </a:cxn>
                  <a:cxn ang="0">
                    <a:pos x="102" y="226"/>
                  </a:cxn>
                  <a:cxn ang="0">
                    <a:pos x="98" y="212"/>
                  </a:cxn>
                </a:cxnLst>
                <a:rect l="0" t="0" r="r" b="b"/>
                <a:pathLst>
                  <a:path w="128" h="241">
                    <a:moveTo>
                      <a:pt x="81" y="24"/>
                    </a:moveTo>
                    <a:lnTo>
                      <a:pt x="81" y="24"/>
                    </a:lnTo>
                    <a:lnTo>
                      <a:pt x="83" y="27"/>
                    </a:lnTo>
                    <a:lnTo>
                      <a:pt x="85" y="30"/>
                    </a:lnTo>
                    <a:lnTo>
                      <a:pt x="85" y="37"/>
                    </a:lnTo>
                    <a:lnTo>
                      <a:pt x="82" y="43"/>
                    </a:lnTo>
                    <a:lnTo>
                      <a:pt x="81" y="45"/>
                    </a:lnTo>
                    <a:lnTo>
                      <a:pt x="78" y="46"/>
                    </a:lnTo>
                    <a:lnTo>
                      <a:pt x="78" y="46"/>
                    </a:lnTo>
                    <a:lnTo>
                      <a:pt x="79" y="49"/>
                    </a:lnTo>
                    <a:lnTo>
                      <a:pt x="78" y="52"/>
                    </a:lnTo>
                    <a:lnTo>
                      <a:pt x="75" y="54"/>
                    </a:lnTo>
                    <a:lnTo>
                      <a:pt x="75" y="54"/>
                    </a:lnTo>
                    <a:lnTo>
                      <a:pt x="75" y="57"/>
                    </a:lnTo>
                    <a:lnTo>
                      <a:pt x="76" y="58"/>
                    </a:lnTo>
                    <a:lnTo>
                      <a:pt x="76" y="58"/>
                    </a:lnTo>
                    <a:lnTo>
                      <a:pt x="81" y="58"/>
                    </a:lnTo>
                    <a:lnTo>
                      <a:pt x="85" y="60"/>
                    </a:lnTo>
                    <a:lnTo>
                      <a:pt x="93" y="64"/>
                    </a:lnTo>
                    <a:lnTo>
                      <a:pt x="93" y="64"/>
                    </a:lnTo>
                    <a:lnTo>
                      <a:pt x="93" y="66"/>
                    </a:lnTo>
                    <a:lnTo>
                      <a:pt x="91" y="68"/>
                    </a:lnTo>
                    <a:lnTo>
                      <a:pt x="90" y="69"/>
                    </a:lnTo>
                    <a:lnTo>
                      <a:pt x="89" y="71"/>
                    </a:lnTo>
                    <a:lnTo>
                      <a:pt x="89" y="71"/>
                    </a:lnTo>
                    <a:lnTo>
                      <a:pt x="87" y="79"/>
                    </a:lnTo>
                    <a:lnTo>
                      <a:pt x="87" y="88"/>
                    </a:lnTo>
                    <a:lnTo>
                      <a:pt x="87" y="88"/>
                    </a:lnTo>
                    <a:lnTo>
                      <a:pt x="93" y="91"/>
                    </a:lnTo>
                    <a:lnTo>
                      <a:pt x="100" y="92"/>
                    </a:lnTo>
                    <a:lnTo>
                      <a:pt x="100" y="92"/>
                    </a:lnTo>
                    <a:lnTo>
                      <a:pt x="102" y="95"/>
                    </a:lnTo>
                    <a:lnTo>
                      <a:pt x="104" y="96"/>
                    </a:lnTo>
                    <a:lnTo>
                      <a:pt x="106" y="96"/>
                    </a:lnTo>
                    <a:lnTo>
                      <a:pt x="106" y="96"/>
                    </a:lnTo>
                    <a:lnTo>
                      <a:pt x="116" y="103"/>
                    </a:lnTo>
                    <a:lnTo>
                      <a:pt x="116" y="103"/>
                    </a:lnTo>
                    <a:lnTo>
                      <a:pt x="125" y="110"/>
                    </a:lnTo>
                    <a:lnTo>
                      <a:pt x="125" y="110"/>
                    </a:lnTo>
                    <a:lnTo>
                      <a:pt x="128" y="113"/>
                    </a:lnTo>
                    <a:lnTo>
                      <a:pt x="128" y="115"/>
                    </a:lnTo>
                    <a:lnTo>
                      <a:pt x="127" y="118"/>
                    </a:lnTo>
                    <a:lnTo>
                      <a:pt x="125" y="120"/>
                    </a:lnTo>
                    <a:lnTo>
                      <a:pt x="125" y="120"/>
                    </a:lnTo>
                    <a:lnTo>
                      <a:pt x="124" y="163"/>
                    </a:lnTo>
                    <a:lnTo>
                      <a:pt x="123" y="185"/>
                    </a:lnTo>
                    <a:lnTo>
                      <a:pt x="121" y="207"/>
                    </a:lnTo>
                    <a:lnTo>
                      <a:pt x="121" y="207"/>
                    </a:lnTo>
                    <a:lnTo>
                      <a:pt x="124" y="208"/>
                    </a:lnTo>
                    <a:lnTo>
                      <a:pt x="125" y="209"/>
                    </a:lnTo>
                    <a:lnTo>
                      <a:pt x="125" y="209"/>
                    </a:lnTo>
                    <a:lnTo>
                      <a:pt x="125" y="215"/>
                    </a:lnTo>
                    <a:lnTo>
                      <a:pt x="124" y="220"/>
                    </a:lnTo>
                    <a:lnTo>
                      <a:pt x="124" y="220"/>
                    </a:lnTo>
                    <a:lnTo>
                      <a:pt x="121" y="223"/>
                    </a:lnTo>
                    <a:lnTo>
                      <a:pt x="119" y="226"/>
                    </a:lnTo>
                    <a:lnTo>
                      <a:pt x="109" y="227"/>
                    </a:lnTo>
                    <a:lnTo>
                      <a:pt x="109" y="227"/>
                    </a:lnTo>
                    <a:lnTo>
                      <a:pt x="98" y="228"/>
                    </a:lnTo>
                    <a:lnTo>
                      <a:pt x="86" y="230"/>
                    </a:lnTo>
                    <a:lnTo>
                      <a:pt x="86" y="230"/>
                    </a:lnTo>
                    <a:lnTo>
                      <a:pt x="63" y="235"/>
                    </a:lnTo>
                    <a:lnTo>
                      <a:pt x="42" y="241"/>
                    </a:lnTo>
                    <a:lnTo>
                      <a:pt x="42" y="241"/>
                    </a:lnTo>
                    <a:lnTo>
                      <a:pt x="36" y="239"/>
                    </a:lnTo>
                    <a:lnTo>
                      <a:pt x="34" y="238"/>
                    </a:lnTo>
                    <a:lnTo>
                      <a:pt x="33" y="237"/>
                    </a:lnTo>
                    <a:lnTo>
                      <a:pt x="33" y="237"/>
                    </a:lnTo>
                    <a:lnTo>
                      <a:pt x="29" y="235"/>
                    </a:lnTo>
                    <a:lnTo>
                      <a:pt x="25" y="232"/>
                    </a:lnTo>
                    <a:lnTo>
                      <a:pt x="17" y="227"/>
                    </a:lnTo>
                    <a:lnTo>
                      <a:pt x="17" y="227"/>
                    </a:lnTo>
                    <a:lnTo>
                      <a:pt x="8" y="222"/>
                    </a:lnTo>
                    <a:lnTo>
                      <a:pt x="6" y="219"/>
                    </a:lnTo>
                    <a:lnTo>
                      <a:pt x="3" y="216"/>
                    </a:lnTo>
                    <a:lnTo>
                      <a:pt x="3" y="216"/>
                    </a:lnTo>
                    <a:lnTo>
                      <a:pt x="2" y="212"/>
                    </a:lnTo>
                    <a:lnTo>
                      <a:pt x="3" y="208"/>
                    </a:lnTo>
                    <a:lnTo>
                      <a:pt x="4" y="201"/>
                    </a:lnTo>
                    <a:lnTo>
                      <a:pt x="4" y="201"/>
                    </a:lnTo>
                    <a:lnTo>
                      <a:pt x="7" y="201"/>
                    </a:lnTo>
                    <a:lnTo>
                      <a:pt x="7" y="201"/>
                    </a:lnTo>
                    <a:lnTo>
                      <a:pt x="8" y="185"/>
                    </a:lnTo>
                    <a:lnTo>
                      <a:pt x="8" y="167"/>
                    </a:lnTo>
                    <a:lnTo>
                      <a:pt x="6" y="132"/>
                    </a:lnTo>
                    <a:lnTo>
                      <a:pt x="6" y="132"/>
                    </a:lnTo>
                    <a:lnTo>
                      <a:pt x="4" y="122"/>
                    </a:lnTo>
                    <a:lnTo>
                      <a:pt x="3" y="120"/>
                    </a:lnTo>
                    <a:lnTo>
                      <a:pt x="0" y="115"/>
                    </a:lnTo>
                    <a:lnTo>
                      <a:pt x="0" y="115"/>
                    </a:lnTo>
                    <a:lnTo>
                      <a:pt x="0" y="113"/>
                    </a:lnTo>
                    <a:lnTo>
                      <a:pt x="2" y="111"/>
                    </a:lnTo>
                    <a:lnTo>
                      <a:pt x="4" y="109"/>
                    </a:lnTo>
                    <a:lnTo>
                      <a:pt x="4" y="109"/>
                    </a:lnTo>
                    <a:lnTo>
                      <a:pt x="7" y="103"/>
                    </a:lnTo>
                    <a:lnTo>
                      <a:pt x="7" y="103"/>
                    </a:lnTo>
                    <a:lnTo>
                      <a:pt x="13" y="99"/>
                    </a:lnTo>
                    <a:lnTo>
                      <a:pt x="18" y="94"/>
                    </a:lnTo>
                    <a:lnTo>
                      <a:pt x="18" y="94"/>
                    </a:lnTo>
                    <a:lnTo>
                      <a:pt x="30" y="94"/>
                    </a:lnTo>
                    <a:lnTo>
                      <a:pt x="37" y="92"/>
                    </a:lnTo>
                    <a:lnTo>
                      <a:pt x="44" y="91"/>
                    </a:lnTo>
                    <a:lnTo>
                      <a:pt x="44" y="91"/>
                    </a:lnTo>
                    <a:lnTo>
                      <a:pt x="42" y="80"/>
                    </a:lnTo>
                    <a:lnTo>
                      <a:pt x="40" y="71"/>
                    </a:lnTo>
                    <a:lnTo>
                      <a:pt x="40" y="71"/>
                    </a:lnTo>
                    <a:lnTo>
                      <a:pt x="37" y="69"/>
                    </a:lnTo>
                    <a:lnTo>
                      <a:pt x="34" y="65"/>
                    </a:lnTo>
                    <a:lnTo>
                      <a:pt x="34" y="65"/>
                    </a:lnTo>
                    <a:lnTo>
                      <a:pt x="37" y="64"/>
                    </a:lnTo>
                    <a:lnTo>
                      <a:pt x="38" y="62"/>
                    </a:lnTo>
                    <a:lnTo>
                      <a:pt x="44" y="60"/>
                    </a:lnTo>
                    <a:lnTo>
                      <a:pt x="51" y="58"/>
                    </a:lnTo>
                    <a:lnTo>
                      <a:pt x="56" y="57"/>
                    </a:lnTo>
                    <a:lnTo>
                      <a:pt x="56" y="57"/>
                    </a:lnTo>
                    <a:lnTo>
                      <a:pt x="55" y="53"/>
                    </a:lnTo>
                    <a:lnTo>
                      <a:pt x="53" y="52"/>
                    </a:lnTo>
                    <a:lnTo>
                      <a:pt x="51" y="50"/>
                    </a:lnTo>
                    <a:lnTo>
                      <a:pt x="51" y="50"/>
                    </a:lnTo>
                    <a:lnTo>
                      <a:pt x="51" y="47"/>
                    </a:lnTo>
                    <a:lnTo>
                      <a:pt x="51" y="45"/>
                    </a:lnTo>
                    <a:lnTo>
                      <a:pt x="51" y="45"/>
                    </a:lnTo>
                    <a:lnTo>
                      <a:pt x="48" y="41"/>
                    </a:lnTo>
                    <a:lnTo>
                      <a:pt x="45" y="34"/>
                    </a:lnTo>
                    <a:lnTo>
                      <a:pt x="45" y="31"/>
                    </a:lnTo>
                    <a:lnTo>
                      <a:pt x="45" y="28"/>
                    </a:lnTo>
                    <a:lnTo>
                      <a:pt x="48" y="26"/>
                    </a:lnTo>
                    <a:lnTo>
                      <a:pt x="51" y="24"/>
                    </a:lnTo>
                    <a:lnTo>
                      <a:pt x="51" y="24"/>
                    </a:lnTo>
                    <a:lnTo>
                      <a:pt x="52" y="17"/>
                    </a:lnTo>
                    <a:lnTo>
                      <a:pt x="55" y="9"/>
                    </a:lnTo>
                    <a:lnTo>
                      <a:pt x="60" y="4"/>
                    </a:lnTo>
                    <a:lnTo>
                      <a:pt x="66" y="0"/>
                    </a:lnTo>
                    <a:lnTo>
                      <a:pt x="66" y="0"/>
                    </a:lnTo>
                    <a:lnTo>
                      <a:pt x="70" y="1"/>
                    </a:lnTo>
                    <a:lnTo>
                      <a:pt x="72" y="4"/>
                    </a:lnTo>
                    <a:lnTo>
                      <a:pt x="78" y="12"/>
                    </a:lnTo>
                    <a:lnTo>
                      <a:pt x="78" y="12"/>
                    </a:lnTo>
                    <a:lnTo>
                      <a:pt x="81" y="17"/>
                    </a:lnTo>
                    <a:lnTo>
                      <a:pt x="82" y="22"/>
                    </a:lnTo>
                    <a:lnTo>
                      <a:pt x="81" y="24"/>
                    </a:lnTo>
                    <a:lnTo>
                      <a:pt x="81" y="24"/>
                    </a:lnTo>
                    <a:close/>
                    <a:moveTo>
                      <a:pt x="72" y="9"/>
                    </a:moveTo>
                    <a:lnTo>
                      <a:pt x="72" y="9"/>
                    </a:lnTo>
                    <a:lnTo>
                      <a:pt x="70" y="5"/>
                    </a:lnTo>
                    <a:lnTo>
                      <a:pt x="67" y="4"/>
                    </a:lnTo>
                    <a:lnTo>
                      <a:pt x="66" y="4"/>
                    </a:lnTo>
                    <a:lnTo>
                      <a:pt x="66" y="4"/>
                    </a:lnTo>
                    <a:lnTo>
                      <a:pt x="60" y="7"/>
                    </a:lnTo>
                    <a:lnTo>
                      <a:pt x="56" y="12"/>
                    </a:lnTo>
                    <a:lnTo>
                      <a:pt x="53" y="19"/>
                    </a:lnTo>
                    <a:lnTo>
                      <a:pt x="53" y="23"/>
                    </a:lnTo>
                    <a:lnTo>
                      <a:pt x="53" y="27"/>
                    </a:lnTo>
                    <a:lnTo>
                      <a:pt x="53" y="27"/>
                    </a:lnTo>
                    <a:lnTo>
                      <a:pt x="60" y="30"/>
                    </a:lnTo>
                    <a:lnTo>
                      <a:pt x="67" y="30"/>
                    </a:lnTo>
                    <a:lnTo>
                      <a:pt x="74" y="28"/>
                    </a:lnTo>
                    <a:lnTo>
                      <a:pt x="79" y="24"/>
                    </a:lnTo>
                    <a:lnTo>
                      <a:pt x="79" y="24"/>
                    </a:lnTo>
                    <a:lnTo>
                      <a:pt x="78" y="20"/>
                    </a:lnTo>
                    <a:lnTo>
                      <a:pt x="76" y="16"/>
                    </a:lnTo>
                    <a:lnTo>
                      <a:pt x="72" y="9"/>
                    </a:lnTo>
                    <a:lnTo>
                      <a:pt x="72" y="9"/>
                    </a:lnTo>
                    <a:close/>
                    <a:moveTo>
                      <a:pt x="68" y="32"/>
                    </a:moveTo>
                    <a:lnTo>
                      <a:pt x="68" y="32"/>
                    </a:lnTo>
                    <a:lnTo>
                      <a:pt x="64" y="32"/>
                    </a:lnTo>
                    <a:lnTo>
                      <a:pt x="60" y="32"/>
                    </a:lnTo>
                    <a:lnTo>
                      <a:pt x="53" y="30"/>
                    </a:lnTo>
                    <a:lnTo>
                      <a:pt x="53" y="30"/>
                    </a:lnTo>
                    <a:lnTo>
                      <a:pt x="51" y="27"/>
                    </a:lnTo>
                    <a:lnTo>
                      <a:pt x="51" y="27"/>
                    </a:lnTo>
                    <a:lnTo>
                      <a:pt x="49" y="27"/>
                    </a:lnTo>
                    <a:lnTo>
                      <a:pt x="48" y="28"/>
                    </a:lnTo>
                    <a:lnTo>
                      <a:pt x="48" y="31"/>
                    </a:lnTo>
                    <a:lnTo>
                      <a:pt x="48" y="31"/>
                    </a:lnTo>
                    <a:lnTo>
                      <a:pt x="51" y="34"/>
                    </a:lnTo>
                    <a:lnTo>
                      <a:pt x="53" y="34"/>
                    </a:lnTo>
                    <a:lnTo>
                      <a:pt x="60" y="35"/>
                    </a:lnTo>
                    <a:lnTo>
                      <a:pt x="68" y="35"/>
                    </a:lnTo>
                    <a:lnTo>
                      <a:pt x="75" y="35"/>
                    </a:lnTo>
                    <a:lnTo>
                      <a:pt x="75" y="35"/>
                    </a:lnTo>
                    <a:lnTo>
                      <a:pt x="79" y="32"/>
                    </a:lnTo>
                    <a:lnTo>
                      <a:pt x="82" y="31"/>
                    </a:lnTo>
                    <a:lnTo>
                      <a:pt x="82" y="28"/>
                    </a:lnTo>
                    <a:lnTo>
                      <a:pt x="82" y="28"/>
                    </a:lnTo>
                    <a:lnTo>
                      <a:pt x="78" y="28"/>
                    </a:lnTo>
                    <a:lnTo>
                      <a:pt x="75" y="30"/>
                    </a:lnTo>
                    <a:lnTo>
                      <a:pt x="68" y="32"/>
                    </a:lnTo>
                    <a:lnTo>
                      <a:pt x="68" y="32"/>
                    </a:lnTo>
                    <a:close/>
                    <a:moveTo>
                      <a:pt x="53" y="43"/>
                    </a:moveTo>
                    <a:lnTo>
                      <a:pt x="53" y="43"/>
                    </a:lnTo>
                    <a:lnTo>
                      <a:pt x="59" y="46"/>
                    </a:lnTo>
                    <a:lnTo>
                      <a:pt x="67" y="47"/>
                    </a:lnTo>
                    <a:lnTo>
                      <a:pt x="74" y="46"/>
                    </a:lnTo>
                    <a:lnTo>
                      <a:pt x="79" y="42"/>
                    </a:lnTo>
                    <a:lnTo>
                      <a:pt x="79" y="42"/>
                    </a:lnTo>
                    <a:lnTo>
                      <a:pt x="81" y="39"/>
                    </a:lnTo>
                    <a:lnTo>
                      <a:pt x="82" y="37"/>
                    </a:lnTo>
                    <a:lnTo>
                      <a:pt x="82" y="35"/>
                    </a:lnTo>
                    <a:lnTo>
                      <a:pt x="82" y="35"/>
                    </a:lnTo>
                    <a:lnTo>
                      <a:pt x="76" y="38"/>
                    </a:lnTo>
                    <a:lnTo>
                      <a:pt x="71" y="38"/>
                    </a:lnTo>
                    <a:lnTo>
                      <a:pt x="59" y="38"/>
                    </a:lnTo>
                    <a:lnTo>
                      <a:pt x="59" y="38"/>
                    </a:lnTo>
                    <a:lnTo>
                      <a:pt x="53" y="38"/>
                    </a:lnTo>
                    <a:lnTo>
                      <a:pt x="48" y="35"/>
                    </a:lnTo>
                    <a:lnTo>
                      <a:pt x="48" y="35"/>
                    </a:lnTo>
                    <a:lnTo>
                      <a:pt x="49" y="38"/>
                    </a:lnTo>
                    <a:lnTo>
                      <a:pt x="49" y="41"/>
                    </a:lnTo>
                    <a:lnTo>
                      <a:pt x="53" y="43"/>
                    </a:lnTo>
                    <a:lnTo>
                      <a:pt x="53" y="43"/>
                    </a:lnTo>
                    <a:close/>
                    <a:moveTo>
                      <a:pt x="55" y="46"/>
                    </a:moveTo>
                    <a:lnTo>
                      <a:pt x="55" y="46"/>
                    </a:lnTo>
                    <a:lnTo>
                      <a:pt x="52" y="47"/>
                    </a:lnTo>
                    <a:lnTo>
                      <a:pt x="52" y="47"/>
                    </a:lnTo>
                    <a:lnTo>
                      <a:pt x="53" y="47"/>
                    </a:lnTo>
                    <a:lnTo>
                      <a:pt x="52" y="49"/>
                    </a:lnTo>
                    <a:lnTo>
                      <a:pt x="52" y="49"/>
                    </a:lnTo>
                    <a:lnTo>
                      <a:pt x="63" y="52"/>
                    </a:lnTo>
                    <a:lnTo>
                      <a:pt x="68" y="52"/>
                    </a:lnTo>
                    <a:lnTo>
                      <a:pt x="74" y="52"/>
                    </a:lnTo>
                    <a:lnTo>
                      <a:pt x="74" y="52"/>
                    </a:lnTo>
                    <a:lnTo>
                      <a:pt x="75" y="50"/>
                    </a:lnTo>
                    <a:lnTo>
                      <a:pt x="75" y="49"/>
                    </a:lnTo>
                    <a:lnTo>
                      <a:pt x="75" y="49"/>
                    </a:lnTo>
                    <a:lnTo>
                      <a:pt x="64" y="50"/>
                    </a:lnTo>
                    <a:lnTo>
                      <a:pt x="59" y="49"/>
                    </a:lnTo>
                    <a:lnTo>
                      <a:pt x="55" y="46"/>
                    </a:lnTo>
                    <a:lnTo>
                      <a:pt x="55" y="46"/>
                    </a:lnTo>
                    <a:close/>
                    <a:moveTo>
                      <a:pt x="71" y="57"/>
                    </a:moveTo>
                    <a:lnTo>
                      <a:pt x="71" y="57"/>
                    </a:lnTo>
                    <a:lnTo>
                      <a:pt x="72" y="54"/>
                    </a:lnTo>
                    <a:lnTo>
                      <a:pt x="72" y="54"/>
                    </a:lnTo>
                    <a:lnTo>
                      <a:pt x="64" y="54"/>
                    </a:lnTo>
                    <a:lnTo>
                      <a:pt x="60" y="54"/>
                    </a:lnTo>
                    <a:lnTo>
                      <a:pt x="56" y="53"/>
                    </a:lnTo>
                    <a:lnTo>
                      <a:pt x="56" y="53"/>
                    </a:lnTo>
                    <a:lnTo>
                      <a:pt x="57" y="54"/>
                    </a:lnTo>
                    <a:lnTo>
                      <a:pt x="59" y="57"/>
                    </a:lnTo>
                    <a:lnTo>
                      <a:pt x="63" y="58"/>
                    </a:lnTo>
                    <a:lnTo>
                      <a:pt x="67" y="58"/>
                    </a:lnTo>
                    <a:lnTo>
                      <a:pt x="71" y="57"/>
                    </a:lnTo>
                    <a:lnTo>
                      <a:pt x="71" y="57"/>
                    </a:lnTo>
                    <a:close/>
                    <a:moveTo>
                      <a:pt x="56" y="58"/>
                    </a:moveTo>
                    <a:lnTo>
                      <a:pt x="56" y="58"/>
                    </a:lnTo>
                    <a:lnTo>
                      <a:pt x="56" y="58"/>
                    </a:lnTo>
                    <a:lnTo>
                      <a:pt x="56" y="60"/>
                    </a:lnTo>
                    <a:lnTo>
                      <a:pt x="56" y="60"/>
                    </a:lnTo>
                    <a:lnTo>
                      <a:pt x="56" y="60"/>
                    </a:lnTo>
                    <a:lnTo>
                      <a:pt x="56" y="60"/>
                    </a:lnTo>
                    <a:lnTo>
                      <a:pt x="56" y="61"/>
                    </a:lnTo>
                    <a:lnTo>
                      <a:pt x="56" y="61"/>
                    </a:lnTo>
                    <a:lnTo>
                      <a:pt x="56" y="60"/>
                    </a:lnTo>
                    <a:lnTo>
                      <a:pt x="56" y="61"/>
                    </a:lnTo>
                    <a:lnTo>
                      <a:pt x="56" y="61"/>
                    </a:lnTo>
                    <a:lnTo>
                      <a:pt x="60" y="62"/>
                    </a:lnTo>
                    <a:lnTo>
                      <a:pt x="64" y="62"/>
                    </a:lnTo>
                    <a:lnTo>
                      <a:pt x="72" y="62"/>
                    </a:lnTo>
                    <a:lnTo>
                      <a:pt x="72" y="62"/>
                    </a:lnTo>
                    <a:lnTo>
                      <a:pt x="72" y="61"/>
                    </a:lnTo>
                    <a:lnTo>
                      <a:pt x="74" y="60"/>
                    </a:lnTo>
                    <a:lnTo>
                      <a:pt x="74" y="60"/>
                    </a:lnTo>
                    <a:lnTo>
                      <a:pt x="66" y="61"/>
                    </a:lnTo>
                    <a:lnTo>
                      <a:pt x="59" y="60"/>
                    </a:lnTo>
                    <a:lnTo>
                      <a:pt x="59" y="60"/>
                    </a:lnTo>
                    <a:lnTo>
                      <a:pt x="57" y="60"/>
                    </a:lnTo>
                    <a:lnTo>
                      <a:pt x="57" y="60"/>
                    </a:lnTo>
                    <a:lnTo>
                      <a:pt x="57" y="60"/>
                    </a:lnTo>
                    <a:lnTo>
                      <a:pt x="57" y="60"/>
                    </a:lnTo>
                    <a:lnTo>
                      <a:pt x="57" y="58"/>
                    </a:lnTo>
                    <a:lnTo>
                      <a:pt x="56" y="58"/>
                    </a:lnTo>
                    <a:lnTo>
                      <a:pt x="56" y="58"/>
                    </a:lnTo>
                    <a:close/>
                    <a:moveTo>
                      <a:pt x="56" y="64"/>
                    </a:moveTo>
                    <a:lnTo>
                      <a:pt x="56" y="64"/>
                    </a:lnTo>
                    <a:lnTo>
                      <a:pt x="53" y="62"/>
                    </a:lnTo>
                    <a:lnTo>
                      <a:pt x="51" y="61"/>
                    </a:lnTo>
                    <a:lnTo>
                      <a:pt x="51" y="61"/>
                    </a:lnTo>
                    <a:lnTo>
                      <a:pt x="48" y="61"/>
                    </a:lnTo>
                    <a:lnTo>
                      <a:pt x="44" y="62"/>
                    </a:lnTo>
                    <a:lnTo>
                      <a:pt x="38" y="65"/>
                    </a:lnTo>
                    <a:lnTo>
                      <a:pt x="38" y="65"/>
                    </a:lnTo>
                    <a:lnTo>
                      <a:pt x="44" y="69"/>
                    </a:lnTo>
                    <a:lnTo>
                      <a:pt x="49" y="72"/>
                    </a:lnTo>
                    <a:lnTo>
                      <a:pt x="56" y="73"/>
                    </a:lnTo>
                    <a:lnTo>
                      <a:pt x="62" y="72"/>
                    </a:lnTo>
                    <a:lnTo>
                      <a:pt x="76" y="69"/>
                    </a:lnTo>
                    <a:lnTo>
                      <a:pt x="89" y="66"/>
                    </a:lnTo>
                    <a:lnTo>
                      <a:pt x="89" y="66"/>
                    </a:lnTo>
                    <a:lnTo>
                      <a:pt x="87" y="64"/>
                    </a:lnTo>
                    <a:lnTo>
                      <a:pt x="83" y="62"/>
                    </a:lnTo>
                    <a:lnTo>
                      <a:pt x="76" y="62"/>
                    </a:lnTo>
                    <a:lnTo>
                      <a:pt x="76" y="62"/>
                    </a:lnTo>
                    <a:lnTo>
                      <a:pt x="72" y="64"/>
                    </a:lnTo>
                    <a:lnTo>
                      <a:pt x="67" y="65"/>
                    </a:lnTo>
                    <a:lnTo>
                      <a:pt x="62" y="65"/>
                    </a:lnTo>
                    <a:lnTo>
                      <a:pt x="56" y="64"/>
                    </a:lnTo>
                    <a:lnTo>
                      <a:pt x="56" y="64"/>
                    </a:lnTo>
                    <a:close/>
                    <a:moveTo>
                      <a:pt x="49" y="75"/>
                    </a:moveTo>
                    <a:lnTo>
                      <a:pt x="49" y="75"/>
                    </a:lnTo>
                    <a:lnTo>
                      <a:pt x="51" y="80"/>
                    </a:lnTo>
                    <a:lnTo>
                      <a:pt x="52" y="86"/>
                    </a:lnTo>
                    <a:lnTo>
                      <a:pt x="53" y="95"/>
                    </a:lnTo>
                    <a:lnTo>
                      <a:pt x="53" y="95"/>
                    </a:lnTo>
                    <a:lnTo>
                      <a:pt x="66" y="96"/>
                    </a:lnTo>
                    <a:lnTo>
                      <a:pt x="72" y="96"/>
                    </a:lnTo>
                    <a:lnTo>
                      <a:pt x="78" y="95"/>
                    </a:lnTo>
                    <a:lnTo>
                      <a:pt x="78" y="95"/>
                    </a:lnTo>
                    <a:lnTo>
                      <a:pt x="78" y="86"/>
                    </a:lnTo>
                    <a:lnTo>
                      <a:pt x="79" y="81"/>
                    </a:lnTo>
                    <a:lnTo>
                      <a:pt x="81" y="76"/>
                    </a:lnTo>
                    <a:lnTo>
                      <a:pt x="81" y="76"/>
                    </a:lnTo>
                    <a:lnTo>
                      <a:pt x="81" y="86"/>
                    </a:lnTo>
                    <a:lnTo>
                      <a:pt x="81" y="90"/>
                    </a:lnTo>
                    <a:lnTo>
                      <a:pt x="81" y="94"/>
                    </a:lnTo>
                    <a:lnTo>
                      <a:pt x="81" y="94"/>
                    </a:lnTo>
                    <a:lnTo>
                      <a:pt x="83" y="92"/>
                    </a:lnTo>
                    <a:lnTo>
                      <a:pt x="85" y="90"/>
                    </a:lnTo>
                    <a:lnTo>
                      <a:pt x="86" y="84"/>
                    </a:lnTo>
                    <a:lnTo>
                      <a:pt x="86" y="71"/>
                    </a:lnTo>
                    <a:lnTo>
                      <a:pt x="86" y="71"/>
                    </a:lnTo>
                    <a:lnTo>
                      <a:pt x="67" y="75"/>
                    </a:lnTo>
                    <a:lnTo>
                      <a:pt x="59" y="75"/>
                    </a:lnTo>
                    <a:lnTo>
                      <a:pt x="49" y="75"/>
                    </a:lnTo>
                    <a:lnTo>
                      <a:pt x="49" y="75"/>
                    </a:lnTo>
                    <a:close/>
                    <a:moveTo>
                      <a:pt x="47" y="91"/>
                    </a:moveTo>
                    <a:lnTo>
                      <a:pt x="47" y="91"/>
                    </a:lnTo>
                    <a:lnTo>
                      <a:pt x="48" y="94"/>
                    </a:lnTo>
                    <a:lnTo>
                      <a:pt x="51" y="94"/>
                    </a:lnTo>
                    <a:lnTo>
                      <a:pt x="51" y="94"/>
                    </a:lnTo>
                    <a:lnTo>
                      <a:pt x="49" y="84"/>
                    </a:lnTo>
                    <a:lnTo>
                      <a:pt x="48" y="75"/>
                    </a:lnTo>
                    <a:lnTo>
                      <a:pt x="48" y="75"/>
                    </a:lnTo>
                    <a:lnTo>
                      <a:pt x="45" y="73"/>
                    </a:lnTo>
                    <a:lnTo>
                      <a:pt x="44" y="72"/>
                    </a:lnTo>
                    <a:lnTo>
                      <a:pt x="44" y="72"/>
                    </a:lnTo>
                    <a:lnTo>
                      <a:pt x="45" y="81"/>
                    </a:lnTo>
                    <a:lnTo>
                      <a:pt x="47" y="91"/>
                    </a:lnTo>
                    <a:lnTo>
                      <a:pt x="47" y="91"/>
                    </a:lnTo>
                    <a:close/>
                    <a:moveTo>
                      <a:pt x="87" y="91"/>
                    </a:moveTo>
                    <a:lnTo>
                      <a:pt x="87" y="91"/>
                    </a:lnTo>
                    <a:lnTo>
                      <a:pt x="86" y="94"/>
                    </a:lnTo>
                    <a:lnTo>
                      <a:pt x="85" y="95"/>
                    </a:lnTo>
                    <a:lnTo>
                      <a:pt x="79" y="98"/>
                    </a:lnTo>
                    <a:lnTo>
                      <a:pt x="79" y="98"/>
                    </a:lnTo>
                    <a:lnTo>
                      <a:pt x="87" y="98"/>
                    </a:lnTo>
                    <a:lnTo>
                      <a:pt x="93" y="98"/>
                    </a:lnTo>
                    <a:lnTo>
                      <a:pt x="93" y="98"/>
                    </a:lnTo>
                    <a:lnTo>
                      <a:pt x="97" y="99"/>
                    </a:lnTo>
                    <a:lnTo>
                      <a:pt x="100" y="99"/>
                    </a:lnTo>
                    <a:lnTo>
                      <a:pt x="101" y="98"/>
                    </a:lnTo>
                    <a:lnTo>
                      <a:pt x="101" y="98"/>
                    </a:lnTo>
                    <a:lnTo>
                      <a:pt x="94" y="94"/>
                    </a:lnTo>
                    <a:lnTo>
                      <a:pt x="90" y="92"/>
                    </a:lnTo>
                    <a:lnTo>
                      <a:pt x="87" y="91"/>
                    </a:lnTo>
                    <a:lnTo>
                      <a:pt x="87" y="91"/>
                    </a:lnTo>
                    <a:close/>
                    <a:moveTo>
                      <a:pt x="51" y="98"/>
                    </a:moveTo>
                    <a:lnTo>
                      <a:pt x="51" y="98"/>
                    </a:lnTo>
                    <a:lnTo>
                      <a:pt x="45" y="94"/>
                    </a:lnTo>
                    <a:lnTo>
                      <a:pt x="45" y="94"/>
                    </a:lnTo>
                    <a:lnTo>
                      <a:pt x="33" y="95"/>
                    </a:lnTo>
                    <a:lnTo>
                      <a:pt x="21" y="96"/>
                    </a:lnTo>
                    <a:lnTo>
                      <a:pt x="21" y="96"/>
                    </a:lnTo>
                    <a:lnTo>
                      <a:pt x="22" y="98"/>
                    </a:lnTo>
                    <a:lnTo>
                      <a:pt x="25" y="99"/>
                    </a:lnTo>
                    <a:lnTo>
                      <a:pt x="29" y="100"/>
                    </a:lnTo>
                    <a:lnTo>
                      <a:pt x="29" y="100"/>
                    </a:lnTo>
                    <a:lnTo>
                      <a:pt x="40" y="103"/>
                    </a:lnTo>
                    <a:lnTo>
                      <a:pt x="49" y="103"/>
                    </a:lnTo>
                    <a:lnTo>
                      <a:pt x="59" y="102"/>
                    </a:lnTo>
                    <a:lnTo>
                      <a:pt x="68" y="99"/>
                    </a:lnTo>
                    <a:lnTo>
                      <a:pt x="68" y="99"/>
                    </a:lnTo>
                    <a:lnTo>
                      <a:pt x="59" y="99"/>
                    </a:lnTo>
                    <a:lnTo>
                      <a:pt x="51" y="98"/>
                    </a:lnTo>
                    <a:lnTo>
                      <a:pt x="51" y="98"/>
                    </a:lnTo>
                    <a:close/>
                    <a:moveTo>
                      <a:pt x="18" y="98"/>
                    </a:moveTo>
                    <a:lnTo>
                      <a:pt x="18" y="98"/>
                    </a:lnTo>
                    <a:lnTo>
                      <a:pt x="13" y="102"/>
                    </a:lnTo>
                    <a:lnTo>
                      <a:pt x="7" y="109"/>
                    </a:lnTo>
                    <a:lnTo>
                      <a:pt x="7" y="109"/>
                    </a:lnTo>
                    <a:lnTo>
                      <a:pt x="13" y="111"/>
                    </a:lnTo>
                    <a:lnTo>
                      <a:pt x="18" y="114"/>
                    </a:lnTo>
                    <a:lnTo>
                      <a:pt x="32" y="118"/>
                    </a:lnTo>
                    <a:lnTo>
                      <a:pt x="32" y="118"/>
                    </a:lnTo>
                    <a:lnTo>
                      <a:pt x="34" y="114"/>
                    </a:lnTo>
                    <a:lnTo>
                      <a:pt x="36" y="111"/>
                    </a:lnTo>
                    <a:lnTo>
                      <a:pt x="42" y="106"/>
                    </a:lnTo>
                    <a:lnTo>
                      <a:pt x="42" y="106"/>
                    </a:lnTo>
                    <a:lnTo>
                      <a:pt x="29" y="103"/>
                    </a:lnTo>
                    <a:lnTo>
                      <a:pt x="23" y="102"/>
                    </a:lnTo>
                    <a:lnTo>
                      <a:pt x="18" y="98"/>
                    </a:lnTo>
                    <a:lnTo>
                      <a:pt x="18" y="98"/>
                    </a:lnTo>
                    <a:close/>
                    <a:moveTo>
                      <a:pt x="112" y="103"/>
                    </a:moveTo>
                    <a:lnTo>
                      <a:pt x="112" y="103"/>
                    </a:lnTo>
                    <a:lnTo>
                      <a:pt x="109" y="100"/>
                    </a:lnTo>
                    <a:lnTo>
                      <a:pt x="105" y="99"/>
                    </a:lnTo>
                    <a:lnTo>
                      <a:pt x="105" y="99"/>
                    </a:lnTo>
                    <a:lnTo>
                      <a:pt x="102" y="100"/>
                    </a:lnTo>
                    <a:lnTo>
                      <a:pt x="100" y="102"/>
                    </a:lnTo>
                    <a:lnTo>
                      <a:pt x="100" y="102"/>
                    </a:lnTo>
                    <a:lnTo>
                      <a:pt x="91" y="100"/>
                    </a:lnTo>
                    <a:lnTo>
                      <a:pt x="91" y="100"/>
                    </a:lnTo>
                    <a:lnTo>
                      <a:pt x="78" y="100"/>
                    </a:lnTo>
                    <a:lnTo>
                      <a:pt x="78" y="100"/>
                    </a:lnTo>
                    <a:lnTo>
                      <a:pt x="70" y="102"/>
                    </a:lnTo>
                    <a:lnTo>
                      <a:pt x="63" y="103"/>
                    </a:lnTo>
                    <a:lnTo>
                      <a:pt x="56" y="105"/>
                    </a:lnTo>
                    <a:lnTo>
                      <a:pt x="49" y="105"/>
                    </a:lnTo>
                    <a:lnTo>
                      <a:pt x="49" y="105"/>
                    </a:lnTo>
                    <a:lnTo>
                      <a:pt x="40" y="110"/>
                    </a:lnTo>
                    <a:lnTo>
                      <a:pt x="37" y="114"/>
                    </a:lnTo>
                    <a:lnTo>
                      <a:pt x="34" y="120"/>
                    </a:lnTo>
                    <a:lnTo>
                      <a:pt x="34" y="120"/>
                    </a:lnTo>
                    <a:lnTo>
                      <a:pt x="45" y="120"/>
                    </a:lnTo>
                    <a:lnTo>
                      <a:pt x="56" y="118"/>
                    </a:lnTo>
                    <a:lnTo>
                      <a:pt x="66" y="117"/>
                    </a:lnTo>
                    <a:lnTo>
                      <a:pt x="76" y="117"/>
                    </a:lnTo>
                    <a:lnTo>
                      <a:pt x="76" y="117"/>
                    </a:lnTo>
                    <a:lnTo>
                      <a:pt x="86" y="114"/>
                    </a:lnTo>
                    <a:lnTo>
                      <a:pt x="98" y="113"/>
                    </a:lnTo>
                    <a:lnTo>
                      <a:pt x="109" y="113"/>
                    </a:lnTo>
                    <a:lnTo>
                      <a:pt x="120" y="110"/>
                    </a:lnTo>
                    <a:lnTo>
                      <a:pt x="120" y="110"/>
                    </a:lnTo>
                    <a:lnTo>
                      <a:pt x="117" y="107"/>
                    </a:lnTo>
                    <a:lnTo>
                      <a:pt x="112" y="103"/>
                    </a:lnTo>
                    <a:lnTo>
                      <a:pt x="112" y="103"/>
                    </a:lnTo>
                    <a:close/>
                    <a:moveTo>
                      <a:pt x="4" y="113"/>
                    </a:moveTo>
                    <a:lnTo>
                      <a:pt x="4" y="113"/>
                    </a:lnTo>
                    <a:lnTo>
                      <a:pt x="6" y="115"/>
                    </a:lnTo>
                    <a:lnTo>
                      <a:pt x="6" y="115"/>
                    </a:lnTo>
                    <a:lnTo>
                      <a:pt x="11" y="120"/>
                    </a:lnTo>
                    <a:lnTo>
                      <a:pt x="17" y="122"/>
                    </a:lnTo>
                    <a:lnTo>
                      <a:pt x="23" y="125"/>
                    </a:lnTo>
                    <a:lnTo>
                      <a:pt x="30" y="126"/>
                    </a:lnTo>
                    <a:lnTo>
                      <a:pt x="30" y="126"/>
                    </a:lnTo>
                    <a:lnTo>
                      <a:pt x="30" y="124"/>
                    </a:lnTo>
                    <a:lnTo>
                      <a:pt x="32" y="121"/>
                    </a:lnTo>
                    <a:lnTo>
                      <a:pt x="32" y="121"/>
                    </a:lnTo>
                    <a:lnTo>
                      <a:pt x="17" y="117"/>
                    </a:lnTo>
                    <a:lnTo>
                      <a:pt x="11" y="114"/>
                    </a:lnTo>
                    <a:lnTo>
                      <a:pt x="8" y="113"/>
                    </a:lnTo>
                    <a:lnTo>
                      <a:pt x="6" y="110"/>
                    </a:lnTo>
                    <a:lnTo>
                      <a:pt x="6" y="110"/>
                    </a:lnTo>
                    <a:lnTo>
                      <a:pt x="6" y="111"/>
                    </a:lnTo>
                    <a:lnTo>
                      <a:pt x="6" y="113"/>
                    </a:lnTo>
                    <a:lnTo>
                      <a:pt x="4" y="113"/>
                    </a:lnTo>
                    <a:lnTo>
                      <a:pt x="4" y="113"/>
                    </a:lnTo>
                    <a:close/>
                    <a:moveTo>
                      <a:pt x="124" y="113"/>
                    </a:moveTo>
                    <a:lnTo>
                      <a:pt x="124" y="113"/>
                    </a:lnTo>
                    <a:lnTo>
                      <a:pt x="116" y="114"/>
                    </a:lnTo>
                    <a:lnTo>
                      <a:pt x="108" y="115"/>
                    </a:lnTo>
                    <a:lnTo>
                      <a:pt x="100" y="115"/>
                    </a:lnTo>
                    <a:lnTo>
                      <a:pt x="91" y="115"/>
                    </a:lnTo>
                    <a:lnTo>
                      <a:pt x="91" y="115"/>
                    </a:lnTo>
                    <a:lnTo>
                      <a:pt x="76" y="120"/>
                    </a:lnTo>
                    <a:lnTo>
                      <a:pt x="76" y="120"/>
                    </a:lnTo>
                    <a:lnTo>
                      <a:pt x="57" y="121"/>
                    </a:lnTo>
                    <a:lnTo>
                      <a:pt x="57" y="121"/>
                    </a:lnTo>
                    <a:lnTo>
                      <a:pt x="44" y="122"/>
                    </a:lnTo>
                    <a:lnTo>
                      <a:pt x="38" y="122"/>
                    </a:lnTo>
                    <a:lnTo>
                      <a:pt x="33" y="124"/>
                    </a:lnTo>
                    <a:lnTo>
                      <a:pt x="33" y="124"/>
                    </a:lnTo>
                    <a:lnTo>
                      <a:pt x="34" y="125"/>
                    </a:lnTo>
                    <a:lnTo>
                      <a:pt x="36" y="126"/>
                    </a:lnTo>
                    <a:lnTo>
                      <a:pt x="40" y="128"/>
                    </a:lnTo>
                    <a:lnTo>
                      <a:pt x="40" y="128"/>
                    </a:lnTo>
                    <a:lnTo>
                      <a:pt x="53" y="126"/>
                    </a:lnTo>
                    <a:lnTo>
                      <a:pt x="68" y="125"/>
                    </a:lnTo>
                    <a:lnTo>
                      <a:pt x="68" y="125"/>
                    </a:lnTo>
                    <a:lnTo>
                      <a:pt x="83" y="124"/>
                    </a:lnTo>
                    <a:lnTo>
                      <a:pt x="98" y="121"/>
                    </a:lnTo>
                    <a:lnTo>
                      <a:pt x="98" y="121"/>
                    </a:lnTo>
                    <a:lnTo>
                      <a:pt x="115" y="118"/>
                    </a:lnTo>
                    <a:lnTo>
                      <a:pt x="115" y="118"/>
                    </a:lnTo>
                    <a:lnTo>
                      <a:pt x="120" y="118"/>
                    </a:lnTo>
                    <a:lnTo>
                      <a:pt x="120" y="118"/>
                    </a:lnTo>
                    <a:lnTo>
                      <a:pt x="123" y="117"/>
                    </a:lnTo>
                    <a:lnTo>
                      <a:pt x="125" y="115"/>
                    </a:lnTo>
                    <a:lnTo>
                      <a:pt x="125" y="115"/>
                    </a:lnTo>
                    <a:lnTo>
                      <a:pt x="125" y="114"/>
                    </a:lnTo>
                    <a:lnTo>
                      <a:pt x="124" y="113"/>
                    </a:lnTo>
                    <a:lnTo>
                      <a:pt x="124" y="113"/>
                    </a:lnTo>
                    <a:close/>
                    <a:moveTo>
                      <a:pt x="10" y="158"/>
                    </a:moveTo>
                    <a:lnTo>
                      <a:pt x="10" y="158"/>
                    </a:lnTo>
                    <a:lnTo>
                      <a:pt x="11" y="179"/>
                    </a:lnTo>
                    <a:lnTo>
                      <a:pt x="10" y="203"/>
                    </a:lnTo>
                    <a:lnTo>
                      <a:pt x="10" y="203"/>
                    </a:lnTo>
                    <a:lnTo>
                      <a:pt x="22" y="209"/>
                    </a:lnTo>
                    <a:lnTo>
                      <a:pt x="33" y="216"/>
                    </a:lnTo>
                    <a:lnTo>
                      <a:pt x="33" y="216"/>
                    </a:lnTo>
                    <a:lnTo>
                      <a:pt x="34" y="194"/>
                    </a:lnTo>
                    <a:lnTo>
                      <a:pt x="34" y="173"/>
                    </a:lnTo>
                    <a:lnTo>
                      <a:pt x="32" y="129"/>
                    </a:lnTo>
                    <a:lnTo>
                      <a:pt x="32" y="129"/>
                    </a:lnTo>
                    <a:lnTo>
                      <a:pt x="27" y="128"/>
                    </a:lnTo>
                    <a:lnTo>
                      <a:pt x="22" y="128"/>
                    </a:lnTo>
                    <a:lnTo>
                      <a:pt x="22" y="128"/>
                    </a:lnTo>
                    <a:lnTo>
                      <a:pt x="23" y="137"/>
                    </a:lnTo>
                    <a:lnTo>
                      <a:pt x="23" y="147"/>
                    </a:lnTo>
                    <a:lnTo>
                      <a:pt x="23" y="147"/>
                    </a:lnTo>
                    <a:lnTo>
                      <a:pt x="22" y="143"/>
                    </a:lnTo>
                    <a:lnTo>
                      <a:pt x="22" y="139"/>
                    </a:lnTo>
                    <a:lnTo>
                      <a:pt x="21" y="130"/>
                    </a:lnTo>
                    <a:lnTo>
                      <a:pt x="21" y="130"/>
                    </a:lnTo>
                    <a:lnTo>
                      <a:pt x="21" y="128"/>
                    </a:lnTo>
                    <a:lnTo>
                      <a:pt x="21" y="126"/>
                    </a:lnTo>
                    <a:lnTo>
                      <a:pt x="19" y="126"/>
                    </a:lnTo>
                    <a:lnTo>
                      <a:pt x="19" y="126"/>
                    </a:lnTo>
                    <a:lnTo>
                      <a:pt x="21" y="140"/>
                    </a:lnTo>
                    <a:lnTo>
                      <a:pt x="21" y="152"/>
                    </a:lnTo>
                    <a:lnTo>
                      <a:pt x="21" y="152"/>
                    </a:lnTo>
                    <a:lnTo>
                      <a:pt x="19" y="140"/>
                    </a:lnTo>
                    <a:lnTo>
                      <a:pt x="17" y="126"/>
                    </a:lnTo>
                    <a:lnTo>
                      <a:pt x="17" y="126"/>
                    </a:lnTo>
                    <a:lnTo>
                      <a:pt x="11" y="124"/>
                    </a:lnTo>
                    <a:lnTo>
                      <a:pt x="6" y="121"/>
                    </a:lnTo>
                    <a:lnTo>
                      <a:pt x="6" y="121"/>
                    </a:lnTo>
                    <a:lnTo>
                      <a:pt x="8" y="139"/>
                    </a:lnTo>
                    <a:lnTo>
                      <a:pt x="10" y="158"/>
                    </a:lnTo>
                    <a:lnTo>
                      <a:pt x="10" y="158"/>
                    </a:lnTo>
                    <a:close/>
                    <a:moveTo>
                      <a:pt x="119" y="144"/>
                    </a:moveTo>
                    <a:lnTo>
                      <a:pt x="119" y="144"/>
                    </a:lnTo>
                    <a:lnTo>
                      <a:pt x="117" y="133"/>
                    </a:lnTo>
                    <a:lnTo>
                      <a:pt x="119" y="121"/>
                    </a:lnTo>
                    <a:lnTo>
                      <a:pt x="119" y="121"/>
                    </a:lnTo>
                    <a:lnTo>
                      <a:pt x="102" y="122"/>
                    </a:lnTo>
                    <a:lnTo>
                      <a:pt x="87" y="126"/>
                    </a:lnTo>
                    <a:lnTo>
                      <a:pt x="87" y="126"/>
                    </a:lnTo>
                    <a:lnTo>
                      <a:pt x="94" y="130"/>
                    </a:lnTo>
                    <a:lnTo>
                      <a:pt x="98" y="136"/>
                    </a:lnTo>
                    <a:lnTo>
                      <a:pt x="98" y="136"/>
                    </a:lnTo>
                    <a:lnTo>
                      <a:pt x="104" y="147"/>
                    </a:lnTo>
                    <a:lnTo>
                      <a:pt x="105" y="159"/>
                    </a:lnTo>
                    <a:lnTo>
                      <a:pt x="106" y="171"/>
                    </a:lnTo>
                    <a:lnTo>
                      <a:pt x="105" y="183"/>
                    </a:lnTo>
                    <a:lnTo>
                      <a:pt x="105" y="183"/>
                    </a:lnTo>
                    <a:lnTo>
                      <a:pt x="101" y="192"/>
                    </a:lnTo>
                    <a:lnTo>
                      <a:pt x="97" y="201"/>
                    </a:lnTo>
                    <a:lnTo>
                      <a:pt x="94" y="204"/>
                    </a:lnTo>
                    <a:lnTo>
                      <a:pt x="90" y="208"/>
                    </a:lnTo>
                    <a:lnTo>
                      <a:pt x="86" y="211"/>
                    </a:lnTo>
                    <a:lnTo>
                      <a:pt x="82" y="212"/>
                    </a:lnTo>
                    <a:lnTo>
                      <a:pt x="82" y="212"/>
                    </a:lnTo>
                    <a:lnTo>
                      <a:pt x="76" y="212"/>
                    </a:lnTo>
                    <a:lnTo>
                      <a:pt x="71" y="211"/>
                    </a:lnTo>
                    <a:lnTo>
                      <a:pt x="66" y="209"/>
                    </a:lnTo>
                    <a:lnTo>
                      <a:pt x="62" y="207"/>
                    </a:lnTo>
                    <a:lnTo>
                      <a:pt x="62" y="207"/>
                    </a:lnTo>
                    <a:lnTo>
                      <a:pt x="57" y="201"/>
                    </a:lnTo>
                    <a:lnTo>
                      <a:pt x="55" y="194"/>
                    </a:lnTo>
                    <a:lnTo>
                      <a:pt x="52" y="188"/>
                    </a:lnTo>
                    <a:lnTo>
                      <a:pt x="52" y="181"/>
                    </a:lnTo>
                    <a:lnTo>
                      <a:pt x="52" y="164"/>
                    </a:lnTo>
                    <a:lnTo>
                      <a:pt x="55" y="149"/>
                    </a:lnTo>
                    <a:lnTo>
                      <a:pt x="55" y="149"/>
                    </a:lnTo>
                    <a:lnTo>
                      <a:pt x="57" y="143"/>
                    </a:lnTo>
                    <a:lnTo>
                      <a:pt x="62" y="137"/>
                    </a:lnTo>
                    <a:lnTo>
                      <a:pt x="66" y="132"/>
                    </a:lnTo>
                    <a:lnTo>
                      <a:pt x="71" y="128"/>
                    </a:lnTo>
                    <a:lnTo>
                      <a:pt x="71" y="128"/>
                    </a:lnTo>
                    <a:lnTo>
                      <a:pt x="53" y="129"/>
                    </a:lnTo>
                    <a:lnTo>
                      <a:pt x="44" y="130"/>
                    </a:lnTo>
                    <a:lnTo>
                      <a:pt x="34" y="130"/>
                    </a:lnTo>
                    <a:lnTo>
                      <a:pt x="34" y="130"/>
                    </a:lnTo>
                    <a:lnTo>
                      <a:pt x="36" y="170"/>
                    </a:lnTo>
                    <a:lnTo>
                      <a:pt x="36" y="212"/>
                    </a:lnTo>
                    <a:lnTo>
                      <a:pt x="36" y="212"/>
                    </a:lnTo>
                    <a:lnTo>
                      <a:pt x="36" y="215"/>
                    </a:lnTo>
                    <a:lnTo>
                      <a:pt x="36" y="218"/>
                    </a:lnTo>
                    <a:lnTo>
                      <a:pt x="37" y="219"/>
                    </a:lnTo>
                    <a:lnTo>
                      <a:pt x="37" y="219"/>
                    </a:lnTo>
                    <a:lnTo>
                      <a:pt x="38" y="219"/>
                    </a:lnTo>
                    <a:lnTo>
                      <a:pt x="38" y="219"/>
                    </a:lnTo>
                    <a:lnTo>
                      <a:pt x="40" y="212"/>
                    </a:lnTo>
                    <a:lnTo>
                      <a:pt x="41" y="207"/>
                    </a:lnTo>
                    <a:lnTo>
                      <a:pt x="41" y="207"/>
                    </a:lnTo>
                    <a:lnTo>
                      <a:pt x="41" y="219"/>
                    </a:lnTo>
                    <a:lnTo>
                      <a:pt x="41" y="219"/>
                    </a:lnTo>
                    <a:lnTo>
                      <a:pt x="45" y="219"/>
                    </a:lnTo>
                    <a:lnTo>
                      <a:pt x="45" y="219"/>
                    </a:lnTo>
                    <a:lnTo>
                      <a:pt x="45" y="208"/>
                    </a:lnTo>
                    <a:lnTo>
                      <a:pt x="45" y="203"/>
                    </a:lnTo>
                    <a:lnTo>
                      <a:pt x="47" y="196"/>
                    </a:lnTo>
                    <a:lnTo>
                      <a:pt x="47" y="196"/>
                    </a:lnTo>
                    <a:lnTo>
                      <a:pt x="47" y="207"/>
                    </a:lnTo>
                    <a:lnTo>
                      <a:pt x="47" y="218"/>
                    </a:lnTo>
                    <a:lnTo>
                      <a:pt x="47" y="218"/>
                    </a:lnTo>
                    <a:lnTo>
                      <a:pt x="66" y="216"/>
                    </a:lnTo>
                    <a:lnTo>
                      <a:pt x="83" y="212"/>
                    </a:lnTo>
                    <a:lnTo>
                      <a:pt x="101" y="209"/>
                    </a:lnTo>
                    <a:lnTo>
                      <a:pt x="119" y="207"/>
                    </a:lnTo>
                    <a:lnTo>
                      <a:pt x="119" y="207"/>
                    </a:lnTo>
                    <a:lnTo>
                      <a:pt x="121" y="171"/>
                    </a:lnTo>
                    <a:lnTo>
                      <a:pt x="123" y="135"/>
                    </a:lnTo>
                    <a:lnTo>
                      <a:pt x="123" y="135"/>
                    </a:lnTo>
                    <a:lnTo>
                      <a:pt x="123" y="128"/>
                    </a:lnTo>
                    <a:lnTo>
                      <a:pt x="121" y="121"/>
                    </a:lnTo>
                    <a:lnTo>
                      <a:pt x="121" y="121"/>
                    </a:lnTo>
                    <a:lnTo>
                      <a:pt x="121" y="121"/>
                    </a:lnTo>
                    <a:lnTo>
                      <a:pt x="121" y="121"/>
                    </a:lnTo>
                    <a:lnTo>
                      <a:pt x="119" y="144"/>
                    </a:lnTo>
                    <a:lnTo>
                      <a:pt x="119" y="144"/>
                    </a:lnTo>
                    <a:close/>
                    <a:moveTo>
                      <a:pt x="71" y="132"/>
                    </a:moveTo>
                    <a:lnTo>
                      <a:pt x="71" y="132"/>
                    </a:lnTo>
                    <a:lnTo>
                      <a:pt x="67" y="135"/>
                    </a:lnTo>
                    <a:lnTo>
                      <a:pt x="64" y="137"/>
                    </a:lnTo>
                    <a:lnTo>
                      <a:pt x="59" y="147"/>
                    </a:lnTo>
                    <a:lnTo>
                      <a:pt x="56" y="158"/>
                    </a:lnTo>
                    <a:lnTo>
                      <a:pt x="53" y="170"/>
                    </a:lnTo>
                    <a:lnTo>
                      <a:pt x="53" y="182"/>
                    </a:lnTo>
                    <a:lnTo>
                      <a:pt x="56" y="193"/>
                    </a:lnTo>
                    <a:lnTo>
                      <a:pt x="59" y="197"/>
                    </a:lnTo>
                    <a:lnTo>
                      <a:pt x="62" y="203"/>
                    </a:lnTo>
                    <a:lnTo>
                      <a:pt x="64" y="205"/>
                    </a:lnTo>
                    <a:lnTo>
                      <a:pt x="68" y="208"/>
                    </a:lnTo>
                    <a:lnTo>
                      <a:pt x="68" y="208"/>
                    </a:lnTo>
                    <a:lnTo>
                      <a:pt x="72" y="209"/>
                    </a:lnTo>
                    <a:lnTo>
                      <a:pt x="76" y="209"/>
                    </a:lnTo>
                    <a:lnTo>
                      <a:pt x="83" y="208"/>
                    </a:lnTo>
                    <a:lnTo>
                      <a:pt x="90" y="204"/>
                    </a:lnTo>
                    <a:lnTo>
                      <a:pt x="96" y="200"/>
                    </a:lnTo>
                    <a:lnTo>
                      <a:pt x="96" y="200"/>
                    </a:lnTo>
                    <a:lnTo>
                      <a:pt x="98" y="193"/>
                    </a:lnTo>
                    <a:lnTo>
                      <a:pt x="101" y="185"/>
                    </a:lnTo>
                    <a:lnTo>
                      <a:pt x="104" y="177"/>
                    </a:lnTo>
                    <a:lnTo>
                      <a:pt x="104" y="169"/>
                    </a:lnTo>
                    <a:lnTo>
                      <a:pt x="104" y="169"/>
                    </a:lnTo>
                    <a:lnTo>
                      <a:pt x="104" y="159"/>
                    </a:lnTo>
                    <a:lnTo>
                      <a:pt x="101" y="149"/>
                    </a:lnTo>
                    <a:lnTo>
                      <a:pt x="98" y="141"/>
                    </a:lnTo>
                    <a:lnTo>
                      <a:pt x="94" y="133"/>
                    </a:lnTo>
                    <a:lnTo>
                      <a:pt x="94" y="133"/>
                    </a:lnTo>
                    <a:lnTo>
                      <a:pt x="90" y="132"/>
                    </a:lnTo>
                    <a:lnTo>
                      <a:pt x="87" y="130"/>
                    </a:lnTo>
                    <a:lnTo>
                      <a:pt x="83" y="128"/>
                    </a:lnTo>
                    <a:lnTo>
                      <a:pt x="79" y="128"/>
                    </a:lnTo>
                    <a:lnTo>
                      <a:pt x="79" y="128"/>
                    </a:lnTo>
                    <a:lnTo>
                      <a:pt x="75" y="129"/>
                    </a:lnTo>
                    <a:lnTo>
                      <a:pt x="71" y="132"/>
                    </a:lnTo>
                    <a:lnTo>
                      <a:pt x="71" y="132"/>
                    </a:lnTo>
                    <a:close/>
                    <a:moveTo>
                      <a:pt x="7" y="204"/>
                    </a:moveTo>
                    <a:lnTo>
                      <a:pt x="7" y="204"/>
                    </a:lnTo>
                    <a:lnTo>
                      <a:pt x="6" y="207"/>
                    </a:lnTo>
                    <a:lnTo>
                      <a:pt x="4" y="209"/>
                    </a:lnTo>
                    <a:lnTo>
                      <a:pt x="6" y="213"/>
                    </a:lnTo>
                    <a:lnTo>
                      <a:pt x="6" y="218"/>
                    </a:lnTo>
                    <a:lnTo>
                      <a:pt x="6" y="218"/>
                    </a:lnTo>
                    <a:lnTo>
                      <a:pt x="18" y="226"/>
                    </a:lnTo>
                    <a:lnTo>
                      <a:pt x="32" y="232"/>
                    </a:lnTo>
                    <a:lnTo>
                      <a:pt x="32" y="232"/>
                    </a:lnTo>
                    <a:lnTo>
                      <a:pt x="30" y="226"/>
                    </a:lnTo>
                    <a:lnTo>
                      <a:pt x="32" y="222"/>
                    </a:lnTo>
                    <a:lnTo>
                      <a:pt x="33" y="219"/>
                    </a:lnTo>
                    <a:lnTo>
                      <a:pt x="33" y="219"/>
                    </a:lnTo>
                    <a:lnTo>
                      <a:pt x="21" y="211"/>
                    </a:lnTo>
                    <a:lnTo>
                      <a:pt x="7" y="204"/>
                    </a:lnTo>
                    <a:lnTo>
                      <a:pt x="7" y="204"/>
                    </a:lnTo>
                    <a:close/>
                    <a:moveTo>
                      <a:pt x="98" y="212"/>
                    </a:moveTo>
                    <a:lnTo>
                      <a:pt x="98" y="212"/>
                    </a:lnTo>
                    <a:lnTo>
                      <a:pt x="74" y="218"/>
                    </a:lnTo>
                    <a:lnTo>
                      <a:pt x="48" y="220"/>
                    </a:lnTo>
                    <a:lnTo>
                      <a:pt x="48" y="220"/>
                    </a:lnTo>
                    <a:lnTo>
                      <a:pt x="48" y="220"/>
                    </a:lnTo>
                    <a:lnTo>
                      <a:pt x="47" y="222"/>
                    </a:lnTo>
                    <a:lnTo>
                      <a:pt x="47" y="222"/>
                    </a:lnTo>
                    <a:lnTo>
                      <a:pt x="47" y="222"/>
                    </a:lnTo>
                    <a:lnTo>
                      <a:pt x="47" y="222"/>
                    </a:lnTo>
                    <a:lnTo>
                      <a:pt x="40" y="222"/>
                    </a:lnTo>
                    <a:lnTo>
                      <a:pt x="34" y="220"/>
                    </a:lnTo>
                    <a:lnTo>
                      <a:pt x="34" y="220"/>
                    </a:lnTo>
                    <a:lnTo>
                      <a:pt x="33" y="224"/>
                    </a:lnTo>
                    <a:lnTo>
                      <a:pt x="33" y="227"/>
                    </a:lnTo>
                    <a:lnTo>
                      <a:pt x="34" y="234"/>
                    </a:lnTo>
                    <a:lnTo>
                      <a:pt x="34" y="234"/>
                    </a:lnTo>
                    <a:lnTo>
                      <a:pt x="36" y="237"/>
                    </a:lnTo>
                    <a:lnTo>
                      <a:pt x="40" y="238"/>
                    </a:lnTo>
                    <a:lnTo>
                      <a:pt x="48" y="237"/>
                    </a:lnTo>
                    <a:lnTo>
                      <a:pt x="48" y="237"/>
                    </a:lnTo>
                    <a:lnTo>
                      <a:pt x="66" y="231"/>
                    </a:lnTo>
                    <a:lnTo>
                      <a:pt x="87" y="227"/>
                    </a:lnTo>
                    <a:lnTo>
                      <a:pt x="87" y="227"/>
                    </a:lnTo>
                    <a:lnTo>
                      <a:pt x="102" y="226"/>
                    </a:lnTo>
                    <a:lnTo>
                      <a:pt x="102" y="226"/>
                    </a:lnTo>
                    <a:lnTo>
                      <a:pt x="112" y="224"/>
                    </a:lnTo>
                    <a:lnTo>
                      <a:pt x="119" y="223"/>
                    </a:lnTo>
                    <a:lnTo>
                      <a:pt x="119" y="223"/>
                    </a:lnTo>
                    <a:lnTo>
                      <a:pt x="121" y="220"/>
                    </a:lnTo>
                    <a:lnTo>
                      <a:pt x="121" y="216"/>
                    </a:lnTo>
                    <a:lnTo>
                      <a:pt x="123" y="211"/>
                    </a:lnTo>
                    <a:lnTo>
                      <a:pt x="123" y="211"/>
                    </a:lnTo>
                    <a:lnTo>
                      <a:pt x="116" y="209"/>
                    </a:lnTo>
                    <a:lnTo>
                      <a:pt x="111" y="211"/>
                    </a:lnTo>
                    <a:lnTo>
                      <a:pt x="98" y="212"/>
                    </a:lnTo>
                    <a:lnTo>
                      <a:pt x="98" y="212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2" name="Freeform 4222"/>
              <p:cNvSpPr>
                <a:spLocks noEditPoints="1"/>
              </p:cNvSpPr>
              <p:nvPr/>
            </p:nvSpPr>
            <p:spPr bwMode="auto">
              <a:xfrm>
                <a:off x="5381630" y="3062289"/>
                <a:ext cx="63500" cy="115888"/>
              </a:xfrm>
              <a:custGeom>
                <a:avLst/>
                <a:gdLst/>
                <a:ahLst/>
                <a:cxnLst>
                  <a:cxn ang="0">
                    <a:pos x="31" y="11"/>
                  </a:cxn>
                  <a:cxn ang="0">
                    <a:pos x="36" y="19"/>
                  </a:cxn>
                  <a:cxn ang="0">
                    <a:pos x="40" y="34"/>
                  </a:cxn>
                  <a:cxn ang="0">
                    <a:pos x="38" y="47"/>
                  </a:cxn>
                  <a:cxn ang="0">
                    <a:pos x="38" y="57"/>
                  </a:cxn>
                  <a:cxn ang="0">
                    <a:pos x="34" y="65"/>
                  </a:cxn>
                  <a:cxn ang="0">
                    <a:pos x="19" y="72"/>
                  </a:cxn>
                  <a:cxn ang="0">
                    <a:pos x="10" y="73"/>
                  </a:cxn>
                  <a:cxn ang="0">
                    <a:pos x="3" y="62"/>
                  </a:cxn>
                  <a:cxn ang="0">
                    <a:pos x="0" y="53"/>
                  </a:cxn>
                  <a:cxn ang="0">
                    <a:pos x="2" y="37"/>
                  </a:cxn>
                  <a:cxn ang="0">
                    <a:pos x="6" y="26"/>
                  </a:cxn>
                  <a:cxn ang="0">
                    <a:pos x="10" y="13"/>
                  </a:cxn>
                  <a:cxn ang="0">
                    <a:pos x="16" y="5"/>
                  </a:cxn>
                  <a:cxn ang="0">
                    <a:pos x="23" y="1"/>
                  </a:cxn>
                  <a:cxn ang="0">
                    <a:pos x="10" y="23"/>
                  </a:cxn>
                  <a:cxn ang="0">
                    <a:pos x="23" y="19"/>
                  </a:cxn>
                  <a:cxn ang="0">
                    <a:pos x="29" y="26"/>
                  </a:cxn>
                  <a:cxn ang="0">
                    <a:pos x="26" y="35"/>
                  </a:cxn>
                  <a:cxn ang="0">
                    <a:pos x="36" y="54"/>
                  </a:cxn>
                  <a:cxn ang="0">
                    <a:pos x="37" y="45"/>
                  </a:cxn>
                  <a:cxn ang="0">
                    <a:pos x="38" y="34"/>
                  </a:cxn>
                  <a:cxn ang="0">
                    <a:pos x="37" y="23"/>
                  </a:cxn>
                  <a:cxn ang="0">
                    <a:pos x="34" y="15"/>
                  </a:cxn>
                  <a:cxn ang="0">
                    <a:pos x="29" y="5"/>
                  </a:cxn>
                  <a:cxn ang="0">
                    <a:pos x="19" y="7"/>
                  </a:cxn>
                  <a:cxn ang="0">
                    <a:pos x="11" y="13"/>
                  </a:cxn>
                  <a:cxn ang="0">
                    <a:pos x="7" y="28"/>
                  </a:cxn>
                  <a:cxn ang="0">
                    <a:pos x="7" y="43"/>
                  </a:cxn>
                  <a:cxn ang="0">
                    <a:pos x="4" y="51"/>
                  </a:cxn>
                  <a:cxn ang="0">
                    <a:pos x="6" y="62"/>
                  </a:cxn>
                  <a:cxn ang="0">
                    <a:pos x="18" y="68"/>
                  </a:cxn>
                  <a:cxn ang="0">
                    <a:pos x="23" y="56"/>
                  </a:cxn>
                  <a:cxn ang="0">
                    <a:pos x="14" y="60"/>
                  </a:cxn>
                  <a:cxn ang="0">
                    <a:pos x="11" y="45"/>
                  </a:cxn>
                  <a:cxn ang="0">
                    <a:pos x="23" y="47"/>
                  </a:cxn>
                  <a:cxn ang="0">
                    <a:pos x="27" y="62"/>
                  </a:cxn>
                  <a:cxn ang="0">
                    <a:pos x="26" y="39"/>
                  </a:cxn>
                  <a:cxn ang="0">
                    <a:pos x="11" y="37"/>
                  </a:cxn>
                  <a:cxn ang="0">
                    <a:pos x="10" y="27"/>
                  </a:cxn>
                  <a:cxn ang="0">
                    <a:pos x="11" y="34"/>
                  </a:cxn>
                  <a:cxn ang="0">
                    <a:pos x="21" y="39"/>
                  </a:cxn>
                  <a:cxn ang="0">
                    <a:pos x="19" y="37"/>
                  </a:cxn>
                  <a:cxn ang="0">
                    <a:pos x="16" y="24"/>
                  </a:cxn>
                  <a:cxn ang="0">
                    <a:pos x="18" y="20"/>
                  </a:cxn>
                  <a:cxn ang="0">
                    <a:pos x="23" y="23"/>
                  </a:cxn>
                  <a:cxn ang="0">
                    <a:pos x="23" y="22"/>
                  </a:cxn>
                  <a:cxn ang="0">
                    <a:pos x="27" y="30"/>
                  </a:cxn>
                  <a:cxn ang="0">
                    <a:pos x="26" y="32"/>
                  </a:cxn>
                  <a:cxn ang="0">
                    <a:pos x="21" y="34"/>
                  </a:cxn>
                  <a:cxn ang="0">
                    <a:pos x="19" y="51"/>
                  </a:cxn>
                  <a:cxn ang="0">
                    <a:pos x="15" y="46"/>
                  </a:cxn>
                  <a:cxn ang="0">
                    <a:pos x="14" y="50"/>
                  </a:cxn>
                  <a:cxn ang="0">
                    <a:pos x="15" y="53"/>
                  </a:cxn>
                  <a:cxn ang="0">
                    <a:pos x="15" y="47"/>
                  </a:cxn>
                  <a:cxn ang="0">
                    <a:pos x="23" y="53"/>
                  </a:cxn>
                  <a:cxn ang="0">
                    <a:pos x="22" y="51"/>
                  </a:cxn>
                  <a:cxn ang="0">
                    <a:pos x="19" y="54"/>
                  </a:cxn>
                  <a:cxn ang="0">
                    <a:pos x="14" y="57"/>
                  </a:cxn>
                  <a:cxn ang="0">
                    <a:pos x="30" y="64"/>
                  </a:cxn>
                  <a:cxn ang="0">
                    <a:pos x="21" y="69"/>
                  </a:cxn>
                  <a:cxn ang="0">
                    <a:pos x="25" y="68"/>
                  </a:cxn>
                </a:cxnLst>
                <a:rect l="0" t="0" r="r" b="b"/>
                <a:pathLst>
                  <a:path w="40" h="73">
                    <a:moveTo>
                      <a:pt x="25" y="0"/>
                    </a:moveTo>
                    <a:lnTo>
                      <a:pt x="25" y="0"/>
                    </a:lnTo>
                    <a:lnTo>
                      <a:pt x="26" y="3"/>
                    </a:lnTo>
                    <a:lnTo>
                      <a:pt x="29" y="4"/>
                    </a:lnTo>
                    <a:lnTo>
                      <a:pt x="31" y="7"/>
                    </a:lnTo>
                    <a:lnTo>
                      <a:pt x="31" y="11"/>
                    </a:lnTo>
                    <a:lnTo>
                      <a:pt x="31" y="11"/>
                    </a:lnTo>
                    <a:lnTo>
                      <a:pt x="34" y="12"/>
                    </a:lnTo>
                    <a:lnTo>
                      <a:pt x="36" y="13"/>
                    </a:lnTo>
                    <a:lnTo>
                      <a:pt x="37" y="16"/>
                    </a:lnTo>
                    <a:lnTo>
                      <a:pt x="36" y="19"/>
                    </a:lnTo>
                    <a:lnTo>
                      <a:pt x="36" y="19"/>
                    </a:lnTo>
                    <a:lnTo>
                      <a:pt x="38" y="20"/>
                    </a:lnTo>
                    <a:lnTo>
                      <a:pt x="40" y="23"/>
                    </a:lnTo>
                    <a:lnTo>
                      <a:pt x="40" y="26"/>
                    </a:lnTo>
                    <a:lnTo>
                      <a:pt x="37" y="28"/>
                    </a:lnTo>
                    <a:lnTo>
                      <a:pt x="37" y="28"/>
                    </a:lnTo>
                    <a:lnTo>
                      <a:pt x="40" y="34"/>
                    </a:lnTo>
                    <a:lnTo>
                      <a:pt x="40" y="37"/>
                    </a:lnTo>
                    <a:lnTo>
                      <a:pt x="37" y="38"/>
                    </a:lnTo>
                    <a:lnTo>
                      <a:pt x="37" y="38"/>
                    </a:lnTo>
                    <a:lnTo>
                      <a:pt x="40" y="41"/>
                    </a:lnTo>
                    <a:lnTo>
                      <a:pt x="40" y="45"/>
                    </a:lnTo>
                    <a:lnTo>
                      <a:pt x="38" y="47"/>
                    </a:lnTo>
                    <a:lnTo>
                      <a:pt x="37" y="49"/>
                    </a:lnTo>
                    <a:lnTo>
                      <a:pt x="37" y="49"/>
                    </a:lnTo>
                    <a:lnTo>
                      <a:pt x="38" y="56"/>
                    </a:lnTo>
                    <a:lnTo>
                      <a:pt x="38" y="56"/>
                    </a:lnTo>
                    <a:lnTo>
                      <a:pt x="38" y="57"/>
                    </a:lnTo>
                    <a:lnTo>
                      <a:pt x="38" y="57"/>
                    </a:lnTo>
                    <a:lnTo>
                      <a:pt x="36" y="57"/>
                    </a:lnTo>
                    <a:lnTo>
                      <a:pt x="33" y="58"/>
                    </a:lnTo>
                    <a:lnTo>
                      <a:pt x="33" y="58"/>
                    </a:lnTo>
                    <a:lnTo>
                      <a:pt x="34" y="62"/>
                    </a:lnTo>
                    <a:lnTo>
                      <a:pt x="34" y="65"/>
                    </a:lnTo>
                    <a:lnTo>
                      <a:pt x="34" y="65"/>
                    </a:lnTo>
                    <a:lnTo>
                      <a:pt x="29" y="68"/>
                    </a:lnTo>
                    <a:lnTo>
                      <a:pt x="27" y="69"/>
                    </a:lnTo>
                    <a:lnTo>
                      <a:pt x="26" y="72"/>
                    </a:lnTo>
                    <a:lnTo>
                      <a:pt x="26" y="72"/>
                    </a:lnTo>
                    <a:lnTo>
                      <a:pt x="23" y="73"/>
                    </a:lnTo>
                    <a:lnTo>
                      <a:pt x="19" y="72"/>
                    </a:lnTo>
                    <a:lnTo>
                      <a:pt x="19" y="72"/>
                    </a:lnTo>
                    <a:lnTo>
                      <a:pt x="18" y="69"/>
                    </a:lnTo>
                    <a:lnTo>
                      <a:pt x="18" y="69"/>
                    </a:lnTo>
                    <a:lnTo>
                      <a:pt x="14" y="72"/>
                    </a:lnTo>
                    <a:lnTo>
                      <a:pt x="11" y="73"/>
                    </a:lnTo>
                    <a:lnTo>
                      <a:pt x="10" y="73"/>
                    </a:lnTo>
                    <a:lnTo>
                      <a:pt x="10" y="73"/>
                    </a:lnTo>
                    <a:lnTo>
                      <a:pt x="8" y="71"/>
                    </a:lnTo>
                    <a:lnTo>
                      <a:pt x="7" y="68"/>
                    </a:lnTo>
                    <a:lnTo>
                      <a:pt x="3" y="64"/>
                    </a:lnTo>
                    <a:lnTo>
                      <a:pt x="3" y="64"/>
                    </a:lnTo>
                    <a:lnTo>
                      <a:pt x="3" y="62"/>
                    </a:lnTo>
                    <a:lnTo>
                      <a:pt x="4" y="61"/>
                    </a:lnTo>
                    <a:lnTo>
                      <a:pt x="7" y="57"/>
                    </a:lnTo>
                    <a:lnTo>
                      <a:pt x="7" y="57"/>
                    </a:lnTo>
                    <a:lnTo>
                      <a:pt x="4" y="54"/>
                    </a:lnTo>
                    <a:lnTo>
                      <a:pt x="0" y="53"/>
                    </a:lnTo>
                    <a:lnTo>
                      <a:pt x="0" y="53"/>
                    </a:lnTo>
                    <a:lnTo>
                      <a:pt x="0" y="50"/>
                    </a:lnTo>
                    <a:lnTo>
                      <a:pt x="0" y="49"/>
                    </a:lnTo>
                    <a:lnTo>
                      <a:pt x="3" y="45"/>
                    </a:lnTo>
                    <a:lnTo>
                      <a:pt x="3" y="45"/>
                    </a:lnTo>
                    <a:lnTo>
                      <a:pt x="3" y="41"/>
                    </a:lnTo>
                    <a:lnTo>
                      <a:pt x="2" y="37"/>
                    </a:lnTo>
                    <a:lnTo>
                      <a:pt x="0" y="34"/>
                    </a:lnTo>
                    <a:lnTo>
                      <a:pt x="0" y="30"/>
                    </a:lnTo>
                    <a:lnTo>
                      <a:pt x="0" y="30"/>
                    </a:lnTo>
                    <a:lnTo>
                      <a:pt x="3" y="27"/>
                    </a:lnTo>
                    <a:lnTo>
                      <a:pt x="6" y="26"/>
                    </a:lnTo>
                    <a:lnTo>
                      <a:pt x="6" y="26"/>
                    </a:lnTo>
                    <a:lnTo>
                      <a:pt x="4" y="22"/>
                    </a:lnTo>
                    <a:lnTo>
                      <a:pt x="4" y="16"/>
                    </a:lnTo>
                    <a:lnTo>
                      <a:pt x="4" y="16"/>
                    </a:lnTo>
                    <a:lnTo>
                      <a:pt x="7" y="15"/>
                    </a:lnTo>
                    <a:lnTo>
                      <a:pt x="10" y="13"/>
                    </a:lnTo>
                    <a:lnTo>
                      <a:pt x="10" y="13"/>
                    </a:lnTo>
                    <a:lnTo>
                      <a:pt x="8" y="9"/>
                    </a:lnTo>
                    <a:lnTo>
                      <a:pt x="8" y="7"/>
                    </a:lnTo>
                    <a:lnTo>
                      <a:pt x="8" y="7"/>
                    </a:lnTo>
                    <a:lnTo>
                      <a:pt x="12" y="5"/>
                    </a:lnTo>
                    <a:lnTo>
                      <a:pt x="16" y="5"/>
                    </a:lnTo>
                    <a:lnTo>
                      <a:pt x="16" y="5"/>
                    </a:lnTo>
                    <a:lnTo>
                      <a:pt x="16" y="3"/>
                    </a:lnTo>
                    <a:lnTo>
                      <a:pt x="18" y="1"/>
                    </a:lnTo>
                    <a:lnTo>
                      <a:pt x="18" y="1"/>
                    </a:lnTo>
                    <a:lnTo>
                      <a:pt x="22" y="3"/>
                    </a:lnTo>
                    <a:lnTo>
                      <a:pt x="22" y="3"/>
                    </a:lnTo>
                    <a:lnTo>
                      <a:pt x="23" y="1"/>
                    </a:lnTo>
                    <a:lnTo>
                      <a:pt x="25" y="0"/>
                    </a:lnTo>
                    <a:lnTo>
                      <a:pt x="25" y="0"/>
                    </a:lnTo>
                    <a:close/>
                    <a:moveTo>
                      <a:pt x="10" y="27"/>
                    </a:moveTo>
                    <a:lnTo>
                      <a:pt x="10" y="27"/>
                    </a:lnTo>
                    <a:lnTo>
                      <a:pt x="10" y="23"/>
                    </a:lnTo>
                    <a:lnTo>
                      <a:pt x="10" y="23"/>
                    </a:lnTo>
                    <a:lnTo>
                      <a:pt x="11" y="20"/>
                    </a:lnTo>
                    <a:lnTo>
                      <a:pt x="14" y="19"/>
                    </a:lnTo>
                    <a:lnTo>
                      <a:pt x="18" y="17"/>
                    </a:lnTo>
                    <a:lnTo>
                      <a:pt x="21" y="19"/>
                    </a:lnTo>
                    <a:lnTo>
                      <a:pt x="21" y="19"/>
                    </a:lnTo>
                    <a:lnTo>
                      <a:pt x="23" y="19"/>
                    </a:lnTo>
                    <a:lnTo>
                      <a:pt x="25" y="19"/>
                    </a:lnTo>
                    <a:lnTo>
                      <a:pt x="27" y="20"/>
                    </a:lnTo>
                    <a:lnTo>
                      <a:pt x="29" y="23"/>
                    </a:lnTo>
                    <a:lnTo>
                      <a:pt x="26" y="26"/>
                    </a:lnTo>
                    <a:lnTo>
                      <a:pt x="26" y="26"/>
                    </a:lnTo>
                    <a:lnTo>
                      <a:pt x="29" y="26"/>
                    </a:lnTo>
                    <a:lnTo>
                      <a:pt x="30" y="27"/>
                    </a:lnTo>
                    <a:lnTo>
                      <a:pt x="30" y="31"/>
                    </a:lnTo>
                    <a:lnTo>
                      <a:pt x="29" y="34"/>
                    </a:lnTo>
                    <a:lnTo>
                      <a:pt x="27" y="35"/>
                    </a:lnTo>
                    <a:lnTo>
                      <a:pt x="26" y="35"/>
                    </a:lnTo>
                    <a:lnTo>
                      <a:pt x="26" y="35"/>
                    </a:lnTo>
                    <a:lnTo>
                      <a:pt x="31" y="43"/>
                    </a:lnTo>
                    <a:lnTo>
                      <a:pt x="33" y="49"/>
                    </a:lnTo>
                    <a:lnTo>
                      <a:pt x="33" y="56"/>
                    </a:lnTo>
                    <a:lnTo>
                      <a:pt x="33" y="56"/>
                    </a:lnTo>
                    <a:lnTo>
                      <a:pt x="34" y="54"/>
                    </a:lnTo>
                    <a:lnTo>
                      <a:pt x="36" y="54"/>
                    </a:lnTo>
                    <a:lnTo>
                      <a:pt x="36" y="54"/>
                    </a:lnTo>
                    <a:lnTo>
                      <a:pt x="34" y="49"/>
                    </a:lnTo>
                    <a:lnTo>
                      <a:pt x="34" y="49"/>
                    </a:lnTo>
                    <a:lnTo>
                      <a:pt x="36" y="46"/>
                    </a:lnTo>
                    <a:lnTo>
                      <a:pt x="37" y="45"/>
                    </a:lnTo>
                    <a:lnTo>
                      <a:pt x="37" y="45"/>
                    </a:lnTo>
                    <a:lnTo>
                      <a:pt x="37" y="41"/>
                    </a:lnTo>
                    <a:lnTo>
                      <a:pt x="36" y="38"/>
                    </a:lnTo>
                    <a:lnTo>
                      <a:pt x="36" y="38"/>
                    </a:lnTo>
                    <a:lnTo>
                      <a:pt x="37" y="37"/>
                    </a:lnTo>
                    <a:lnTo>
                      <a:pt x="38" y="34"/>
                    </a:lnTo>
                    <a:lnTo>
                      <a:pt x="38" y="34"/>
                    </a:lnTo>
                    <a:lnTo>
                      <a:pt x="37" y="31"/>
                    </a:lnTo>
                    <a:lnTo>
                      <a:pt x="36" y="28"/>
                    </a:lnTo>
                    <a:lnTo>
                      <a:pt x="36" y="28"/>
                    </a:lnTo>
                    <a:lnTo>
                      <a:pt x="37" y="26"/>
                    </a:lnTo>
                    <a:lnTo>
                      <a:pt x="37" y="24"/>
                    </a:lnTo>
                    <a:lnTo>
                      <a:pt x="37" y="23"/>
                    </a:lnTo>
                    <a:lnTo>
                      <a:pt x="37" y="23"/>
                    </a:lnTo>
                    <a:lnTo>
                      <a:pt x="34" y="22"/>
                    </a:lnTo>
                    <a:lnTo>
                      <a:pt x="33" y="20"/>
                    </a:lnTo>
                    <a:lnTo>
                      <a:pt x="33" y="20"/>
                    </a:lnTo>
                    <a:lnTo>
                      <a:pt x="34" y="17"/>
                    </a:lnTo>
                    <a:lnTo>
                      <a:pt x="34" y="15"/>
                    </a:lnTo>
                    <a:lnTo>
                      <a:pt x="34" y="15"/>
                    </a:lnTo>
                    <a:lnTo>
                      <a:pt x="31" y="13"/>
                    </a:lnTo>
                    <a:lnTo>
                      <a:pt x="29" y="12"/>
                    </a:lnTo>
                    <a:lnTo>
                      <a:pt x="29" y="11"/>
                    </a:lnTo>
                    <a:lnTo>
                      <a:pt x="29" y="11"/>
                    </a:lnTo>
                    <a:lnTo>
                      <a:pt x="29" y="5"/>
                    </a:lnTo>
                    <a:lnTo>
                      <a:pt x="29" y="5"/>
                    </a:lnTo>
                    <a:lnTo>
                      <a:pt x="27" y="5"/>
                    </a:lnTo>
                    <a:lnTo>
                      <a:pt x="25" y="4"/>
                    </a:lnTo>
                    <a:lnTo>
                      <a:pt x="19" y="4"/>
                    </a:lnTo>
                    <a:lnTo>
                      <a:pt x="19" y="4"/>
                    </a:lnTo>
                    <a:lnTo>
                      <a:pt x="19" y="7"/>
                    </a:lnTo>
                    <a:lnTo>
                      <a:pt x="16" y="8"/>
                    </a:lnTo>
                    <a:lnTo>
                      <a:pt x="14" y="7"/>
                    </a:lnTo>
                    <a:lnTo>
                      <a:pt x="11" y="8"/>
                    </a:lnTo>
                    <a:lnTo>
                      <a:pt x="11" y="8"/>
                    </a:lnTo>
                    <a:lnTo>
                      <a:pt x="11" y="11"/>
                    </a:lnTo>
                    <a:lnTo>
                      <a:pt x="11" y="13"/>
                    </a:lnTo>
                    <a:lnTo>
                      <a:pt x="11" y="15"/>
                    </a:lnTo>
                    <a:lnTo>
                      <a:pt x="11" y="15"/>
                    </a:lnTo>
                    <a:lnTo>
                      <a:pt x="6" y="17"/>
                    </a:lnTo>
                    <a:lnTo>
                      <a:pt x="6" y="17"/>
                    </a:lnTo>
                    <a:lnTo>
                      <a:pt x="8" y="26"/>
                    </a:lnTo>
                    <a:lnTo>
                      <a:pt x="7" y="28"/>
                    </a:lnTo>
                    <a:lnTo>
                      <a:pt x="3" y="30"/>
                    </a:lnTo>
                    <a:lnTo>
                      <a:pt x="3" y="30"/>
                    </a:lnTo>
                    <a:lnTo>
                      <a:pt x="3" y="34"/>
                    </a:lnTo>
                    <a:lnTo>
                      <a:pt x="4" y="37"/>
                    </a:lnTo>
                    <a:lnTo>
                      <a:pt x="6" y="41"/>
                    </a:lnTo>
                    <a:lnTo>
                      <a:pt x="7" y="43"/>
                    </a:lnTo>
                    <a:lnTo>
                      <a:pt x="7" y="43"/>
                    </a:lnTo>
                    <a:lnTo>
                      <a:pt x="4" y="47"/>
                    </a:lnTo>
                    <a:lnTo>
                      <a:pt x="3" y="49"/>
                    </a:lnTo>
                    <a:lnTo>
                      <a:pt x="3" y="50"/>
                    </a:lnTo>
                    <a:lnTo>
                      <a:pt x="3" y="50"/>
                    </a:lnTo>
                    <a:lnTo>
                      <a:pt x="4" y="51"/>
                    </a:lnTo>
                    <a:lnTo>
                      <a:pt x="6" y="53"/>
                    </a:lnTo>
                    <a:lnTo>
                      <a:pt x="8" y="54"/>
                    </a:lnTo>
                    <a:lnTo>
                      <a:pt x="8" y="57"/>
                    </a:lnTo>
                    <a:lnTo>
                      <a:pt x="8" y="57"/>
                    </a:lnTo>
                    <a:lnTo>
                      <a:pt x="7" y="60"/>
                    </a:lnTo>
                    <a:lnTo>
                      <a:pt x="6" y="62"/>
                    </a:lnTo>
                    <a:lnTo>
                      <a:pt x="6" y="62"/>
                    </a:lnTo>
                    <a:lnTo>
                      <a:pt x="10" y="66"/>
                    </a:lnTo>
                    <a:lnTo>
                      <a:pt x="12" y="71"/>
                    </a:lnTo>
                    <a:lnTo>
                      <a:pt x="12" y="71"/>
                    </a:lnTo>
                    <a:lnTo>
                      <a:pt x="15" y="68"/>
                    </a:lnTo>
                    <a:lnTo>
                      <a:pt x="18" y="68"/>
                    </a:lnTo>
                    <a:lnTo>
                      <a:pt x="19" y="68"/>
                    </a:lnTo>
                    <a:lnTo>
                      <a:pt x="19" y="68"/>
                    </a:lnTo>
                    <a:lnTo>
                      <a:pt x="23" y="65"/>
                    </a:lnTo>
                    <a:lnTo>
                      <a:pt x="25" y="61"/>
                    </a:lnTo>
                    <a:lnTo>
                      <a:pt x="25" y="57"/>
                    </a:lnTo>
                    <a:lnTo>
                      <a:pt x="23" y="56"/>
                    </a:lnTo>
                    <a:lnTo>
                      <a:pt x="22" y="54"/>
                    </a:lnTo>
                    <a:lnTo>
                      <a:pt x="22" y="54"/>
                    </a:lnTo>
                    <a:lnTo>
                      <a:pt x="22" y="57"/>
                    </a:lnTo>
                    <a:lnTo>
                      <a:pt x="21" y="60"/>
                    </a:lnTo>
                    <a:lnTo>
                      <a:pt x="18" y="60"/>
                    </a:lnTo>
                    <a:lnTo>
                      <a:pt x="14" y="60"/>
                    </a:lnTo>
                    <a:lnTo>
                      <a:pt x="14" y="60"/>
                    </a:lnTo>
                    <a:lnTo>
                      <a:pt x="11" y="57"/>
                    </a:lnTo>
                    <a:lnTo>
                      <a:pt x="10" y="53"/>
                    </a:lnTo>
                    <a:lnTo>
                      <a:pt x="10" y="49"/>
                    </a:lnTo>
                    <a:lnTo>
                      <a:pt x="11" y="45"/>
                    </a:lnTo>
                    <a:lnTo>
                      <a:pt x="11" y="45"/>
                    </a:lnTo>
                    <a:lnTo>
                      <a:pt x="15" y="43"/>
                    </a:lnTo>
                    <a:lnTo>
                      <a:pt x="18" y="42"/>
                    </a:lnTo>
                    <a:lnTo>
                      <a:pt x="19" y="42"/>
                    </a:lnTo>
                    <a:lnTo>
                      <a:pt x="19" y="42"/>
                    </a:lnTo>
                    <a:lnTo>
                      <a:pt x="22" y="45"/>
                    </a:lnTo>
                    <a:lnTo>
                      <a:pt x="23" y="47"/>
                    </a:lnTo>
                    <a:lnTo>
                      <a:pt x="23" y="47"/>
                    </a:lnTo>
                    <a:lnTo>
                      <a:pt x="25" y="49"/>
                    </a:lnTo>
                    <a:lnTo>
                      <a:pt x="26" y="50"/>
                    </a:lnTo>
                    <a:lnTo>
                      <a:pt x="26" y="50"/>
                    </a:lnTo>
                    <a:lnTo>
                      <a:pt x="26" y="56"/>
                    </a:lnTo>
                    <a:lnTo>
                      <a:pt x="27" y="62"/>
                    </a:lnTo>
                    <a:lnTo>
                      <a:pt x="27" y="62"/>
                    </a:lnTo>
                    <a:lnTo>
                      <a:pt x="30" y="57"/>
                    </a:lnTo>
                    <a:lnTo>
                      <a:pt x="30" y="50"/>
                    </a:lnTo>
                    <a:lnTo>
                      <a:pt x="29" y="43"/>
                    </a:lnTo>
                    <a:lnTo>
                      <a:pt x="26" y="39"/>
                    </a:lnTo>
                    <a:lnTo>
                      <a:pt x="26" y="39"/>
                    </a:lnTo>
                    <a:lnTo>
                      <a:pt x="23" y="42"/>
                    </a:lnTo>
                    <a:lnTo>
                      <a:pt x="19" y="41"/>
                    </a:lnTo>
                    <a:lnTo>
                      <a:pt x="15" y="39"/>
                    </a:lnTo>
                    <a:lnTo>
                      <a:pt x="14" y="37"/>
                    </a:lnTo>
                    <a:lnTo>
                      <a:pt x="14" y="37"/>
                    </a:lnTo>
                    <a:lnTo>
                      <a:pt x="11" y="37"/>
                    </a:lnTo>
                    <a:lnTo>
                      <a:pt x="10" y="37"/>
                    </a:lnTo>
                    <a:lnTo>
                      <a:pt x="10" y="37"/>
                    </a:lnTo>
                    <a:lnTo>
                      <a:pt x="10" y="34"/>
                    </a:lnTo>
                    <a:lnTo>
                      <a:pt x="10" y="32"/>
                    </a:lnTo>
                    <a:lnTo>
                      <a:pt x="10" y="27"/>
                    </a:lnTo>
                    <a:lnTo>
                      <a:pt x="10" y="27"/>
                    </a:lnTo>
                    <a:close/>
                    <a:moveTo>
                      <a:pt x="12" y="23"/>
                    </a:moveTo>
                    <a:lnTo>
                      <a:pt x="12" y="23"/>
                    </a:lnTo>
                    <a:lnTo>
                      <a:pt x="12" y="26"/>
                    </a:lnTo>
                    <a:lnTo>
                      <a:pt x="12" y="28"/>
                    </a:lnTo>
                    <a:lnTo>
                      <a:pt x="11" y="31"/>
                    </a:lnTo>
                    <a:lnTo>
                      <a:pt x="11" y="34"/>
                    </a:lnTo>
                    <a:lnTo>
                      <a:pt x="11" y="34"/>
                    </a:lnTo>
                    <a:lnTo>
                      <a:pt x="12" y="32"/>
                    </a:lnTo>
                    <a:lnTo>
                      <a:pt x="14" y="34"/>
                    </a:lnTo>
                    <a:lnTo>
                      <a:pt x="16" y="35"/>
                    </a:lnTo>
                    <a:lnTo>
                      <a:pt x="18" y="38"/>
                    </a:lnTo>
                    <a:lnTo>
                      <a:pt x="21" y="39"/>
                    </a:lnTo>
                    <a:lnTo>
                      <a:pt x="21" y="39"/>
                    </a:lnTo>
                    <a:lnTo>
                      <a:pt x="23" y="38"/>
                    </a:lnTo>
                    <a:lnTo>
                      <a:pt x="23" y="35"/>
                    </a:lnTo>
                    <a:lnTo>
                      <a:pt x="23" y="35"/>
                    </a:lnTo>
                    <a:lnTo>
                      <a:pt x="22" y="37"/>
                    </a:lnTo>
                    <a:lnTo>
                      <a:pt x="19" y="37"/>
                    </a:lnTo>
                    <a:lnTo>
                      <a:pt x="19" y="37"/>
                    </a:lnTo>
                    <a:lnTo>
                      <a:pt x="16" y="34"/>
                    </a:lnTo>
                    <a:lnTo>
                      <a:pt x="14" y="31"/>
                    </a:lnTo>
                    <a:lnTo>
                      <a:pt x="14" y="27"/>
                    </a:lnTo>
                    <a:lnTo>
                      <a:pt x="15" y="26"/>
                    </a:lnTo>
                    <a:lnTo>
                      <a:pt x="16" y="24"/>
                    </a:lnTo>
                    <a:lnTo>
                      <a:pt x="16" y="24"/>
                    </a:lnTo>
                    <a:lnTo>
                      <a:pt x="19" y="24"/>
                    </a:lnTo>
                    <a:lnTo>
                      <a:pt x="22" y="24"/>
                    </a:lnTo>
                    <a:lnTo>
                      <a:pt x="22" y="24"/>
                    </a:lnTo>
                    <a:lnTo>
                      <a:pt x="21" y="22"/>
                    </a:lnTo>
                    <a:lnTo>
                      <a:pt x="18" y="20"/>
                    </a:lnTo>
                    <a:lnTo>
                      <a:pt x="15" y="20"/>
                    </a:lnTo>
                    <a:lnTo>
                      <a:pt x="12" y="23"/>
                    </a:lnTo>
                    <a:lnTo>
                      <a:pt x="12" y="23"/>
                    </a:lnTo>
                    <a:close/>
                    <a:moveTo>
                      <a:pt x="23" y="22"/>
                    </a:moveTo>
                    <a:lnTo>
                      <a:pt x="23" y="22"/>
                    </a:lnTo>
                    <a:lnTo>
                      <a:pt x="23" y="23"/>
                    </a:lnTo>
                    <a:lnTo>
                      <a:pt x="25" y="24"/>
                    </a:lnTo>
                    <a:lnTo>
                      <a:pt x="25" y="24"/>
                    </a:lnTo>
                    <a:lnTo>
                      <a:pt x="26" y="23"/>
                    </a:lnTo>
                    <a:lnTo>
                      <a:pt x="26" y="20"/>
                    </a:lnTo>
                    <a:lnTo>
                      <a:pt x="26" y="20"/>
                    </a:lnTo>
                    <a:lnTo>
                      <a:pt x="23" y="22"/>
                    </a:lnTo>
                    <a:lnTo>
                      <a:pt x="23" y="22"/>
                    </a:lnTo>
                    <a:lnTo>
                      <a:pt x="23" y="22"/>
                    </a:lnTo>
                    <a:close/>
                    <a:moveTo>
                      <a:pt x="26" y="32"/>
                    </a:moveTo>
                    <a:lnTo>
                      <a:pt x="26" y="32"/>
                    </a:lnTo>
                    <a:lnTo>
                      <a:pt x="27" y="31"/>
                    </a:lnTo>
                    <a:lnTo>
                      <a:pt x="27" y="30"/>
                    </a:lnTo>
                    <a:lnTo>
                      <a:pt x="26" y="27"/>
                    </a:lnTo>
                    <a:lnTo>
                      <a:pt x="23" y="27"/>
                    </a:lnTo>
                    <a:lnTo>
                      <a:pt x="23" y="27"/>
                    </a:lnTo>
                    <a:lnTo>
                      <a:pt x="23" y="30"/>
                    </a:lnTo>
                    <a:lnTo>
                      <a:pt x="26" y="32"/>
                    </a:lnTo>
                    <a:lnTo>
                      <a:pt x="26" y="32"/>
                    </a:lnTo>
                    <a:close/>
                    <a:moveTo>
                      <a:pt x="18" y="27"/>
                    </a:moveTo>
                    <a:lnTo>
                      <a:pt x="18" y="27"/>
                    </a:lnTo>
                    <a:lnTo>
                      <a:pt x="16" y="30"/>
                    </a:lnTo>
                    <a:lnTo>
                      <a:pt x="18" y="32"/>
                    </a:lnTo>
                    <a:lnTo>
                      <a:pt x="19" y="34"/>
                    </a:lnTo>
                    <a:lnTo>
                      <a:pt x="21" y="34"/>
                    </a:lnTo>
                    <a:lnTo>
                      <a:pt x="22" y="32"/>
                    </a:lnTo>
                    <a:lnTo>
                      <a:pt x="22" y="32"/>
                    </a:lnTo>
                    <a:lnTo>
                      <a:pt x="19" y="30"/>
                    </a:lnTo>
                    <a:lnTo>
                      <a:pt x="18" y="27"/>
                    </a:lnTo>
                    <a:lnTo>
                      <a:pt x="18" y="27"/>
                    </a:lnTo>
                    <a:close/>
                    <a:moveTo>
                      <a:pt x="19" y="51"/>
                    </a:moveTo>
                    <a:lnTo>
                      <a:pt x="19" y="51"/>
                    </a:lnTo>
                    <a:lnTo>
                      <a:pt x="19" y="50"/>
                    </a:lnTo>
                    <a:lnTo>
                      <a:pt x="21" y="49"/>
                    </a:lnTo>
                    <a:lnTo>
                      <a:pt x="19" y="45"/>
                    </a:lnTo>
                    <a:lnTo>
                      <a:pt x="19" y="45"/>
                    </a:lnTo>
                    <a:lnTo>
                      <a:pt x="15" y="46"/>
                    </a:lnTo>
                    <a:lnTo>
                      <a:pt x="15" y="46"/>
                    </a:lnTo>
                    <a:lnTo>
                      <a:pt x="18" y="47"/>
                    </a:lnTo>
                    <a:lnTo>
                      <a:pt x="19" y="49"/>
                    </a:lnTo>
                    <a:lnTo>
                      <a:pt x="19" y="51"/>
                    </a:lnTo>
                    <a:lnTo>
                      <a:pt x="19" y="51"/>
                    </a:lnTo>
                    <a:close/>
                    <a:moveTo>
                      <a:pt x="14" y="50"/>
                    </a:moveTo>
                    <a:lnTo>
                      <a:pt x="14" y="50"/>
                    </a:lnTo>
                    <a:lnTo>
                      <a:pt x="15" y="50"/>
                    </a:lnTo>
                    <a:lnTo>
                      <a:pt x="14" y="51"/>
                    </a:lnTo>
                    <a:lnTo>
                      <a:pt x="14" y="51"/>
                    </a:lnTo>
                    <a:lnTo>
                      <a:pt x="15" y="53"/>
                    </a:lnTo>
                    <a:lnTo>
                      <a:pt x="15" y="53"/>
                    </a:lnTo>
                    <a:lnTo>
                      <a:pt x="15" y="53"/>
                    </a:lnTo>
                    <a:lnTo>
                      <a:pt x="15" y="50"/>
                    </a:lnTo>
                    <a:lnTo>
                      <a:pt x="16" y="49"/>
                    </a:lnTo>
                    <a:lnTo>
                      <a:pt x="16" y="49"/>
                    </a:lnTo>
                    <a:lnTo>
                      <a:pt x="15" y="47"/>
                    </a:lnTo>
                    <a:lnTo>
                      <a:pt x="15" y="47"/>
                    </a:lnTo>
                    <a:lnTo>
                      <a:pt x="15" y="47"/>
                    </a:lnTo>
                    <a:lnTo>
                      <a:pt x="14" y="50"/>
                    </a:lnTo>
                    <a:lnTo>
                      <a:pt x="14" y="50"/>
                    </a:lnTo>
                    <a:close/>
                    <a:moveTo>
                      <a:pt x="22" y="51"/>
                    </a:moveTo>
                    <a:lnTo>
                      <a:pt x="22" y="51"/>
                    </a:lnTo>
                    <a:lnTo>
                      <a:pt x="23" y="53"/>
                    </a:lnTo>
                    <a:lnTo>
                      <a:pt x="23" y="53"/>
                    </a:lnTo>
                    <a:lnTo>
                      <a:pt x="25" y="50"/>
                    </a:lnTo>
                    <a:lnTo>
                      <a:pt x="25" y="50"/>
                    </a:lnTo>
                    <a:lnTo>
                      <a:pt x="23" y="50"/>
                    </a:lnTo>
                    <a:lnTo>
                      <a:pt x="23" y="50"/>
                    </a:lnTo>
                    <a:lnTo>
                      <a:pt x="22" y="51"/>
                    </a:lnTo>
                    <a:lnTo>
                      <a:pt x="22" y="51"/>
                    </a:lnTo>
                    <a:close/>
                    <a:moveTo>
                      <a:pt x="19" y="58"/>
                    </a:moveTo>
                    <a:lnTo>
                      <a:pt x="19" y="58"/>
                    </a:lnTo>
                    <a:lnTo>
                      <a:pt x="21" y="53"/>
                    </a:lnTo>
                    <a:lnTo>
                      <a:pt x="21" y="53"/>
                    </a:lnTo>
                    <a:lnTo>
                      <a:pt x="19" y="54"/>
                    </a:lnTo>
                    <a:lnTo>
                      <a:pt x="18" y="54"/>
                    </a:lnTo>
                    <a:lnTo>
                      <a:pt x="16" y="56"/>
                    </a:lnTo>
                    <a:lnTo>
                      <a:pt x="15" y="57"/>
                    </a:lnTo>
                    <a:lnTo>
                      <a:pt x="15" y="57"/>
                    </a:lnTo>
                    <a:lnTo>
                      <a:pt x="14" y="56"/>
                    </a:lnTo>
                    <a:lnTo>
                      <a:pt x="14" y="57"/>
                    </a:lnTo>
                    <a:lnTo>
                      <a:pt x="16" y="58"/>
                    </a:lnTo>
                    <a:lnTo>
                      <a:pt x="19" y="58"/>
                    </a:lnTo>
                    <a:lnTo>
                      <a:pt x="19" y="58"/>
                    </a:lnTo>
                    <a:close/>
                    <a:moveTo>
                      <a:pt x="29" y="64"/>
                    </a:moveTo>
                    <a:lnTo>
                      <a:pt x="29" y="64"/>
                    </a:lnTo>
                    <a:lnTo>
                      <a:pt x="30" y="64"/>
                    </a:lnTo>
                    <a:lnTo>
                      <a:pt x="31" y="62"/>
                    </a:lnTo>
                    <a:lnTo>
                      <a:pt x="31" y="60"/>
                    </a:lnTo>
                    <a:lnTo>
                      <a:pt x="31" y="60"/>
                    </a:lnTo>
                    <a:lnTo>
                      <a:pt x="29" y="64"/>
                    </a:lnTo>
                    <a:lnTo>
                      <a:pt x="29" y="64"/>
                    </a:lnTo>
                    <a:close/>
                    <a:moveTo>
                      <a:pt x="21" y="69"/>
                    </a:moveTo>
                    <a:lnTo>
                      <a:pt x="21" y="69"/>
                    </a:lnTo>
                    <a:lnTo>
                      <a:pt x="23" y="71"/>
                    </a:lnTo>
                    <a:lnTo>
                      <a:pt x="23" y="71"/>
                    </a:lnTo>
                    <a:lnTo>
                      <a:pt x="25" y="69"/>
                    </a:lnTo>
                    <a:lnTo>
                      <a:pt x="25" y="68"/>
                    </a:lnTo>
                    <a:lnTo>
                      <a:pt x="25" y="68"/>
                    </a:lnTo>
                    <a:lnTo>
                      <a:pt x="25" y="68"/>
                    </a:lnTo>
                    <a:lnTo>
                      <a:pt x="22" y="68"/>
                    </a:lnTo>
                    <a:lnTo>
                      <a:pt x="21" y="69"/>
                    </a:lnTo>
                    <a:lnTo>
                      <a:pt x="21" y="69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grpSp>
        <p:nvGrpSpPr>
          <p:cNvPr id="33" name="组合 32"/>
          <p:cNvGrpSpPr/>
          <p:nvPr/>
        </p:nvGrpSpPr>
        <p:grpSpPr>
          <a:xfrm>
            <a:off x="3568065" y="3718560"/>
            <a:ext cx="526415" cy="536575"/>
            <a:chOff x="3655" y="5295"/>
            <a:chExt cx="1238" cy="1238"/>
          </a:xfrm>
        </p:grpSpPr>
        <p:sp>
          <p:nvSpPr>
            <p:cNvPr id="34" name="Freeform 86"/>
            <p:cNvSpPr>
              <a:spLocks noEditPoints="1"/>
            </p:cNvSpPr>
            <p:nvPr/>
          </p:nvSpPr>
          <p:spPr bwMode="auto">
            <a:xfrm>
              <a:off x="3655" y="5295"/>
              <a:ext cx="1238" cy="1238"/>
            </a:xfrm>
            <a:custGeom>
              <a:avLst/>
              <a:gdLst/>
              <a:ahLst/>
              <a:cxnLst>
                <a:cxn ang="0">
                  <a:pos x="303" y="104"/>
                </a:cxn>
                <a:cxn ang="0">
                  <a:pos x="288" y="65"/>
                </a:cxn>
                <a:cxn ang="0">
                  <a:pos x="259" y="35"/>
                </a:cxn>
                <a:cxn ang="0">
                  <a:pos x="223" y="13"/>
                </a:cxn>
                <a:cxn ang="0">
                  <a:pos x="182" y="2"/>
                </a:cxn>
                <a:cxn ang="0">
                  <a:pos x="141" y="2"/>
                </a:cxn>
                <a:cxn ang="0">
                  <a:pos x="113" y="9"/>
                </a:cxn>
                <a:cxn ang="0">
                  <a:pos x="72" y="29"/>
                </a:cxn>
                <a:cxn ang="0">
                  <a:pos x="36" y="61"/>
                </a:cxn>
                <a:cxn ang="0">
                  <a:pos x="11" y="98"/>
                </a:cxn>
                <a:cxn ang="0">
                  <a:pos x="0" y="141"/>
                </a:cxn>
                <a:cxn ang="0">
                  <a:pos x="4" y="171"/>
                </a:cxn>
                <a:cxn ang="0">
                  <a:pos x="28" y="208"/>
                </a:cxn>
                <a:cxn ang="0">
                  <a:pos x="65" y="237"/>
                </a:cxn>
                <a:cxn ang="0">
                  <a:pos x="93" y="250"/>
                </a:cxn>
                <a:cxn ang="0">
                  <a:pos x="141" y="256"/>
                </a:cxn>
                <a:cxn ang="0">
                  <a:pos x="167" y="261"/>
                </a:cxn>
                <a:cxn ang="0">
                  <a:pos x="168" y="262"/>
                </a:cxn>
                <a:cxn ang="0">
                  <a:pos x="190" y="265"/>
                </a:cxn>
                <a:cxn ang="0">
                  <a:pos x="225" y="252"/>
                </a:cxn>
                <a:cxn ang="0">
                  <a:pos x="255" y="233"/>
                </a:cxn>
                <a:cxn ang="0">
                  <a:pos x="285" y="196"/>
                </a:cxn>
                <a:cxn ang="0">
                  <a:pos x="303" y="150"/>
                </a:cxn>
                <a:cxn ang="0">
                  <a:pos x="306" y="119"/>
                </a:cxn>
                <a:cxn ang="0">
                  <a:pos x="266" y="212"/>
                </a:cxn>
                <a:cxn ang="0">
                  <a:pos x="240" y="237"/>
                </a:cxn>
                <a:cxn ang="0">
                  <a:pos x="207" y="254"/>
                </a:cxn>
                <a:cxn ang="0">
                  <a:pos x="203" y="254"/>
                </a:cxn>
                <a:cxn ang="0">
                  <a:pos x="211" y="248"/>
                </a:cxn>
                <a:cxn ang="0">
                  <a:pos x="208" y="245"/>
                </a:cxn>
                <a:cxn ang="0">
                  <a:pos x="196" y="251"/>
                </a:cxn>
                <a:cxn ang="0">
                  <a:pos x="150" y="250"/>
                </a:cxn>
                <a:cxn ang="0">
                  <a:pos x="128" y="247"/>
                </a:cxn>
                <a:cxn ang="0">
                  <a:pos x="97" y="241"/>
                </a:cxn>
                <a:cxn ang="0">
                  <a:pos x="65" y="226"/>
                </a:cxn>
                <a:cxn ang="0">
                  <a:pos x="29" y="197"/>
                </a:cxn>
                <a:cxn ang="0">
                  <a:pos x="13" y="174"/>
                </a:cxn>
                <a:cxn ang="0">
                  <a:pos x="7" y="149"/>
                </a:cxn>
                <a:cxn ang="0">
                  <a:pos x="13" y="115"/>
                </a:cxn>
                <a:cxn ang="0">
                  <a:pos x="39" y="69"/>
                </a:cxn>
                <a:cxn ang="0">
                  <a:pos x="59" y="47"/>
                </a:cxn>
                <a:cxn ang="0">
                  <a:pos x="97" y="22"/>
                </a:cxn>
                <a:cxn ang="0">
                  <a:pos x="139" y="9"/>
                </a:cxn>
                <a:cxn ang="0">
                  <a:pos x="161" y="7"/>
                </a:cxn>
                <a:cxn ang="0">
                  <a:pos x="193" y="11"/>
                </a:cxn>
                <a:cxn ang="0">
                  <a:pos x="244" y="35"/>
                </a:cxn>
                <a:cxn ang="0">
                  <a:pos x="269" y="55"/>
                </a:cxn>
                <a:cxn ang="0">
                  <a:pos x="287" y="83"/>
                </a:cxn>
                <a:cxn ang="0">
                  <a:pos x="296" y="115"/>
                </a:cxn>
                <a:cxn ang="0">
                  <a:pos x="292" y="160"/>
                </a:cxn>
                <a:cxn ang="0">
                  <a:pos x="273" y="204"/>
                </a:cxn>
              </a:cxnLst>
              <a:rect l="0" t="0" r="r" b="b"/>
              <a:pathLst>
                <a:path w="306" h="265">
                  <a:moveTo>
                    <a:pt x="306" y="119"/>
                  </a:moveTo>
                  <a:lnTo>
                    <a:pt x="306" y="119"/>
                  </a:lnTo>
                  <a:lnTo>
                    <a:pt x="303" y="104"/>
                  </a:lnTo>
                  <a:lnTo>
                    <a:pt x="299" y="90"/>
                  </a:lnTo>
                  <a:lnTo>
                    <a:pt x="295" y="78"/>
                  </a:lnTo>
                  <a:lnTo>
                    <a:pt x="288" y="65"/>
                  </a:lnTo>
                  <a:lnTo>
                    <a:pt x="280" y="54"/>
                  </a:lnTo>
                  <a:lnTo>
                    <a:pt x="270" y="44"/>
                  </a:lnTo>
                  <a:lnTo>
                    <a:pt x="259" y="35"/>
                  </a:lnTo>
                  <a:lnTo>
                    <a:pt x="248" y="27"/>
                  </a:lnTo>
                  <a:lnTo>
                    <a:pt x="236" y="20"/>
                  </a:lnTo>
                  <a:lnTo>
                    <a:pt x="223" y="13"/>
                  </a:lnTo>
                  <a:lnTo>
                    <a:pt x="209" y="9"/>
                  </a:lnTo>
                  <a:lnTo>
                    <a:pt x="196" y="5"/>
                  </a:lnTo>
                  <a:lnTo>
                    <a:pt x="182" y="2"/>
                  </a:lnTo>
                  <a:lnTo>
                    <a:pt x="168" y="0"/>
                  </a:lnTo>
                  <a:lnTo>
                    <a:pt x="154" y="0"/>
                  </a:lnTo>
                  <a:lnTo>
                    <a:pt x="141" y="2"/>
                  </a:lnTo>
                  <a:lnTo>
                    <a:pt x="141" y="2"/>
                  </a:lnTo>
                  <a:lnTo>
                    <a:pt x="127" y="5"/>
                  </a:lnTo>
                  <a:lnTo>
                    <a:pt x="113" y="9"/>
                  </a:lnTo>
                  <a:lnTo>
                    <a:pt x="99" y="14"/>
                  </a:lnTo>
                  <a:lnTo>
                    <a:pt x="86" y="21"/>
                  </a:lnTo>
                  <a:lnTo>
                    <a:pt x="72" y="29"/>
                  </a:lnTo>
                  <a:lnTo>
                    <a:pt x="59" y="39"/>
                  </a:lnTo>
                  <a:lnTo>
                    <a:pt x="47" y="49"/>
                  </a:lnTo>
                  <a:lnTo>
                    <a:pt x="36" y="61"/>
                  </a:lnTo>
                  <a:lnTo>
                    <a:pt x="26" y="72"/>
                  </a:lnTo>
                  <a:lnTo>
                    <a:pt x="18" y="86"/>
                  </a:lnTo>
                  <a:lnTo>
                    <a:pt x="11" y="98"/>
                  </a:lnTo>
                  <a:lnTo>
                    <a:pt x="6" y="113"/>
                  </a:lnTo>
                  <a:lnTo>
                    <a:pt x="2" y="127"/>
                  </a:lnTo>
                  <a:lnTo>
                    <a:pt x="0" y="141"/>
                  </a:lnTo>
                  <a:lnTo>
                    <a:pt x="0" y="156"/>
                  </a:lnTo>
                  <a:lnTo>
                    <a:pt x="4" y="171"/>
                  </a:lnTo>
                  <a:lnTo>
                    <a:pt x="4" y="171"/>
                  </a:lnTo>
                  <a:lnTo>
                    <a:pt x="10" y="184"/>
                  </a:lnTo>
                  <a:lnTo>
                    <a:pt x="17" y="196"/>
                  </a:lnTo>
                  <a:lnTo>
                    <a:pt x="28" y="208"/>
                  </a:lnTo>
                  <a:lnTo>
                    <a:pt x="39" y="219"/>
                  </a:lnTo>
                  <a:lnTo>
                    <a:pt x="51" y="229"/>
                  </a:lnTo>
                  <a:lnTo>
                    <a:pt x="65" y="237"/>
                  </a:lnTo>
                  <a:lnTo>
                    <a:pt x="79" y="244"/>
                  </a:lnTo>
                  <a:lnTo>
                    <a:pt x="93" y="250"/>
                  </a:lnTo>
                  <a:lnTo>
                    <a:pt x="93" y="250"/>
                  </a:lnTo>
                  <a:lnTo>
                    <a:pt x="108" y="252"/>
                  </a:lnTo>
                  <a:lnTo>
                    <a:pt x="124" y="255"/>
                  </a:lnTo>
                  <a:lnTo>
                    <a:pt x="141" y="256"/>
                  </a:lnTo>
                  <a:lnTo>
                    <a:pt x="156" y="259"/>
                  </a:lnTo>
                  <a:lnTo>
                    <a:pt x="156" y="259"/>
                  </a:lnTo>
                  <a:lnTo>
                    <a:pt x="167" y="261"/>
                  </a:lnTo>
                  <a:lnTo>
                    <a:pt x="167" y="261"/>
                  </a:lnTo>
                  <a:lnTo>
                    <a:pt x="167" y="262"/>
                  </a:lnTo>
                  <a:lnTo>
                    <a:pt x="168" y="262"/>
                  </a:lnTo>
                  <a:lnTo>
                    <a:pt x="168" y="262"/>
                  </a:lnTo>
                  <a:lnTo>
                    <a:pt x="179" y="265"/>
                  </a:lnTo>
                  <a:lnTo>
                    <a:pt x="190" y="265"/>
                  </a:lnTo>
                  <a:lnTo>
                    <a:pt x="203" y="262"/>
                  </a:lnTo>
                  <a:lnTo>
                    <a:pt x="214" y="258"/>
                  </a:lnTo>
                  <a:lnTo>
                    <a:pt x="225" y="252"/>
                  </a:lnTo>
                  <a:lnTo>
                    <a:pt x="236" y="247"/>
                  </a:lnTo>
                  <a:lnTo>
                    <a:pt x="255" y="233"/>
                  </a:lnTo>
                  <a:lnTo>
                    <a:pt x="255" y="233"/>
                  </a:lnTo>
                  <a:lnTo>
                    <a:pt x="266" y="222"/>
                  </a:lnTo>
                  <a:lnTo>
                    <a:pt x="277" y="210"/>
                  </a:lnTo>
                  <a:lnTo>
                    <a:pt x="285" y="196"/>
                  </a:lnTo>
                  <a:lnTo>
                    <a:pt x="293" y="182"/>
                  </a:lnTo>
                  <a:lnTo>
                    <a:pt x="299" y="166"/>
                  </a:lnTo>
                  <a:lnTo>
                    <a:pt x="303" y="150"/>
                  </a:lnTo>
                  <a:lnTo>
                    <a:pt x="306" y="134"/>
                  </a:lnTo>
                  <a:lnTo>
                    <a:pt x="306" y="119"/>
                  </a:lnTo>
                  <a:lnTo>
                    <a:pt x="306" y="119"/>
                  </a:lnTo>
                  <a:close/>
                  <a:moveTo>
                    <a:pt x="273" y="204"/>
                  </a:moveTo>
                  <a:lnTo>
                    <a:pt x="273" y="204"/>
                  </a:lnTo>
                  <a:lnTo>
                    <a:pt x="266" y="212"/>
                  </a:lnTo>
                  <a:lnTo>
                    <a:pt x="259" y="221"/>
                  </a:lnTo>
                  <a:lnTo>
                    <a:pt x="249" y="229"/>
                  </a:lnTo>
                  <a:lnTo>
                    <a:pt x="240" y="237"/>
                  </a:lnTo>
                  <a:lnTo>
                    <a:pt x="229" y="244"/>
                  </a:lnTo>
                  <a:lnTo>
                    <a:pt x="218" y="250"/>
                  </a:lnTo>
                  <a:lnTo>
                    <a:pt x="207" y="254"/>
                  </a:lnTo>
                  <a:lnTo>
                    <a:pt x="196" y="256"/>
                  </a:lnTo>
                  <a:lnTo>
                    <a:pt x="196" y="256"/>
                  </a:lnTo>
                  <a:lnTo>
                    <a:pt x="203" y="254"/>
                  </a:lnTo>
                  <a:lnTo>
                    <a:pt x="209" y="250"/>
                  </a:lnTo>
                  <a:lnTo>
                    <a:pt x="209" y="250"/>
                  </a:lnTo>
                  <a:lnTo>
                    <a:pt x="211" y="248"/>
                  </a:lnTo>
                  <a:lnTo>
                    <a:pt x="211" y="247"/>
                  </a:lnTo>
                  <a:lnTo>
                    <a:pt x="209" y="245"/>
                  </a:lnTo>
                  <a:lnTo>
                    <a:pt x="208" y="245"/>
                  </a:lnTo>
                  <a:lnTo>
                    <a:pt x="208" y="245"/>
                  </a:lnTo>
                  <a:lnTo>
                    <a:pt x="203" y="248"/>
                  </a:lnTo>
                  <a:lnTo>
                    <a:pt x="196" y="251"/>
                  </a:lnTo>
                  <a:lnTo>
                    <a:pt x="179" y="252"/>
                  </a:lnTo>
                  <a:lnTo>
                    <a:pt x="163" y="252"/>
                  </a:lnTo>
                  <a:lnTo>
                    <a:pt x="150" y="250"/>
                  </a:lnTo>
                  <a:lnTo>
                    <a:pt x="150" y="250"/>
                  </a:lnTo>
                  <a:lnTo>
                    <a:pt x="139" y="248"/>
                  </a:lnTo>
                  <a:lnTo>
                    <a:pt x="128" y="247"/>
                  </a:lnTo>
                  <a:lnTo>
                    <a:pt x="108" y="244"/>
                  </a:lnTo>
                  <a:lnTo>
                    <a:pt x="108" y="244"/>
                  </a:lnTo>
                  <a:lnTo>
                    <a:pt x="97" y="241"/>
                  </a:lnTo>
                  <a:lnTo>
                    <a:pt x="86" y="239"/>
                  </a:lnTo>
                  <a:lnTo>
                    <a:pt x="75" y="233"/>
                  </a:lnTo>
                  <a:lnTo>
                    <a:pt x="65" y="226"/>
                  </a:lnTo>
                  <a:lnTo>
                    <a:pt x="47" y="212"/>
                  </a:lnTo>
                  <a:lnTo>
                    <a:pt x="29" y="197"/>
                  </a:lnTo>
                  <a:lnTo>
                    <a:pt x="29" y="197"/>
                  </a:lnTo>
                  <a:lnTo>
                    <a:pt x="22" y="190"/>
                  </a:lnTo>
                  <a:lnTo>
                    <a:pt x="17" y="182"/>
                  </a:lnTo>
                  <a:lnTo>
                    <a:pt x="13" y="174"/>
                  </a:lnTo>
                  <a:lnTo>
                    <a:pt x="10" y="167"/>
                  </a:lnTo>
                  <a:lnTo>
                    <a:pt x="7" y="159"/>
                  </a:lnTo>
                  <a:lnTo>
                    <a:pt x="7" y="149"/>
                  </a:lnTo>
                  <a:lnTo>
                    <a:pt x="7" y="141"/>
                  </a:lnTo>
                  <a:lnTo>
                    <a:pt x="9" y="133"/>
                  </a:lnTo>
                  <a:lnTo>
                    <a:pt x="13" y="115"/>
                  </a:lnTo>
                  <a:lnTo>
                    <a:pt x="20" y="98"/>
                  </a:lnTo>
                  <a:lnTo>
                    <a:pt x="29" y="83"/>
                  </a:lnTo>
                  <a:lnTo>
                    <a:pt x="39" y="69"/>
                  </a:lnTo>
                  <a:lnTo>
                    <a:pt x="39" y="69"/>
                  </a:lnTo>
                  <a:lnTo>
                    <a:pt x="48" y="58"/>
                  </a:lnTo>
                  <a:lnTo>
                    <a:pt x="59" y="47"/>
                  </a:lnTo>
                  <a:lnTo>
                    <a:pt x="72" y="39"/>
                  </a:lnTo>
                  <a:lnTo>
                    <a:pt x="84" y="31"/>
                  </a:lnTo>
                  <a:lnTo>
                    <a:pt x="97" y="22"/>
                  </a:lnTo>
                  <a:lnTo>
                    <a:pt x="110" y="17"/>
                  </a:lnTo>
                  <a:lnTo>
                    <a:pt x="124" y="13"/>
                  </a:lnTo>
                  <a:lnTo>
                    <a:pt x="139" y="9"/>
                  </a:lnTo>
                  <a:lnTo>
                    <a:pt x="139" y="9"/>
                  </a:lnTo>
                  <a:lnTo>
                    <a:pt x="150" y="7"/>
                  </a:lnTo>
                  <a:lnTo>
                    <a:pt x="161" y="7"/>
                  </a:lnTo>
                  <a:lnTo>
                    <a:pt x="172" y="7"/>
                  </a:lnTo>
                  <a:lnTo>
                    <a:pt x="183" y="9"/>
                  </a:lnTo>
                  <a:lnTo>
                    <a:pt x="193" y="11"/>
                  </a:lnTo>
                  <a:lnTo>
                    <a:pt x="204" y="14"/>
                  </a:lnTo>
                  <a:lnTo>
                    <a:pt x="225" y="22"/>
                  </a:lnTo>
                  <a:lnTo>
                    <a:pt x="244" y="35"/>
                  </a:lnTo>
                  <a:lnTo>
                    <a:pt x="252" y="40"/>
                  </a:lnTo>
                  <a:lnTo>
                    <a:pt x="260" y="49"/>
                  </a:lnTo>
                  <a:lnTo>
                    <a:pt x="269" y="55"/>
                  </a:lnTo>
                  <a:lnTo>
                    <a:pt x="276" y="65"/>
                  </a:lnTo>
                  <a:lnTo>
                    <a:pt x="281" y="73"/>
                  </a:lnTo>
                  <a:lnTo>
                    <a:pt x="287" y="83"/>
                  </a:lnTo>
                  <a:lnTo>
                    <a:pt x="287" y="83"/>
                  </a:lnTo>
                  <a:lnTo>
                    <a:pt x="293" y="98"/>
                  </a:lnTo>
                  <a:lnTo>
                    <a:pt x="296" y="115"/>
                  </a:lnTo>
                  <a:lnTo>
                    <a:pt x="298" y="130"/>
                  </a:lnTo>
                  <a:lnTo>
                    <a:pt x="296" y="145"/>
                  </a:lnTo>
                  <a:lnTo>
                    <a:pt x="292" y="160"/>
                  </a:lnTo>
                  <a:lnTo>
                    <a:pt x="288" y="175"/>
                  </a:lnTo>
                  <a:lnTo>
                    <a:pt x="281" y="189"/>
                  </a:lnTo>
                  <a:lnTo>
                    <a:pt x="273" y="204"/>
                  </a:lnTo>
                  <a:lnTo>
                    <a:pt x="273" y="204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pSp>
          <p:nvGrpSpPr>
            <p:cNvPr id="35" name="组合 34"/>
            <p:cNvGrpSpPr/>
            <p:nvPr/>
          </p:nvGrpSpPr>
          <p:grpSpPr>
            <a:xfrm>
              <a:off x="3918" y="5387"/>
              <a:ext cx="776" cy="1018"/>
              <a:chOff x="5286380" y="2852739"/>
              <a:chExt cx="203200" cy="382588"/>
            </a:xfrm>
          </p:grpSpPr>
          <p:sp>
            <p:nvSpPr>
              <p:cNvPr id="36" name="Freeform 4219"/>
              <p:cNvSpPr/>
              <p:nvPr/>
            </p:nvSpPr>
            <p:spPr bwMode="auto">
              <a:xfrm>
                <a:off x="5381630" y="2867026"/>
                <a:ext cx="17463" cy="26988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8" y="0"/>
                  </a:cxn>
                  <a:cxn ang="0">
                    <a:pos x="10" y="2"/>
                  </a:cxn>
                  <a:cxn ang="0">
                    <a:pos x="11" y="4"/>
                  </a:cxn>
                  <a:cxn ang="0">
                    <a:pos x="10" y="11"/>
                  </a:cxn>
                  <a:cxn ang="0">
                    <a:pos x="8" y="14"/>
                  </a:cxn>
                  <a:cxn ang="0">
                    <a:pos x="6" y="15"/>
                  </a:cxn>
                  <a:cxn ang="0">
                    <a:pos x="4" y="17"/>
                  </a:cxn>
                  <a:cxn ang="0">
                    <a:pos x="2" y="15"/>
                  </a:cxn>
                  <a:cxn ang="0">
                    <a:pos x="2" y="15"/>
                  </a:cxn>
                  <a:cxn ang="0">
                    <a:pos x="0" y="13"/>
                  </a:cxn>
                  <a:cxn ang="0">
                    <a:pos x="0" y="7"/>
                  </a:cxn>
                  <a:cxn ang="0">
                    <a:pos x="0" y="7"/>
                  </a:cxn>
                  <a:cxn ang="0">
                    <a:pos x="2" y="6"/>
                  </a:cxn>
                  <a:cxn ang="0">
                    <a:pos x="3" y="6"/>
                  </a:cxn>
                  <a:cxn ang="0">
                    <a:pos x="3" y="6"/>
                  </a:cxn>
                  <a:cxn ang="0">
                    <a:pos x="2" y="7"/>
                  </a:cxn>
                  <a:cxn ang="0">
                    <a:pos x="2" y="10"/>
                  </a:cxn>
                  <a:cxn ang="0">
                    <a:pos x="2" y="13"/>
                  </a:cxn>
                  <a:cxn ang="0">
                    <a:pos x="3" y="14"/>
                  </a:cxn>
                  <a:cxn ang="0">
                    <a:pos x="3" y="14"/>
                  </a:cxn>
                  <a:cxn ang="0">
                    <a:pos x="6" y="14"/>
                  </a:cxn>
                  <a:cxn ang="0">
                    <a:pos x="7" y="13"/>
                  </a:cxn>
                  <a:cxn ang="0">
                    <a:pos x="8" y="8"/>
                  </a:cxn>
                  <a:cxn ang="0">
                    <a:pos x="8" y="0"/>
                  </a:cxn>
                  <a:cxn ang="0">
                    <a:pos x="8" y="0"/>
                  </a:cxn>
                </a:cxnLst>
                <a:rect l="0" t="0" r="r" b="b"/>
                <a:pathLst>
                  <a:path w="11" h="17">
                    <a:moveTo>
                      <a:pt x="8" y="0"/>
                    </a:moveTo>
                    <a:lnTo>
                      <a:pt x="8" y="0"/>
                    </a:lnTo>
                    <a:lnTo>
                      <a:pt x="10" y="2"/>
                    </a:lnTo>
                    <a:lnTo>
                      <a:pt x="11" y="4"/>
                    </a:lnTo>
                    <a:lnTo>
                      <a:pt x="10" y="11"/>
                    </a:lnTo>
                    <a:lnTo>
                      <a:pt x="8" y="14"/>
                    </a:lnTo>
                    <a:lnTo>
                      <a:pt x="6" y="15"/>
                    </a:lnTo>
                    <a:lnTo>
                      <a:pt x="4" y="17"/>
                    </a:lnTo>
                    <a:lnTo>
                      <a:pt x="2" y="15"/>
                    </a:lnTo>
                    <a:lnTo>
                      <a:pt x="2" y="15"/>
                    </a:lnTo>
                    <a:lnTo>
                      <a:pt x="0" y="13"/>
                    </a:lnTo>
                    <a:lnTo>
                      <a:pt x="0" y="7"/>
                    </a:lnTo>
                    <a:lnTo>
                      <a:pt x="0" y="7"/>
                    </a:lnTo>
                    <a:lnTo>
                      <a:pt x="2" y="6"/>
                    </a:lnTo>
                    <a:lnTo>
                      <a:pt x="3" y="6"/>
                    </a:lnTo>
                    <a:lnTo>
                      <a:pt x="3" y="6"/>
                    </a:lnTo>
                    <a:lnTo>
                      <a:pt x="2" y="7"/>
                    </a:lnTo>
                    <a:lnTo>
                      <a:pt x="2" y="10"/>
                    </a:lnTo>
                    <a:lnTo>
                      <a:pt x="2" y="13"/>
                    </a:lnTo>
                    <a:lnTo>
                      <a:pt x="3" y="14"/>
                    </a:lnTo>
                    <a:lnTo>
                      <a:pt x="3" y="14"/>
                    </a:lnTo>
                    <a:lnTo>
                      <a:pt x="6" y="14"/>
                    </a:lnTo>
                    <a:lnTo>
                      <a:pt x="7" y="13"/>
                    </a:lnTo>
                    <a:lnTo>
                      <a:pt x="8" y="8"/>
                    </a:lnTo>
                    <a:lnTo>
                      <a:pt x="8" y="0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7" name="Freeform 4220"/>
              <p:cNvSpPr/>
              <p:nvPr/>
            </p:nvSpPr>
            <p:spPr bwMode="auto">
              <a:xfrm>
                <a:off x="5400680" y="2981326"/>
                <a:ext cx="4763" cy="22225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2" y="0"/>
                  </a:cxn>
                  <a:cxn ang="0">
                    <a:pos x="3" y="6"/>
                  </a:cxn>
                  <a:cxn ang="0">
                    <a:pos x="3" y="10"/>
                  </a:cxn>
                  <a:cxn ang="0">
                    <a:pos x="2" y="14"/>
                  </a:cxn>
                  <a:cxn ang="0">
                    <a:pos x="2" y="14"/>
                  </a:cxn>
                  <a:cxn ang="0">
                    <a:pos x="0" y="11"/>
                  </a:cxn>
                  <a:cxn ang="0">
                    <a:pos x="0" y="7"/>
                  </a:cxn>
                  <a:cxn ang="0">
                    <a:pos x="2" y="0"/>
                  </a:cxn>
                  <a:cxn ang="0">
                    <a:pos x="2" y="0"/>
                  </a:cxn>
                </a:cxnLst>
                <a:rect l="0" t="0" r="r" b="b"/>
                <a:pathLst>
                  <a:path w="3" h="14">
                    <a:moveTo>
                      <a:pt x="2" y="0"/>
                    </a:moveTo>
                    <a:lnTo>
                      <a:pt x="2" y="0"/>
                    </a:lnTo>
                    <a:lnTo>
                      <a:pt x="3" y="6"/>
                    </a:lnTo>
                    <a:lnTo>
                      <a:pt x="3" y="10"/>
                    </a:lnTo>
                    <a:lnTo>
                      <a:pt x="2" y="14"/>
                    </a:lnTo>
                    <a:lnTo>
                      <a:pt x="2" y="14"/>
                    </a:lnTo>
                    <a:lnTo>
                      <a:pt x="0" y="11"/>
                    </a:lnTo>
                    <a:lnTo>
                      <a:pt x="0" y="7"/>
                    </a:lnTo>
                    <a:lnTo>
                      <a:pt x="2" y="0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8" name="Freeform 4221"/>
              <p:cNvSpPr>
                <a:spLocks noEditPoints="1"/>
              </p:cNvSpPr>
              <p:nvPr/>
            </p:nvSpPr>
            <p:spPr bwMode="auto">
              <a:xfrm>
                <a:off x="5286380" y="2852739"/>
                <a:ext cx="203200" cy="382588"/>
              </a:xfrm>
              <a:custGeom>
                <a:avLst/>
                <a:gdLst/>
                <a:ahLst/>
                <a:cxnLst>
                  <a:cxn ang="0">
                    <a:pos x="78" y="52"/>
                  </a:cxn>
                  <a:cxn ang="0">
                    <a:pos x="91" y="68"/>
                  </a:cxn>
                  <a:cxn ang="0">
                    <a:pos x="104" y="96"/>
                  </a:cxn>
                  <a:cxn ang="0">
                    <a:pos x="125" y="120"/>
                  </a:cxn>
                  <a:cxn ang="0">
                    <a:pos x="121" y="223"/>
                  </a:cxn>
                  <a:cxn ang="0">
                    <a:pos x="34" y="238"/>
                  </a:cxn>
                  <a:cxn ang="0">
                    <a:pos x="2" y="212"/>
                  </a:cxn>
                  <a:cxn ang="0">
                    <a:pos x="3" y="120"/>
                  </a:cxn>
                  <a:cxn ang="0">
                    <a:pos x="18" y="94"/>
                  </a:cxn>
                  <a:cxn ang="0">
                    <a:pos x="37" y="64"/>
                  </a:cxn>
                  <a:cxn ang="0">
                    <a:pos x="51" y="45"/>
                  </a:cxn>
                  <a:cxn ang="0">
                    <a:pos x="60" y="4"/>
                  </a:cxn>
                  <a:cxn ang="0">
                    <a:pos x="72" y="9"/>
                  </a:cxn>
                  <a:cxn ang="0">
                    <a:pos x="53" y="27"/>
                  </a:cxn>
                  <a:cxn ang="0">
                    <a:pos x="68" y="32"/>
                  </a:cxn>
                  <a:cxn ang="0">
                    <a:pos x="51" y="34"/>
                  </a:cxn>
                  <a:cxn ang="0">
                    <a:pos x="75" y="30"/>
                  </a:cxn>
                  <a:cxn ang="0">
                    <a:pos x="82" y="37"/>
                  </a:cxn>
                  <a:cxn ang="0">
                    <a:pos x="49" y="41"/>
                  </a:cxn>
                  <a:cxn ang="0">
                    <a:pos x="68" y="52"/>
                  </a:cxn>
                  <a:cxn ang="0">
                    <a:pos x="71" y="57"/>
                  </a:cxn>
                  <a:cxn ang="0">
                    <a:pos x="71" y="57"/>
                  </a:cxn>
                  <a:cxn ang="0">
                    <a:pos x="56" y="60"/>
                  </a:cxn>
                  <a:cxn ang="0">
                    <a:pos x="59" y="60"/>
                  </a:cxn>
                  <a:cxn ang="0">
                    <a:pos x="53" y="62"/>
                  </a:cxn>
                  <a:cxn ang="0">
                    <a:pos x="76" y="69"/>
                  </a:cxn>
                  <a:cxn ang="0">
                    <a:pos x="56" y="64"/>
                  </a:cxn>
                  <a:cxn ang="0">
                    <a:pos x="78" y="86"/>
                  </a:cxn>
                  <a:cxn ang="0">
                    <a:pos x="86" y="71"/>
                  </a:cxn>
                  <a:cxn ang="0">
                    <a:pos x="49" y="84"/>
                  </a:cxn>
                  <a:cxn ang="0">
                    <a:pos x="86" y="94"/>
                  </a:cxn>
                  <a:cxn ang="0">
                    <a:pos x="94" y="94"/>
                  </a:cxn>
                  <a:cxn ang="0">
                    <a:pos x="22" y="98"/>
                  </a:cxn>
                  <a:cxn ang="0">
                    <a:pos x="51" y="98"/>
                  </a:cxn>
                  <a:cxn ang="0">
                    <a:pos x="36" y="111"/>
                  </a:cxn>
                  <a:cxn ang="0">
                    <a:pos x="105" y="99"/>
                  </a:cxn>
                  <a:cxn ang="0">
                    <a:pos x="49" y="105"/>
                  </a:cxn>
                  <a:cxn ang="0">
                    <a:pos x="86" y="114"/>
                  </a:cxn>
                  <a:cxn ang="0">
                    <a:pos x="6" y="115"/>
                  </a:cxn>
                  <a:cxn ang="0">
                    <a:pos x="8" y="113"/>
                  </a:cxn>
                  <a:cxn ang="0">
                    <a:pos x="100" y="115"/>
                  </a:cxn>
                  <a:cxn ang="0">
                    <a:pos x="34" y="125"/>
                  </a:cxn>
                  <a:cxn ang="0">
                    <a:pos x="115" y="118"/>
                  </a:cxn>
                  <a:cxn ang="0">
                    <a:pos x="11" y="179"/>
                  </a:cxn>
                  <a:cxn ang="0">
                    <a:pos x="22" y="128"/>
                  </a:cxn>
                  <a:cxn ang="0">
                    <a:pos x="19" y="126"/>
                  </a:cxn>
                  <a:cxn ang="0">
                    <a:pos x="8" y="139"/>
                  </a:cxn>
                  <a:cxn ang="0">
                    <a:pos x="94" y="130"/>
                  </a:cxn>
                  <a:cxn ang="0">
                    <a:pos x="90" y="208"/>
                  </a:cxn>
                  <a:cxn ang="0">
                    <a:pos x="52" y="188"/>
                  </a:cxn>
                  <a:cxn ang="0">
                    <a:pos x="44" y="130"/>
                  </a:cxn>
                  <a:cxn ang="0">
                    <a:pos x="38" y="219"/>
                  </a:cxn>
                  <a:cxn ang="0">
                    <a:pos x="47" y="196"/>
                  </a:cxn>
                  <a:cxn ang="0">
                    <a:pos x="123" y="135"/>
                  </a:cxn>
                  <a:cxn ang="0">
                    <a:pos x="64" y="137"/>
                  </a:cxn>
                  <a:cxn ang="0">
                    <a:pos x="72" y="209"/>
                  </a:cxn>
                  <a:cxn ang="0">
                    <a:pos x="104" y="159"/>
                  </a:cxn>
                  <a:cxn ang="0">
                    <a:pos x="71" y="132"/>
                  </a:cxn>
                  <a:cxn ang="0">
                    <a:pos x="32" y="232"/>
                  </a:cxn>
                  <a:cxn ang="0">
                    <a:pos x="48" y="220"/>
                  </a:cxn>
                  <a:cxn ang="0">
                    <a:pos x="33" y="227"/>
                  </a:cxn>
                  <a:cxn ang="0">
                    <a:pos x="102" y="226"/>
                  </a:cxn>
                  <a:cxn ang="0">
                    <a:pos x="98" y="212"/>
                  </a:cxn>
                </a:cxnLst>
                <a:rect l="0" t="0" r="r" b="b"/>
                <a:pathLst>
                  <a:path w="128" h="241">
                    <a:moveTo>
                      <a:pt x="81" y="24"/>
                    </a:moveTo>
                    <a:lnTo>
                      <a:pt x="81" y="24"/>
                    </a:lnTo>
                    <a:lnTo>
                      <a:pt x="83" y="27"/>
                    </a:lnTo>
                    <a:lnTo>
                      <a:pt x="85" y="30"/>
                    </a:lnTo>
                    <a:lnTo>
                      <a:pt x="85" y="37"/>
                    </a:lnTo>
                    <a:lnTo>
                      <a:pt x="82" y="43"/>
                    </a:lnTo>
                    <a:lnTo>
                      <a:pt x="81" y="45"/>
                    </a:lnTo>
                    <a:lnTo>
                      <a:pt x="78" y="46"/>
                    </a:lnTo>
                    <a:lnTo>
                      <a:pt x="78" y="46"/>
                    </a:lnTo>
                    <a:lnTo>
                      <a:pt x="79" y="49"/>
                    </a:lnTo>
                    <a:lnTo>
                      <a:pt x="78" y="52"/>
                    </a:lnTo>
                    <a:lnTo>
                      <a:pt x="75" y="54"/>
                    </a:lnTo>
                    <a:lnTo>
                      <a:pt x="75" y="54"/>
                    </a:lnTo>
                    <a:lnTo>
                      <a:pt x="75" y="57"/>
                    </a:lnTo>
                    <a:lnTo>
                      <a:pt x="76" y="58"/>
                    </a:lnTo>
                    <a:lnTo>
                      <a:pt x="76" y="58"/>
                    </a:lnTo>
                    <a:lnTo>
                      <a:pt x="81" y="58"/>
                    </a:lnTo>
                    <a:lnTo>
                      <a:pt x="85" y="60"/>
                    </a:lnTo>
                    <a:lnTo>
                      <a:pt x="93" y="64"/>
                    </a:lnTo>
                    <a:lnTo>
                      <a:pt x="93" y="64"/>
                    </a:lnTo>
                    <a:lnTo>
                      <a:pt x="93" y="66"/>
                    </a:lnTo>
                    <a:lnTo>
                      <a:pt x="91" y="68"/>
                    </a:lnTo>
                    <a:lnTo>
                      <a:pt x="90" y="69"/>
                    </a:lnTo>
                    <a:lnTo>
                      <a:pt x="89" y="71"/>
                    </a:lnTo>
                    <a:lnTo>
                      <a:pt x="89" y="71"/>
                    </a:lnTo>
                    <a:lnTo>
                      <a:pt x="87" y="79"/>
                    </a:lnTo>
                    <a:lnTo>
                      <a:pt x="87" y="88"/>
                    </a:lnTo>
                    <a:lnTo>
                      <a:pt x="87" y="88"/>
                    </a:lnTo>
                    <a:lnTo>
                      <a:pt x="93" y="91"/>
                    </a:lnTo>
                    <a:lnTo>
                      <a:pt x="100" y="92"/>
                    </a:lnTo>
                    <a:lnTo>
                      <a:pt x="100" y="92"/>
                    </a:lnTo>
                    <a:lnTo>
                      <a:pt x="102" y="95"/>
                    </a:lnTo>
                    <a:lnTo>
                      <a:pt x="104" y="96"/>
                    </a:lnTo>
                    <a:lnTo>
                      <a:pt x="106" y="96"/>
                    </a:lnTo>
                    <a:lnTo>
                      <a:pt x="106" y="96"/>
                    </a:lnTo>
                    <a:lnTo>
                      <a:pt x="116" y="103"/>
                    </a:lnTo>
                    <a:lnTo>
                      <a:pt x="116" y="103"/>
                    </a:lnTo>
                    <a:lnTo>
                      <a:pt x="125" y="110"/>
                    </a:lnTo>
                    <a:lnTo>
                      <a:pt x="125" y="110"/>
                    </a:lnTo>
                    <a:lnTo>
                      <a:pt x="128" y="113"/>
                    </a:lnTo>
                    <a:lnTo>
                      <a:pt x="128" y="115"/>
                    </a:lnTo>
                    <a:lnTo>
                      <a:pt x="127" y="118"/>
                    </a:lnTo>
                    <a:lnTo>
                      <a:pt x="125" y="120"/>
                    </a:lnTo>
                    <a:lnTo>
                      <a:pt x="125" y="120"/>
                    </a:lnTo>
                    <a:lnTo>
                      <a:pt x="124" y="163"/>
                    </a:lnTo>
                    <a:lnTo>
                      <a:pt x="123" y="185"/>
                    </a:lnTo>
                    <a:lnTo>
                      <a:pt x="121" y="207"/>
                    </a:lnTo>
                    <a:lnTo>
                      <a:pt x="121" y="207"/>
                    </a:lnTo>
                    <a:lnTo>
                      <a:pt x="124" y="208"/>
                    </a:lnTo>
                    <a:lnTo>
                      <a:pt x="125" y="209"/>
                    </a:lnTo>
                    <a:lnTo>
                      <a:pt x="125" y="209"/>
                    </a:lnTo>
                    <a:lnTo>
                      <a:pt x="125" y="215"/>
                    </a:lnTo>
                    <a:lnTo>
                      <a:pt x="124" y="220"/>
                    </a:lnTo>
                    <a:lnTo>
                      <a:pt x="124" y="220"/>
                    </a:lnTo>
                    <a:lnTo>
                      <a:pt x="121" y="223"/>
                    </a:lnTo>
                    <a:lnTo>
                      <a:pt x="119" y="226"/>
                    </a:lnTo>
                    <a:lnTo>
                      <a:pt x="109" y="227"/>
                    </a:lnTo>
                    <a:lnTo>
                      <a:pt x="109" y="227"/>
                    </a:lnTo>
                    <a:lnTo>
                      <a:pt x="98" y="228"/>
                    </a:lnTo>
                    <a:lnTo>
                      <a:pt x="86" y="230"/>
                    </a:lnTo>
                    <a:lnTo>
                      <a:pt x="86" y="230"/>
                    </a:lnTo>
                    <a:lnTo>
                      <a:pt x="63" y="235"/>
                    </a:lnTo>
                    <a:lnTo>
                      <a:pt x="42" y="241"/>
                    </a:lnTo>
                    <a:lnTo>
                      <a:pt x="42" y="241"/>
                    </a:lnTo>
                    <a:lnTo>
                      <a:pt x="36" y="239"/>
                    </a:lnTo>
                    <a:lnTo>
                      <a:pt x="34" y="238"/>
                    </a:lnTo>
                    <a:lnTo>
                      <a:pt x="33" y="237"/>
                    </a:lnTo>
                    <a:lnTo>
                      <a:pt x="33" y="237"/>
                    </a:lnTo>
                    <a:lnTo>
                      <a:pt x="29" y="235"/>
                    </a:lnTo>
                    <a:lnTo>
                      <a:pt x="25" y="232"/>
                    </a:lnTo>
                    <a:lnTo>
                      <a:pt x="17" y="227"/>
                    </a:lnTo>
                    <a:lnTo>
                      <a:pt x="17" y="227"/>
                    </a:lnTo>
                    <a:lnTo>
                      <a:pt x="8" y="222"/>
                    </a:lnTo>
                    <a:lnTo>
                      <a:pt x="6" y="219"/>
                    </a:lnTo>
                    <a:lnTo>
                      <a:pt x="3" y="216"/>
                    </a:lnTo>
                    <a:lnTo>
                      <a:pt x="3" y="216"/>
                    </a:lnTo>
                    <a:lnTo>
                      <a:pt x="2" y="212"/>
                    </a:lnTo>
                    <a:lnTo>
                      <a:pt x="3" y="208"/>
                    </a:lnTo>
                    <a:lnTo>
                      <a:pt x="4" y="201"/>
                    </a:lnTo>
                    <a:lnTo>
                      <a:pt x="4" y="201"/>
                    </a:lnTo>
                    <a:lnTo>
                      <a:pt x="7" y="201"/>
                    </a:lnTo>
                    <a:lnTo>
                      <a:pt x="7" y="201"/>
                    </a:lnTo>
                    <a:lnTo>
                      <a:pt x="8" y="185"/>
                    </a:lnTo>
                    <a:lnTo>
                      <a:pt x="8" y="167"/>
                    </a:lnTo>
                    <a:lnTo>
                      <a:pt x="6" y="132"/>
                    </a:lnTo>
                    <a:lnTo>
                      <a:pt x="6" y="132"/>
                    </a:lnTo>
                    <a:lnTo>
                      <a:pt x="4" y="122"/>
                    </a:lnTo>
                    <a:lnTo>
                      <a:pt x="3" y="120"/>
                    </a:lnTo>
                    <a:lnTo>
                      <a:pt x="0" y="115"/>
                    </a:lnTo>
                    <a:lnTo>
                      <a:pt x="0" y="115"/>
                    </a:lnTo>
                    <a:lnTo>
                      <a:pt x="0" y="113"/>
                    </a:lnTo>
                    <a:lnTo>
                      <a:pt x="2" y="111"/>
                    </a:lnTo>
                    <a:lnTo>
                      <a:pt x="4" y="109"/>
                    </a:lnTo>
                    <a:lnTo>
                      <a:pt x="4" y="109"/>
                    </a:lnTo>
                    <a:lnTo>
                      <a:pt x="7" y="103"/>
                    </a:lnTo>
                    <a:lnTo>
                      <a:pt x="7" y="103"/>
                    </a:lnTo>
                    <a:lnTo>
                      <a:pt x="13" y="99"/>
                    </a:lnTo>
                    <a:lnTo>
                      <a:pt x="18" y="94"/>
                    </a:lnTo>
                    <a:lnTo>
                      <a:pt x="18" y="94"/>
                    </a:lnTo>
                    <a:lnTo>
                      <a:pt x="30" y="94"/>
                    </a:lnTo>
                    <a:lnTo>
                      <a:pt x="37" y="92"/>
                    </a:lnTo>
                    <a:lnTo>
                      <a:pt x="44" y="91"/>
                    </a:lnTo>
                    <a:lnTo>
                      <a:pt x="44" y="91"/>
                    </a:lnTo>
                    <a:lnTo>
                      <a:pt x="42" y="80"/>
                    </a:lnTo>
                    <a:lnTo>
                      <a:pt x="40" y="71"/>
                    </a:lnTo>
                    <a:lnTo>
                      <a:pt x="40" y="71"/>
                    </a:lnTo>
                    <a:lnTo>
                      <a:pt x="37" y="69"/>
                    </a:lnTo>
                    <a:lnTo>
                      <a:pt x="34" y="65"/>
                    </a:lnTo>
                    <a:lnTo>
                      <a:pt x="34" y="65"/>
                    </a:lnTo>
                    <a:lnTo>
                      <a:pt x="37" y="64"/>
                    </a:lnTo>
                    <a:lnTo>
                      <a:pt x="38" y="62"/>
                    </a:lnTo>
                    <a:lnTo>
                      <a:pt x="44" y="60"/>
                    </a:lnTo>
                    <a:lnTo>
                      <a:pt x="51" y="58"/>
                    </a:lnTo>
                    <a:lnTo>
                      <a:pt x="56" y="57"/>
                    </a:lnTo>
                    <a:lnTo>
                      <a:pt x="56" y="57"/>
                    </a:lnTo>
                    <a:lnTo>
                      <a:pt x="55" y="53"/>
                    </a:lnTo>
                    <a:lnTo>
                      <a:pt x="53" y="52"/>
                    </a:lnTo>
                    <a:lnTo>
                      <a:pt x="51" y="50"/>
                    </a:lnTo>
                    <a:lnTo>
                      <a:pt x="51" y="50"/>
                    </a:lnTo>
                    <a:lnTo>
                      <a:pt x="51" y="47"/>
                    </a:lnTo>
                    <a:lnTo>
                      <a:pt x="51" y="45"/>
                    </a:lnTo>
                    <a:lnTo>
                      <a:pt x="51" y="45"/>
                    </a:lnTo>
                    <a:lnTo>
                      <a:pt x="48" y="41"/>
                    </a:lnTo>
                    <a:lnTo>
                      <a:pt x="45" y="34"/>
                    </a:lnTo>
                    <a:lnTo>
                      <a:pt x="45" y="31"/>
                    </a:lnTo>
                    <a:lnTo>
                      <a:pt x="45" y="28"/>
                    </a:lnTo>
                    <a:lnTo>
                      <a:pt x="48" y="26"/>
                    </a:lnTo>
                    <a:lnTo>
                      <a:pt x="51" y="24"/>
                    </a:lnTo>
                    <a:lnTo>
                      <a:pt x="51" y="24"/>
                    </a:lnTo>
                    <a:lnTo>
                      <a:pt x="52" y="17"/>
                    </a:lnTo>
                    <a:lnTo>
                      <a:pt x="55" y="9"/>
                    </a:lnTo>
                    <a:lnTo>
                      <a:pt x="60" y="4"/>
                    </a:lnTo>
                    <a:lnTo>
                      <a:pt x="66" y="0"/>
                    </a:lnTo>
                    <a:lnTo>
                      <a:pt x="66" y="0"/>
                    </a:lnTo>
                    <a:lnTo>
                      <a:pt x="70" y="1"/>
                    </a:lnTo>
                    <a:lnTo>
                      <a:pt x="72" y="4"/>
                    </a:lnTo>
                    <a:lnTo>
                      <a:pt x="78" y="12"/>
                    </a:lnTo>
                    <a:lnTo>
                      <a:pt x="78" y="12"/>
                    </a:lnTo>
                    <a:lnTo>
                      <a:pt x="81" y="17"/>
                    </a:lnTo>
                    <a:lnTo>
                      <a:pt x="82" y="22"/>
                    </a:lnTo>
                    <a:lnTo>
                      <a:pt x="81" y="24"/>
                    </a:lnTo>
                    <a:lnTo>
                      <a:pt x="81" y="24"/>
                    </a:lnTo>
                    <a:close/>
                    <a:moveTo>
                      <a:pt x="72" y="9"/>
                    </a:moveTo>
                    <a:lnTo>
                      <a:pt x="72" y="9"/>
                    </a:lnTo>
                    <a:lnTo>
                      <a:pt x="70" y="5"/>
                    </a:lnTo>
                    <a:lnTo>
                      <a:pt x="67" y="4"/>
                    </a:lnTo>
                    <a:lnTo>
                      <a:pt x="66" y="4"/>
                    </a:lnTo>
                    <a:lnTo>
                      <a:pt x="66" y="4"/>
                    </a:lnTo>
                    <a:lnTo>
                      <a:pt x="60" y="7"/>
                    </a:lnTo>
                    <a:lnTo>
                      <a:pt x="56" y="12"/>
                    </a:lnTo>
                    <a:lnTo>
                      <a:pt x="53" y="19"/>
                    </a:lnTo>
                    <a:lnTo>
                      <a:pt x="53" y="23"/>
                    </a:lnTo>
                    <a:lnTo>
                      <a:pt x="53" y="27"/>
                    </a:lnTo>
                    <a:lnTo>
                      <a:pt x="53" y="27"/>
                    </a:lnTo>
                    <a:lnTo>
                      <a:pt x="60" y="30"/>
                    </a:lnTo>
                    <a:lnTo>
                      <a:pt x="67" y="30"/>
                    </a:lnTo>
                    <a:lnTo>
                      <a:pt x="74" y="28"/>
                    </a:lnTo>
                    <a:lnTo>
                      <a:pt x="79" y="24"/>
                    </a:lnTo>
                    <a:lnTo>
                      <a:pt x="79" y="24"/>
                    </a:lnTo>
                    <a:lnTo>
                      <a:pt x="78" y="20"/>
                    </a:lnTo>
                    <a:lnTo>
                      <a:pt x="76" y="16"/>
                    </a:lnTo>
                    <a:lnTo>
                      <a:pt x="72" y="9"/>
                    </a:lnTo>
                    <a:lnTo>
                      <a:pt x="72" y="9"/>
                    </a:lnTo>
                    <a:close/>
                    <a:moveTo>
                      <a:pt x="68" y="32"/>
                    </a:moveTo>
                    <a:lnTo>
                      <a:pt x="68" y="32"/>
                    </a:lnTo>
                    <a:lnTo>
                      <a:pt x="64" y="32"/>
                    </a:lnTo>
                    <a:lnTo>
                      <a:pt x="60" y="32"/>
                    </a:lnTo>
                    <a:lnTo>
                      <a:pt x="53" y="30"/>
                    </a:lnTo>
                    <a:lnTo>
                      <a:pt x="53" y="30"/>
                    </a:lnTo>
                    <a:lnTo>
                      <a:pt x="51" y="27"/>
                    </a:lnTo>
                    <a:lnTo>
                      <a:pt x="51" y="27"/>
                    </a:lnTo>
                    <a:lnTo>
                      <a:pt x="49" y="27"/>
                    </a:lnTo>
                    <a:lnTo>
                      <a:pt x="48" y="28"/>
                    </a:lnTo>
                    <a:lnTo>
                      <a:pt x="48" y="31"/>
                    </a:lnTo>
                    <a:lnTo>
                      <a:pt x="48" y="31"/>
                    </a:lnTo>
                    <a:lnTo>
                      <a:pt x="51" y="34"/>
                    </a:lnTo>
                    <a:lnTo>
                      <a:pt x="53" y="34"/>
                    </a:lnTo>
                    <a:lnTo>
                      <a:pt x="60" y="35"/>
                    </a:lnTo>
                    <a:lnTo>
                      <a:pt x="68" y="35"/>
                    </a:lnTo>
                    <a:lnTo>
                      <a:pt x="75" y="35"/>
                    </a:lnTo>
                    <a:lnTo>
                      <a:pt x="75" y="35"/>
                    </a:lnTo>
                    <a:lnTo>
                      <a:pt x="79" y="32"/>
                    </a:lnTo>
                    <a:lnTo>
                      <a:pt x="82" y="31"/>
                    </a:lnTo>
                    <a:lnTo>
                      <a:pt x="82" y="28"/>
                    </a:lnTo>
                    <a:lnTo>
                      <a:pt x="82" y="28"/>
                    </a:lnTo>
                    <a:lnTo>
                      <a:pt x="78" y="28"/>
                    </a:lnTo>
                    <a:lnTo>
                      <a:pt x="75" y="30"/>
                    </a:lnTo>
                    <a:lnTo>
                      <a:pt x="68" y="32"/>
                    </a:lnTo>
                    <a:lnTo>
                      <a:pt x="68" y="32"/>
                    </a:lnTo>
                    <a:close/>
                    <a:moveTo>
                      <a:pt x="53" y="43"/>
                    </a:moveTo>
                    <a:lnTo>
                      <a:pt x="53" y="43"/>
                    </a:lnTo>
                    <a:lnTo>
                      <a:pt x="59" y="46"/>
                    </a:lnTo>
                    <a:lnTo>
                      <a:pt x="67" y="47"/>
                    </a:lnTo>
                    <a:lnTo>
                      <a:pt x="74" y="46"/>
                    </a:lnTo>
                    <a:lnTo>
                      <a:pt x="79" y="42"/>
                    </a:lnTo>
                    <a:lnTo>
                      <a:pt x="79" y="42"/>
                    </a:lnTo>
                    <a:lnTo>
                      <a:pt x="81" y="39"/>
                    </a:lnTo>
                    <a:lnTo>
                      <a:pt x="82" y="37"/>
                    </a:lnTo>
                    <a:lnTo>
                      <a:pt x="82" y="35"/>
                    </a:lnTo>
                    <a:lnTo>
                      <a:pt x="82" y="35"/>
                    </a:lnTo>
                    <a:lnTo>
                      <a:pt x="76" y="38"/>
                    </a:lnTo>
                    <a:lnTo>
                      <a:pt x="71" y="38"/>
                    </a:lnTo>
                    <a:lnTo>
                      <a:pt x="59" y="38"/>
                    </a:lnTo>
                    <a:lnTo>
                      <a:pt x="59" y="38"/>
                    </a:lnTo>
                    <a:lnTo>
                      <a:pt x="53" y="38"/>
                    </a:lnTo>
                    <a:lnTo>
                      <a:pt x="48" y="35"/>
                    </a:lnTo>
                    <a:lnTo>
                      <a:pt x="48" y="35"/>
                    </a:lnTo>
                    <a:lnTo>
                      <a:pt x="49" y="38"/>
                    </a:lnTo>
                    <a:lnTo>
                      <a:pt x="49" y="41"/>
                    </a:lnTo>
                    <a:lnTo>
                      <a:pt x="53" y="43"/>
                    </a:lnTo>
                    <a:lnTo>
                      <a:pt x="53" y="43"/>
                    </a:lnTo>
                    <a:close/>
                    <a:moveTo>
                      <a:pt x="55" y="46"/>
                    </a:moveTo>
                    <a:lnTo>
                      <a:pt x="55" y="46"/>
                    </a:lnTo>
                    <a:lnTo>
                      <a:pt x="52" y="47"/>
                    </a:lnTo>
                    <a:lnTo>
                      <a:pt x="52" y="47"/>
                    </a:lnTo>
                    <a:lnTo>
                      <a:pt x="53" y="47"/>
                    </a:lnTo>
                    <a:lnTo>
                      <a:pt x="52" y="49"/>
                    </a:lnTo>
                    <a:lnTo>
                      <a:pt x="52" y="49"/>
                    </a:lnTo>
                    <a:lnTo>
                      <a:pt x="63" y="52"/>
                    </a:lnTo>
                    <a:lnTo>
                      <a:pt x="68" y="52"/>
                    </a:lnTo>
                    <a:lnTo>
                      <a:pt x="74" y="52"/>
                    </a:lnTo>
                    <a:lnTo>
                      <a:pt x="74" y="52"/>
                    </a:lnTo>
                    <a:lnTo>
                      <a:pt x="75" y="50"/>
                    </a:lnTo>
                    <a:lnTo>
                      <a:pt x="75" y="49"/>
                    </a:lnTo>
                    <a:lnTo>
                      <a:pt x="75" y="49"/>
                    </a:lnTo>
                    <a:lnTo>
                      <a:pt x="64" y="50"/>
                    </a:lnTo>
                    <a:lnTo>
                      <a:pt x="59" y="49"/>
                    </a:lnTo>
                    <a:lnTo>
                      <a:pt x="55" y="46"/>
                    </a:lnTo>
                    <a:lnTo>
                      <a:pt x="55" y="46"/>
                    </a:lnTo>
                    <a:close/>
                    <a:moveTo>
                      <a:pt x="71" y="57"/>
                    </a:moveTo>
                    <a:lnTo>
                      <a:pt x="71" y="57"/>
                    </a:lnTo>
                    <a:lnTo>
                      <a:pt x="72" y="54"/>
                    </a:lnTo>
                    <a:lnTo>
                      <a:pt x="72" y="54"/>
                    </a:lnTo>
                    <a:lnTo>
                      <a:pt x="64" y="54"/>
                    </a:lnTo>
                    <a:lnTo>
                      <a:pt x="60" y="54"/>
                    </a:lnTo>
                    <a:lnTo>
                      <a:pt x="56" y="53"/>
                    </a:lnTo>
                    <a:lnTo>
                      <a:pt x="56" y="53"/>
                    </a:lnTo>
                    <a:lnTo>
                      <a:pt x="57" y="54"/>
                    </a:lnTo>
                    <a:lnTo>
                      <a:pt x="59" y="57"/>
                    </a:lnTo>
                    <a:lnTo>
                      <a:pt x="63" y="58"/>
                    </a:lnTo>
                    <a:lnTo>
                      <a:pt x="67" y="58"/>
                    </a:lnTo>
                    <a:lnTo>
                      <a:pt x="71" y="57"/>
                    </a:lnTo>
                    <a:lnTo>
                      <a:pt x="71" y="57"/>
                    </a:lnTo>
                    <a:close/>
                    <a:moveTo>
                      <a:pt x="56" y="58"/>
                    </a:moveTo>
                    <a:lnTo>
                      <a:pt x="56" y="58"/>
                    </a:lnTo>
                    <a:lnTo>
                      <a:pt x="56" y="58"/>
                    </a:lnTo>
                    <a:lnTo>
                      <a:pt x="56" y="60"/>
                    </a:lnTo>
                    <a:lnTo>
                      <a:pt x="56" y="60"/>
                    </a:lnTo>
                    <a:lnTo>
                      <a:pt x="56" y="60"/>
                    </a:lnTo>
                    <a:lnTo>
                      <a:pt x="56" y="60"/>
                    </a:lnTo>
                    <a:lnTo>
                      <a:pt x="56" y="61"/>
                    </a:lnTo>
                    <a:lnTo>
                      <a:pt x="56" y="61"/>
                    </a:lnTo>
                    <a:lnTo>
                      <a:pt x="56" y="60"/>
                    </a:lnTo>
                    <a:lnTo>
                      <a:pt x="56" y="61"/>
                    </a:lnTo>
                    <a:lnTo>
                      <a:pt x="56" y="61"/>
                    </a:lnTo>
                    <a:lnTo>
                      <a:pt x="60" y="62"/>
                    </a:lnTo>
                    <a:lnTo>
                      <a:pt x="64" y="62"/>
                    </a:lnTo>
                    <a:lnTo>
                      <a:pt x="72" y="62"/>
                    </a:lnTo>
                    <a:lnTo>
                      <a:pt x="72" y="62"/>
                    </a:lnTo>
                    <a:lnTo>
                      <a:pt x="72" y="61"/>
                    </a:lnTo>
                    <a:lnTo>
                      <a:pt x="74" y="60"/>
                    </a:lnTo>
                    <a:lnTo>
                      <a:pt x="74" y="60"/>
                    </a:lnTo>
                    <a:lnTo>
                      <a:pt x="66" y="61"/>
                    </a:lnTo>
                    <a:lnTo>
                      <a:pt x="59" y="60"/>
                    </a:lnTo>
                    <a:lnTo>
                      <a:pt x="59" y="60"/>
                    </a:lnTo>
                    <a:lnTo>
                      <a:pt x="57" y="60"/>
                    </a:lnTo>
                    <a:lnTo>
                      <a:pt x="57" y="60"/>
                    </a:lnTo>
                    <a:lnTo>
                      <a:pt x="57" y="60"/>
                    </a:lnTo>
                    <a:lnTo>
                      <a:pt x="57" y="60"/>
                    </a:lnTo>
                    <a:lnTo>
                      <a:pt x="57" y="58"/>
                    </a:lnTo>
                    <a:lnTo>
                      <a:pt x="56" y="58"/>
                    </a:lnTo>
                    <a:lnTo>
                      <a:pt x="56" y="58"/>
                    </a:lnTo>
                    <a:close/>
                    <a:moveTo>
                      <a:pt x="56" y="64"/>
                    </a:moveTo>
                    <a:lnTo>
                      <a:pt x="56" y="64"/>
                    </a:lnTo>
                    <a:lnTo>
                      <a:pt x="53" y="62"/>
                    </a:lnTo>
                    <a:lnTo>
                      <a:pt x="51" y="61"/>
                    </a:lnTo>
                    <a:lnTo>
                      <a:pt x="51" y="61"/>
                    </a:lnTo>
                    <a:lnTo>
                      <a:pt x="48" y="61"/>
                    </a:lnTo>
                    <a:lnTo>
                      <a:pt x="44" y="62"/>
                    </a:lnTo>
                    <a:lnTo>
                      <a:pt x="38" y="65"/>
                    </a:lnTo>
                    <a:lnTo>
                      <a:pt x="38" y="65"/>
                    </a:lnTo>
                    <a:lnTo>
                      <a:pt x="44" y="69"/>
                    </a:lnTo>
                    <a:lnTo>
                      <a:pt x="49" y="72"/>
                    </a:lnTo>
                    <a:lnTo>
                      <a:pt x="56" y="73"/>
                    </a:lnTo>
                    <a:lnTo>
                      <a:pt x="62" y="72"/>
                    </a:lnTo>
                    <a:lnTo>
                      <a:pt x="76" y="69"/>
                    </a:lnTo>
                    <a:lnTo>
                      <a:pt x="89" y="66"/>
                    </a:lnTo>
                    <a:lnTo>
                      <a:pt x="89" y="66"/>
                    </a:lnTo>
                    <a:lnTo>
                      <a:pt x="87" y="64"/>
                    </a:lnTo>
                    <a:lnTo>
                      <a:pt x="83" y="62"/>
                    </a:lnTo>
                    <a:lnTo>
                      <a:pt x="76" y="62"/>
                    </a:lnTo>
                    <a:lnTo>
                      <a:pt x="76" y="62"/>
                    </a:lnTo>
                    <a:lnTo>
                      <a:pt x="72" y="64"/>
                    </a:lnTo>
                    <a:lnTo>
                      <a:pt x="67" y="65"/>
                    </a:lnTo>
                    <a:lnTo>
                      <a:pt x="62" y="65"/>
                    </a:lnTo>
                    <a:lnTo>
                      <a:pt x="56" y="64"/>
                    </a:lnTo>
                    <a:lnTo>
                      <a:pt x="56" y="64"/>
                    </a:lnTo>
                    <a:close/>
                    <a:moveTo>
                      <a:pt x="49" y="75"/>
                    </a:moveTo>
                    <a:lnTo>
                      <a:pt x="49" y="75"/>
                    </a:lnTo>
                    <a:lnTo>
                      <a:pt x="51" y="80"/>
                    </a:lnTo>
                    <a:lnTo>
                      <a:pt x="52" y="86"/>
                    </a:lnTo>
                    <a:lnTo>
                      <a:pt x="53" y="95"/>
                    </a:lnTo>
                    <a:lnTo>
                      <a:pt x="53" y="95"/>
                    </a:lnTo>
                    <a:lnTo>
                      <a:pt x="66" y="96"/>
                    </a:lnTo>
                    <a:lnTo>
                      <a:pt x="72" y="96"/>
                    </a:lnTo>
                    <a:lnTo>
                      <a:pt x="78" y="95"/>
                    </a:lnTo>
                    <a:lnTo>
                      <a:pt x="78" y="95"/>
                    </a:lnTo>
                    <a:lnTo>
                      <a:pt x="78" y="86"/>
                    </a:lnTo>
                    <a:lnTo>
                      <a:pt x="79" y="81"/>
                    </a:lnTo>
                    <a:lnTo>
                      <a:pt x="81" y="76"/>
                    </a:lnTo>
                    <a:lnTo>
                      <a:pt x="81" y="76"/>
                    </a:lnTo>
                    <a:lnTo>
                      <a:pt x="81" y="86"/>
                    </a:lnTo>
                    <a:lnTo>
                      <a:pt x="81" y="90"/>
                    </a:lnTo>
                    <a:lnTo>
                      <a:pt x="81" y="94"/>
                    </a:lnTo>
                    <a:lnTo>
                      <a:pt x="81" y="94"/>
                    </a:lnTo>
                    <a:lnTo>
                      <a:pt x="83" y="92"/>
                    </a:lnTo>
                    <a:lnTo>
                      <a:pt x="85" y="90"/>
                    </a:lnTo>
                    <a:lnTo>
                      <a:pt x="86" y="84"/>
                    </a:lnTo>
                    <a:lnTo>
                      <a:pt x="86" y="71"/>
                    </a:lnTo>
                    <a:lnTo>
                      <a:pt x="86" y="71"/>
                    </a:lnTo>
                    <a:lnTo>
                      <a:pt x="67" y="75"/>
                    </a:lnTo>
                    <a:lnTo>
                      <a:pt x="59" y="75"/>
                    </a:lnTo>
                    <a:lnTo>
                      <a:pt x="49" y="75"/>
                    </a:lnTo>
                    <a:lnTo>
                      <a:pt x="49" y="75"/>
                    </a:lnTo>
                    <a:close/>
                    <a:moveTo>
                      <a:pt x="47" y="91"/>
                    </a:moveTo>
                    <a:lnTo>
                      <a:pt x="47" y="91"/>
                    </a:lnTo>
                    <a:lnTo>
                      <a:pt x="48" y="94"/>
                    </a:lnTo>
                    <a:lnTo>
                      <a:pt x="51" y="94"/>
                    </a:lnTo>
                    <a:lnTo>
                      <a:pt x="51" y="94"/>
                    </a:lnTo>
                    <a:lnTo>
                      <a:pt x="49" y="84"/>
                    </a:lnTo>
                    <a:lnTo>
                      <a:pt x="48" y="75"/>
                    </a:lnTo>
                    <a:lnTo>
                      <a:pt x="48" y="75"/>
                    </a:lnTo>
                    <a:lnTo>
                      <a:pt x="45" y="73"/>
                    </a:lnTo>
                    <a:lnTo>
                      <a:pt x="44" y="72"/>
                    </a:lnTo>
                    <a:lnTo>
                      <a:pt x="44" y="72"/>
                    </a:lnTo>
                    <a:lnTo>
                      <a:pt x="45" y="81"/>
                    </a:lnTo>
                    <a:lnTo>
                      <a:pt x="47" y="91"/>
                    </a:lnTo>
                    <a:lnTo>
                      <a:pt x="47" y="91"/>
                    </a:lnTo>
                    <a:close/>
                    <a:moveTo>
                      <a:pt x="87" y="91"/>
                    </a:moveTo>
                    <a:lnTo>
                      <a:pt x="87" y="91"/>
                    </a:lnTo>
                    <a:lnTo>
                      <a:pt x="86" y="94"/>
                    </a:lnTo>
                    <a:lnTo>
                      <a:pt x="85" y="95"/>
                    </a:lnTo>
                    <a:lnTo>
                      <a:pt x="79" y="98"/>
                    </a:lnTo>
                    <a:lnTo>
                      <a:pt x="79" y="98"/>
                    </a:lnTo>
                    <a:lnTo>
                      <a:pt x="87" y="98"/>
                    </a:lnTo>
                    <a:lnTo>
                      <a:pt x="93" y="98"/>
                    </a:lnTo>
                    <a:lnTo>
                      <a:pt x="93" y="98"/>
                    </a:lnTo>
                    <a:lnTo>
                      <a:pt x="97" y="99"/>
                    </a:lnTo>
                    <a:lnTo>
                      <a:pt x="100" y="99"/>
                    </a:lnTo>
                    <a:lnTo>
                      <a:pt x="101" y="98"/>
                    </a:lnTo>
                    <a:lnTo>
                      <a:pt x="101" y="98"/>
                    </a:lnTo>
                    <a:lnTo>
                      <a:pt x="94" y="94"/>
                    </a:lnTo>
                    <a:lnTo>
                      <a:pt x="90" y="92"/>
                    </a:lnTo>
                    <a:lnTo>
                      <a:pt x="87" y="91"/>
                    </a:lnTo>
                    <a:lnTo>
                      <a:pt x="87" y="91"/>
                    </a:lnTo>
                    <a:close/>
                    <a:moveTo>
                      <a:pt x="51" y="98"/>
                    </a:moveTo>
                    <a:lnTo>
                      <a:pt x="51" y="98"/>
                    </a:lnTo>
                    <a:lnTo>
                      <a:pt x="45" y="94"/>
                    </a:lnTo>
                    <a:lnTo>
                      <a:pt x="45" y="94"/>
                    </a:lnTo>
                    <a:lnTo>
                      <a:pt x="33" y="95"/>
                    </a:lnTo>
                    <a:lnTo>
                      <a:pt x="21" y="96"/>
                    </a:lnTo>
                    <a:lnTo>
                      <a:pt x="21" y="96"/>
                    </a:lnTo>
                    <a:lnTo>
                      <a:pt x="22" y="98"/>
                    </a:lnTo>
                    <a:lnTo>
                      <a:pt x="25" y="99"/>
                    </a:lnTo>
                    <a:lnTo>
                      <a:pt x="29" y="100"/>
                    </a:lnTo>
                    <a:lnTo>
                      <a:pt x="29" y="100"/>
                    </a:lnTo>
                    <a:lnTo>
                      <a:pt x="40" y="103"/>
                    </a:lnTo>
                    <a:lnTo>
                      <a:pt x="49" y="103"/>
                    </a:lnTo>
                    <a:lnTo>
                      <a:pt x="59" y="102"/>
                    </a:lnTo>
                    <a:lnTo>
                      <a:pt x="68" y="99"/>
                    </a:lnTo>
                    <a:lnTo>
                      <a:pt x="68" y="99"/>
                    </a:lnTo>
                    <a:lnTo>
                      <a:pt x="59" y="99"/>
                    </a:lnTo>
                    <a:lnTo>
                      <a:pt x="51" y="98"/>
                    </a:lnTo>
                    <a:lnTo>
                      <a:pt x="51" y="98"/>
                    </a:lnTo>
                    <a:close/>
                    <a:moveTo>
                      <a:pt x="18" y="98"/>
                    </a:moveTo>
                    <a:lnTo>
                      <a:pt x="18" y="98"/>
                    </a:lnTo>
                    <a:lnTo>
                      <a:pt x="13" y="102"/>
                    </a:lnTo>
                    <a:lnTo>
                      <a:pt x="7" y="109"/>
                    </a:lnTo>
                    <a:lnTo>
                      <a:pt x="7" y="109"/>
                    </a:lnTo>
                    <a:lnTo>
                      <a:pt x="13" y="111"/>
                    </a:lnTo>
                    <a:lnTo>
                      <a:pt x="18" y="114"/>
                    </a:lnTo>
                    <a:lnTo>
                      <a:pt x="32" y="118"/>
                    </a:lnTo>
                    <a:lnTo>
                      <a:pt x="32" y="118"/>
                    </a:lnTo>
                    <a:lnTo>
                      <a:pt x="34" y="114"/>
                    </a:lnTo>
                    <a:lnTo>
                      <a:pt x="36" y="111"/>
                    </a:lnTo>
                    <a:lnTo>
                      <a:pt x="42" y="106"/>
                    </a:lnTo>
                    <a:lnTo>
                      <a:pt x="42" y="106"/>
                    </a:lnTo>
                    <a:lnTo>
                      <a:pt x="29" y="103"/>
                    </a:lnTo>
                    <a:lnTo>
                      <a:pt x="23" y="102"/>
                    </a:lnTo>
                    <a:lnTo>
                      <a:pt x="18" y="98"/>
                    </a:lnTo>
                    <a:lnTo>
                      <a:pt x="18" y="98"/>
                    </a:lnTo>
                    <a:close/>
                    <a:moveTo>
                      <a:pt x="112" y="103"/>
                    </a:moveTo>
                    <a:lnTo>
                      <a:pt x="112" y="103"/>
                    </a:lnTo>
                    <a:lnTo>
                      <a:pt x="109" y="100"/>
                    </a:lnTo>
                    <a:lnTo>
                      <a:pt x="105" y="99"/>
                    </a:lnTo>
                    <a:lnTo>
                      <a:pt x="105" y="99"/>
                    </a:lnTo>
                    <a:lnTo>
                      <a:pt x="102" y="100"/>
                    </a:lnTo>
                    <a:lnTo>
                      <a:pt x="100" y="102"/>
                    </a:lnTo>
                    <a:lnTo>
                      <a:pt x="100" y="102"/>
                    </a:lnTo>
                    <a:lnTo>
                      <a:pt x="91" y="100"/>
                    </a:lnTo>
                    <a:lnTo>
                      <a:pt x="91" y="100"/>
                    </a:lnTo>
                    <a:lnTo>
                      <a:pt x="78" y="100"/>
                    </a:lnTo>
                    <a:lnTo>
                      <a:pt x="78" y="100"/>
                    </a:lnTo>
                    <a:lnTo>
                      <a:pt x="70" y="102"/>
                    </a:lnTo>
                    <a:lnTo>
                      <a:pt x="63" y="103"/>
                    </a:lnTo>
                    <a:lnTo>
                      <a:pt x="56" y="105"/>
                    </a:lnTo>
                    <a:lnTo>
                      <a:pt x="49" y="105"/>
                    </a:lnTo>
                    <a:lnTo>
                      <a:pt x="49" y="105"/>
                    </a:lnTo>
                    <a:lnTo>
                      <a:pt x="40" y="110"/>
                    </a:lnTo>
                    <a:lnTo>
                      <a:pt x="37" y="114"/>
                    </a:lnTo>
                    <a:lnTo>
                      <a:pt x="34" y="120"/>
                    </a:lnTo>
                    <a:lnTo>
                      <a:pt x="34" y="120"/>
                    </a:lnTo>
                    <a:lnTo>
                      <a:pt x="45" y="120"/>
                    </a:lnTo>
                    <a:lnTo>
                      <a:pt x="56" y="118"/>
                    </a:lnTo>
                    <a:lnTo>
                      <a:pt x="66" y="117"/>
                    </a:lnTo>
                    <a:lnTo>
                      <a:pt x="76" y="117"/>
                    </a:lnTo>
                    <a:lnTo>
                      <a:pt x="76" y="117"/>
                    </a:lnTo>
                    <a:lnTo>
                      <a:pt x="86" y="114"/>
                    </a:lnTo>
                    <a:lnTo>
                      <a:pt x="98" y="113"/>
                    </a:lnTo>
                    <a:lnTo>
                      <a:pt x="109" y="113"/>
                    </a:lnTo>
                    <a:lnTo>
                      <a:pt x="120" y="110"/>
                    </a:lnTo>
                    <a:lnTo>
                      <a:pt x="120" y="110"/>
                    </a:lnTo>
                    <a:lnTo>
                      <a:pt x="117" y="107"/>
                    </a:lnTo>
                    <a:lnTo>
                      <a:pt x="112" y="103"/>
                    </a:lnTo>
                    <a:lnTo>
                      <a:pt x="112" y="103"/>
                    </a:lnTo>
                    <a:close/>
                    <a:moveTo>
                      <a:pt x="4" y="113"/>
                    </a:moveTo>
                    <a:lnTo>
                      <a:pt x="4" y="113"/>
                    </a:lnTo>
                    <a:lnTo>
                      <a:pt x="6" y="115"/>
                    </a:lnTo>
                    <a:lnTo>
                      <a:pt x="6" y="115"/>
                    </a:lnTo>
                    <a:lnTo>
                      <a:pt x="11" y="120"/>
                    </a:lnTo>
                    <a:lnTo>
                      <a:pt x="17" y="122"/>
                    </a:lnTo>
                    <a:lnTo>
                      <a:pt x="23" y="125"/>
                    </a:lnTo>
                    <a:lnTo>
                      <a:pt x="30" y="126"/>
                    </a:lnTo>
                    <a:lnTo>
                      <a:pt x="30" y="126"/>
                    </a:lnTo>
                    <a:lnTo>
                      <a:pt x="30" y="124"/>
                    </a:lnTo>
                    <a:lnTo>
                      <a:pt x="32" y="121"/>
                    </a:lnTo>
                    <a:lnTo>
                      <a:pt x="32" y="121"/>
                    </a:lnTo>
                    <a:lnTo>
                      <a:pt x="17" y="117"/>
                    </a:lnTo>
                    <a:lnTo>
                      <a:pt x="11" y="114"/>
                    </a:lnTo>
                    <a:lnTo>
                      <a:pt x="8" y="113"/>
                    </a:lnTo>
                    <a:lnTo>
                      <a:pt x="6" y="110"/>
                    </a:lnTo>
                    <a:lnTo>
                      <a:pt x="6" y="110"/>
                    </a:lnTo>
                    <a:lnTo>
                      <a:pt x="6" y="111"/>
                    </a:lnTo>
                    <a:lnTo>
                      <a:pt x="6" y="113"/>
                    </a:lnTo>
                    <a:lnTo>
                      <a:pt x="4" y="113"/>
                    </a:lnTo>
                    <a:lnTo>
                      <a:pt x="4" y="113"/>
                    </a:lnTo>
                    <a:close/>
                    <a:moveTo>
                      <a:pt x="124" y="113"/>
                    </a:moveTo>
                    <a:lnTo>
                      <a:pt x="124" y="113"/>
                    </a:lnTo>
                    <a:lnTo>
                      <a:pt x="116" y="114"/>
                    </a:lnTo>
                    <a:lnTo>
                      <a:pt x="108" y="115"/>
                    </a:lnTo>
                    <a:lnTo>
                      <a:pt x="100" y="115"/>
                    </a:lnTo>
                    <a:lnTo>
                      <a:pt x="91" y="115"/>
                    </a:lnTo>
                    <a:lnTo>
                      <a:pt x="91" y="115"/>
                    </a:lnTo>
                    <a:lnTo>
                      <a:pt x="76" y="120"/>
                    </a:lnTo>
                    <a:lnTo>
                      <a:pt x="76" y="120"/>
                    </a:lnTo>
                    <a:lnTo>
                      <a:pt x="57" y="121"/>
                    </a:lnTo>
                    <a:lnTo>
                      <a:pt x="57" y="121"/>
                    </a:lnTo>
                    <a:lnTo>
                      <a:pt x="44" y="122"/>
                    </a:lnTo>
                    <a:lnTo>
                      <a:pt x="38" y="122"/>
                    </a:lnTo>
                    <a:lnTo>
                      <a:pt x="33" y="124"/>
                    </a:lnTo>
                    <a:lnTo>
                      <a:pt x="33" y="124"/>
                    </a:lnTo>
                    <a:lnTo>
                      <a:pt x="34" y="125"/>
                    </a:lnTo>
                    <a:lnTo>
                      <a:pt x="36" y="126"/>
                    </a:lnTo>
                    <a:lnTo>
                      <a:pt x="40" y="128"/>
                    </a:lnTo>
                    <a:lnTo>
                      <a:pt x="40" y="128"/>
                    </a:lnTo>
                    <a:lnTo>
                      <a:pt x="53" y="126"/>
                    </a:lnTo>
                    <a:lnTo>
                      <a:pt x="68" y="125"/>
                    </a:lnTo>
                    <a:lnTo>
                      <a:pt x="68" y="125"/>
                    </a:lnTo>
                    <a:lnTo>
                      <a:pt x="83" y="124"/>
                    </a:lnTo>
                    <a:lnTo>
                      <a:pt x="98" y="121"/>
                    </a:lnTo>
                    <a:lnTo>
                      <a:pt x="98" y="121"/>
                    </a:lnTo>
                    <a:lnTo>
                      <a:pt x="115" y="118"/>
                    </a:lnTo>
                    <a:lnTo>
                      <a:pt x="115" y="118"/>
                    </a:lnTo>
                    <a:lnTo>
                      <a:pt x="120" y="118"/>
                    </a:lnTo>
                    <a:lnTo>
                      <a:pt x="120" y="118"/>
                    </a:lnTo>
                    <a:lnTo>
                      <a:pt x="123" y="117"/>
                    </a:lnTo>
                    <a:lnTo>
                      <a:pt x="125" y="115"/>
                    </a:lnTo>
                    <a:lnTo>
                      <a:pt x="125" y="115"/>
                    </a:lnTo>
                    <a:lnTo>
                      <a:pt x="125" y="114"/>
                    </a:lnTo>
                    <a:lnTo>
                      <a:pt x="124" y="113"/>
                    </a:lnTo>
                    <a:lnTo>
                      <a:pt x="124" y="113"/>
                    </a:lnTo>
                    <a:close/>
                    <a:moveTo>
                      <a:pt x="10" y="158"/>
                    </a:moveTo>
                    <a:lnTo>
                      <a:pt x="10" y="158"/>
                    </a:lnTo>
                    <a:lnTo>
                      <a:pt x="11" y="179"/>
                    </a:lnTo>
                    <a:lnTo>
                      <a:pt x="10" y="203"/>
                    </a:lnTo>
                    <a:lnTo>
                      <a:pt x="10" y="203"/>
                    </a:lnTo>
                    <a:lnTo>
                      <a:pt x="22" y="209"/>
                    </a:lnTo>
                    <a:lnTo>
                      <a:pt x="33" y="216"/>
                    </a:lnTo>
                    <a:lnTo>
                      <a:pt x="33" y="216"/>
                    </a:lnTo>
                    <a:lnTo>
                      <a:pt x="34" y="194"/>
                    </a:lnTo>
                    <a:lnTo>
                      <a:pt x="34" y="173"/>
                    </a:lnTo>
                    <a:lnTo>
                      <a:pt x="32" y="129"/>
                    </a:lnTo>
                    <a:lnTo>
                      <a:pt x="32" y="129"/>
                    </a:lnTo>
                    <a:lnTo>
                      <a:pt x="27" y="128"/>
                    </a:lnTo>
                    <a:lnTo>
                      <a:pt x="22" y="128"/>
                    </a:lnTo>
                    <a:lnTo>
                      <a:pt x="22" y="128"/>
                    </a:lnTo>
                    <a:lnTo>
                      <a:pt x="23" y="137"/>
                    </a:lnTo>
                    <a:lnTo>
                      <a:pt x="23" y="147"/>
                    </a:lnTo>
                    <a:lnTo>
                      <a:pt x="23" y="147"/>
                    </a:lnTo>
                    <a:lnTo>
                      <a:pt x="22" y="143"/>
                    </a:lnTo>
                    <a:lnTo>
                      <a:pt x="22" y="139"/>
                    </a:lnTo>
                    <a:lnTo>
                      <a:pt x="21" y="130"/>
                    </a:lnTo>
                    <a:lnTo>
                      <a:pt x="21" y="130"/>
                    </a:lnTo>
                    <a:lnTo>
                      <a:pt x="21" y="128"/>
                    </a:lnTo>
                    <a:lnTo>
                      <a:pt x="21" y="126"/>
                    </a:lnTo>
                    <a:lnTo>
                      <a:pt x="19" y="126"/>
                    </a:lnTo>
                    <a:lnTo>
                      <a:pt x="19" y="126"/>
                    </a:lnTo>
                    <a:lnTo>
                      <a:pt x="21" y="140"/>
                    </a:lnTo>
                    <a:lnTo>
                      <a:pt x="21" y="152"/>
                    </a:lnTo>
                    <a:lnTo>
                      <a:pt x="21" y="152"/>
                    </a:lnTo>
                    <a:lnTo>
                      <a:pt x="19" y="140"/>
                    </a:lnTo>
                    <a:lnTo>
                      <a:pt x="17" y="126"/>
                    </a:lnTo>
                    <a:lnTo>
                      <a:pt x="17" y="126"/>
                    </a:lnTo>
                    <a:lnTo>
                      <a:pt x="11" y="124"/>
                    </a:lnTo>
                    <a:lnTo>
                      <a:pt x="6" y="121"/>
                    </a:lnTo>
                    <a:lnTo>
                      <a:pt x="6" y="121"/>
                    </a:lnTo>
                    <a:lnTo>
                      <a:pt x="8" y="139"/>
                    </a:lnTo>
                    <a:lnTo>
                      <a:pt x="10" y="158"/>
                    </a:lnTo>
                    <a:lnTo>
                      <a:pt x="10" y="158"/>
                    </a:lnTo>
                    <a:close/>
                    <a:moveTo>
                      <a:pt x="119" y="144"/>
                    </a:moveTo>
                    <a:lnTo>
                      <a:pt x="119" y="144"/>
                    </a:lnTo>
                    <a:lnTo>
                      <a:pt x="117" y="133"/>
                    </a:lnTo>
                    <a:lnTo>
                      <a:pt x="119" y="121"/>
                    </a:lnTo>
                    <a:lnTo>
                      <a:pt x="119" y="121"/>
                    </a:lnTo>
                    <a:lnTo>
                      <a:pt x="102" y="122"/>
                    </a:lnTo>
                    <a:lnTo>
                      <a:pt x="87" y="126"/>
                    </a:lnTo>
                    <a:lnTo>
                      <a:pt x="87" y="126"/>
                    </a:lnTo>
                    <a:lnTo>
                      <a:pt x="94" y="130"/>
                    </a:lnTo>
                    <a:lnTo>
                      <a:pt x="98" y="136"/>
                    </a:lnTo>
                    <a:lnTo>
                      <a:pt x="98" y="136"/>
                    </a:lnTo>
                    <a:lnTo>
                      <a:pt x="104" y="147"/>
                    </a:lnTo>
                    <a:lnTo>
                      <a:pt x="105" y="159"/>
                    </a:lnTo>
                    <a:lnTo>
                      <a:pt x="106" y="171"/>
                    </a:lnTo>
                    <a:lnTo>
                      <a:pt x="105" y="183"/>
                    </a:lnTo>
                    <a:lnTo>
                      <a:pt x="105" y="183"/>
                    </a:lnTo>
                    <a:lnTo>
                      <a:pt x="101" y="192"/>
                    </a:lnTo>
                    <a:lnTo>
                      <a:pt x="97" y="201"/>
                    </a:lnTo>
                    <a:lnTo>
                      <a:pt x="94" y="204"/>
                    </a:lnTo>
                    <a:lnTo>
                      <a:pt x="90" y="208"/>
                    </a:lnTo>
                    <a:lnTo>
                      <a:pt x="86" y="211"/>
                    </a:lnTo>
                    <a:lnTo>
                      <a:pt x="82" y="212"/>
                    </a:lnTo>
                    <a:lnTo>
                      <a:pt x="82" y="212"/>
                    </a:lnTo>
                    <a:lnTo>
                      <a:pt x="76" y="212"/>
                    </a:lnTo>
                    <a:lnTo>
                      <a:pt x="71" y="211"/>
                    </a:lnTo>
                    <a:lnTo>
                      <a:pt x="66" y="209"/>
                    </a:lnTo>
                    <a:lnTo>
                      <a:pt x="62" y="207"/>
                    </a:lnTo>
                    <a:lnTo>
                      <a:pt x="62" y="207"/>
                    </a:lnTo>
                    <a:lnTo>
                      <a:pt x="57" y="201"/>
                    </a:lnTo>
                    <a:lnTo>
                      <a:pt x="55" y="194"/>
                    </a:lnTo>
                    <a:lnTo>
                      <a:pt x="52" y="188"/>
                    </a:lnTo>
                    <a:lnTo>
                      <a:pt x="52" y="181"/>
                    </a:lnTo>
                    <a:lnTo>
                      <a:pt x="52" y="164"/>
                    </a:lnTo>
                    <a:lnTo>
                      <a:pt x="55" y="149"/>
                    </a:lnTo>
                    <a:lnTo>
                      <a:pt x="55" y="149"/>
                    </a:lnTo>
                    <a:lnTo>
                      <a:pt x="57" y="143"/>
                    </a:lnTo>
                    <a:lnTo>
                      <a:pt x="62" y="137"/>
                    </a:lnTo>
                    <a:lnTo>
                      <a:pt x="66" y="132"/>
                    </a:lnTo>
                    <a:lnTo>
                      <a:pt x="71" y="128"/>
                    </a:lnTo>
                    <a:lnTo>
                      <a:pt x="71" y="128"/>
                    </a:lnTo>
                    <a:lnTo>
                      <a:pt x="53" y="129"/>
                    </a:lnTo>
                    <a:lnTo>
                      <a:pt x="44" y="130"/>
                    </a:lnTo>
                    <a:lnTo>
                      <a:pt x="34" y="130"/>
                    </a:lnTo>
                    <a:lnTo>
                      <a:pt x="34" y="130"/>
                    </a:lnTo>
                    <a:lnTo>
                      <a:pt x="36" y="170"/>
                    </a:lnTo>
                    <a:lnTo>
                      <a:pt x="36" y="212"/>
                    </a:lnTo>
                    <a:lnTo>
                      <a:pt x="36" y="212"/>
                    </a:lnTo>
                    <a:lnTo>
                      <a:pt x="36" y="215"/>
                    </a:lnTo>
                    <a:lnTo>
                      <a:pt x="36" y="218"/>
                    </a:lnTo>
                    <a:lnTo>
                      <a:pt x="37" y="219"/>
                    </a:lnTo>
                    <a:lnTo>
                      <a:pt x="37" y="219"/>
                    </a:lnTo>
                    <a:lnTo>
                      <a:pt x="38" y="219"/>
                    </a:lnTo>
                    <a:lnTo>
                      <a:pt x="38" y="219"/>
                    </a:lnTo>
                    <a:lnTo>
                      <a:pt x="40" y="212"/>
                    </a:lnTo>
                    <a:lnTo>
                      <a:pt x="41" y="207"/>
                    </a:lnTo>
                    <a:lnTo>
                      <a:pt x="41" y="207"/>
                    </a:lnTo>
                    <a:lnTo>
                      <a:pt x="41" y="219"/>
                    </a:lnTo>
                    <a:lnTo>
                      <a:pt x="41" y="219"/>
                    </a:lnTo>
                    <a:lnTo>
                      <a:pt x="45" y="219"/>
                    </a:lnTo>
                    <a:lnTo>
                      <a:pt x="45" y="219"/>
                    </a:lnTo>
                    <a:lnTo>
                      <a:pt x="45" y="208"/>
                    </a:lnTo>
                    <a:lnTo>
                      <a:pt x="45" y="203"/>
                    </a:lnTo>
                    <a:lnTo>
                      <a:pt x="47" y="196"/>
                    </a:lnTo>
                    <a:lnTo>
                      <a:pt x="47" y="196"/>
                    </a:lnTo>
                    <a:lnTo>
                      <a:pt x="47" y="207"/>
                    </a:lnTo>
                    <a:lnTo>
                      <a:pt x="47" y="218"/>
                    </a:lnTo>
                    <a:lnTo>
                      <a:pt x="47" y="218"/>
                    </a:lnTo>
                    <a:lnTo>
                      <a:pt x="66" y="216"/>
                    </a:lnTo>
                    <a:lnTo>
                      <a:pt x="83" y="212"/>
                    </a:lnTo>
                    <a:lnTo>
                      <a:pt x="101" y="209"/>
                    </a:lnTo>
                    <a:lnTo>
                      <a:pt x="119" y="207"/>
                    </a:lnTo>
                    <a:lnTo>
                      <a:pt x="119" y="207"/>
                    </a:lnTo>
                    <a:lnTo>
                      <a:pt x="121" y="171"/>
                    </a:lnTo>
                    <a:lnTo>
                      <a:pt x="123" y="135"/>
                    </a:lnTo>
                    <a:lnTo>
                      <a:pt x="123" y="135"/>
                    </a:lnTo>
                    <a:lnTo>
                      <a:pt x="123" y="128"/>
                    </a:lnTo>
                    <a:lnTo>
                      <a:pt x="121" y="121"/>
                    </a:lnTo>
                    <a:lnTo>
                      <a:pt x="121" y="121"/>
                    </a:lnTo>
                    <a:lnTo>
                      <a:pt x="121" y="121"/>
                    </a:lnTo>
                    <a:lnTo>
                      <a:pt x="121" y="121"/>
                    </a:lnTo>
                    <a:lnTo>
                      <a:pt x="119" y="144"/>
                    </a:lnTo>
                    <a:lnTo>
                      <a:pt x="119" y="144"/>
                    </a:lnTo>
                    <a:close/>
                    <a:moveTo>
                      <a:pt x="71" y="132"/>
                    </a:moveTo>
                    <a:lnTo>
                      <a:pt x="71" y="132"/>
                    </a:lnTo>
                    <a:lnTo>
                      <a:pt x="67" y="135"/>
                    </a:lnTo>
                    <a:lnTo>
                      <a:pt x="64" y="137"/>
                    </a:lnTo>
                    <a:lnTo>
                      <a:pt x="59" y="147"/>
                    </a:lnTo>
                    <a:lnTo>
                      <a:pt x="56" y="158"/>
                    </a:lnTo>
                    <a:lnTo>
                      <a:pt x="53" y="170"/>
                    </a:lnTo>
                    <a:lnTo>
                      <a:pt x="53" y="182"/>
                    </a:lnTo>
                    <a:lnTo>
                      <a:pt x="56" y="193"/>
                    </a:lnTo>
                    <a:lnTo>
                      <a:pt x="59" y="197"/>
                    </a:lnTo>
                    <a:lnTo>
                      <a:pt x="62" y="203"/>
                    </a:lnTo>
                    <a:lnTo>
                      <a:pt x="64" y="205"/>
                    </a:lnTo>
                    <a:lnTo>
                      <a:pt x="68" y="208"/>
                    </a:lnTo>
                    <a:lnTo>
                      <a:pt x="68" y="208"/>
                    </a:lnTo>
                    <a:lnTo>
                      <a:pt x="72" y="209"/>
                    </a:lnTo>
                    <a:lnTo>
                      <a:pt x="76" y="209"/>
                    </a:lnTo>
                    <a:lnTo>
                      <a:pt x="83" y="208"/>
                    </a:lnTo>
                    <a:lnTo>
                      <a:pt x="90" y="204"/>
                    </a:lnTo>
                    <a:lnTo>
                      <a:pt x="96" y="200"/>
                    </a:lnTo>
                    <a:lnTo>
                      <a:pt x="96" y="200"/>
                    </a:lnTo>
                    <a:lnTo>
                      <a:pt x="98" y="193"/>
                    </a:lnTo>
                    <a:lnTo>
                      <a:pt x="101" y="185"/>
                    </a:lnTo>
                    <a:lnTo>
                      <a:pt x="104" y="177"/>
                    </a:lnTo>
                    <a:lnTo>
                      <a:pt x="104" y="169"/>
                    </a:lnTo>
                    <a:lnTo>
                      <a:pt x="104" y="169"/>
                    </a:lnTo>
                    <a:lnTo>
                      <a:pt x="104" y="159"/>
                    </a:lnTo>
                    <a:lnTo>
                      <a:pt x="101" y="149"/>
                    </a:lnTo>
                    <a:lnTo>
                      <a:pt x="98" y="141"/>
                    </a:lnTo>
                    <a:lnTo>
                      <a:pt x="94" y="133"/>
                    </a:lnTo>
                    <a:lnTo>
                      <a:pt x="94" y="133"/>
                    </a:lnTo>
                    <a:lnTo>
                      <a:pt x="90" y="132"/>
                    </a:lnTo>
                    <a:lnTo>
                      <a:pt x="87" y="130"/>
                    </a:lnTo>
                    <a:lnTo>
                      <a:pt x="83" y="128"/>
                    </a:lnTo>
                    <a:lnTo>
                      <a:pt x="79" y="128"/>
                    </a:lnTo>
                    <a:lnTo>
                      <a:pt x="79" y="128"/>
                    </a:lnTo>
                    <a:lnTo>
                      <a:pt x="75" y="129"/>
                    </a:lnTo>
                    <a:lnTo>
                      <a:pt x="71" y="132"/>
                    </a:lnTo>
                    <a:lnTo>
                      <a:pt x="71" y="132"/>
                    </a:lnTo>
                    <a:close/>
                    <a:moveTo>
                      <a:pt x="7" y="204"/>
                    </a:moveTo>
                    <a:lnTo>
                      <a:pt x="7" y="204"/>
                    </a:lnTo>
                    <a:lnTo>
                      <a:pt x="6" y="207"/>
                    </a:lnTo>
                    <a:lnTo>
                      <a:pt x="4" y="209"/>
                    </a:lnTo>
                    <a:lnTo>
                      <a:pt x="6" y="213"/>
                    </a:lnTo>
                    <a:lnTo>
                      <a:pt x="6" y="218"/>
                    </a:lnTo>
                    <a:lnTo>
                      <a:pt x="6" y="218"/>
                    </a:lnTo>
                    <a:lnTo>
                      <a:pt x="18" y="226"/>
                    </a:lnTo>
                    <a:lnTo>
                      <a:pt x="32" y="232"/>
                    </a:lnTo>
                    <a:lnTo>
                      <a:pt x="32" y="232"/>
                    </a:lnTo>
                    <a:lnTo>
                      <a:pt x="30" y="226"/>
                    </a:lnTo>
                    <a:lnTo>
                      <a:pt x="32" y="222"/>
                    </a:lnTo>
                    <a:lnTo>
                      <a:pt x="33" y="219"/>
                    </a:lnTo>
                    <a:lnTo>
                      <a:pt x="33" y="219"/>
                    </a:lnTo>
                    <a:lnTo>
                      <a:pt x="21" y="211"/>
                    </a:lnTo>
                    <a:lnTo>
                      <a:pt x="7" y="204"/>
                    </a:lnTo>
                    <a:lnTo>
                      <a:pt x="7" y="204"/>
                    </a:lnTo>
                    <a:close/>
                    <a:moveTo>
                      <a:pt x="98" y="212"/>
                    </a:moveTo>
                    <a:lnTo>
                      <a:pt x="98" y="212"/>
                    </a:lnTo>
                    <a:lnTo>
                      <a:pt x="74" y="218"/>
                    </a:lnTo>
                    <a:lnTo>
                      <a:pt x="48" y="220"/>
                    </a:lnTo>
                    <a:lnTo>
                      <a:pt x="48" y="220"/>
                    </a:lnTo>
                    <a:lnTo>
                      <a:pt x="48" y="220"/>
                    </a:lnTo>
                    <a:lnTo>
                      <a:pt x="47" y="222"/>
                    </a:lnTo>
                    <a:lnTo>
                      <a:pt x="47" y="222"/>
                    </a:lnTo>
                    <a:lnTo>
                      <a:pt x="47" y="222"/>
                    </a:lnTo>
                    <a:lnTo>
                      <a:pt x="47" y="222"/>
                    </a:lnTo>
                    <a:lnTo>
                      <a:pt x="40" y="222"/>
                    </a:lnTo>
                    <a:lnTo>
                      <a:pt x="34" y="220"/>
                    </a:lnTo>
                    <a:lnTo>
                      <a:pt x="34" y="220"/>
                    </a:lnTo>
                    <a:lnTo>
                      <a:pt x="33" y="224"/>
                    </a:lnTo>
                    <a:lnTo>
                      <a:pt x="33" y="227"/>
                    </a:lnTo>
                    <a:lnTo>
                      <a:pt x="34" y="234"/>
                    </a:lnTo>
                    <a:lnTo>
                      <a:pt x="34" y="234"/>
                    </a:lnTo>
                    <a:lnTo>
                      <a:pt x="36" y="237"/>
                    </a:lnTo>
                    <a:lnTo>
                      <a:pt x="40" y="238"/>
                    </a:lnTo>
                    <a:lnTo>
                      <a:pt x="48" y="237"/>
                    </a:lnTo>
                    <a:lnTo>
                      <a:pt x="48" y="237"/>
                    </a:lnTo>
                    <a:lnTo>
                      <a:pt x="66" y="231"/>
                    </a:lnTo>
                    <a:lnTo>
                      <a:pt x="87" y="227"/>
                    </a:lnTo>
                    <a:lnTo>
                      <a:pt x="87" y="227"/>
                    </a:lnTo>
                    <a:lnTo>
                      <a:pt x="102" y="226"/>
                    </a:lnTo>
                    <a:lnTo>
                      <a:pt x="102" y="226"/>
                    </a:lnTo>
                    <a:lnTo>
                      <a:pt x="112" y="224"/>
                    </a:lnTo>
                    <a:lnTo>
                      <a:pt x="119" y="223"/>
                    </a:lnTo>
                    <a:lnTo>
                      <a:pt x="119" y="223"/>
                    </a:lnTo>
                    <a:lnTo>
                      <a:pt x="121" y="220"/>
                    </a:lnTo>
                    <a:lnTo>
                      <a:pt x="121" y="216"/>
                    </a:lnTo>
                    <a:lnTo>
                      <a:pt x="123" y="211"/>
                    </a:lnTo>
                    <a:lnTo>
                      <a:pt x="123" y="211"/>
                    </a:lnTo>
                    <a:lnTo>
                      <a:pt x="116" y="209"/>
                    </a:lnTo>
                    <a:lnTo>
                      <a:pt x="111" y="211"/>
                    </a:lnTo>
                    <a:lnTo>
                      <a:pt x="98" y="212"/>
                    </a:lnTo>
                    <a:lnTo>
                      <a:pt x="98" y="212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9" name="Freeform 4222"/>
              <p:cNvSpPr>
                <a:spLocks noEditPoints="1"/>
              </p:cNvSpPr>
              <p:nvPr/>
            </p:nvSpPr>
            <p:spPr bwMode="auto">
              <a:xfrm>
                <a:off x="5381630" y="3062289"/>
                <a:ext cx="63500" cy="115888"/>
              </a:xfrm>
              <a:custGeom>
                <a:avLst/>
                <a:gdLst/>
                <a:ahLst/>
                <a:cxnLst>
                  <a:cxn ang="0">
                    <a:pos x="31" y="11"/>
                  </a:cxn>
                  <a:cxn ang="0">
                    <a:pos x="36" y="19"/>
                  </a:cxn>
                  <a:cxn ang="0">
                    <a:pos x="40" y="34"/>
                  </a:cxn>
                  <a:cxn ang="0">
                    <a:pos x="38" y="47"/>
                  </a:cxn>
                  <a:cxn ang="0">
                    <a:pos x="38" y="57"/>
                  </a:cxn>
                  <a:cxn ang="0">
                    <a:pos x="34" y="65"/>
                  </a:cxn>
                  <a:cxn ang="0">
                    <a:pos x="19" y="72"/>
                  </a:cxn>
                  <a:cxn ang="0">
                    <a:pos x="10" y="73"/>
                  </a:cxn>
                  <a:cxn ang="0">
                    <a:pos x="3" y="62"/>
                  </a:cxn>
                  <a:cxn ang="0">
                    <a:pos x="0" y="53"/>
                  </a:cxn>
                  <a:cxn ang="0">
                    <a:pos x="2" y="37"/>
                  </a:cxn>
                  <a:cxn ang="0">
                    <a:pos x="6" y="26"/>
                  </a:cxn>
                  <a:cxn ang="0">
                    <a:pos x="10" y="13"/>
                  </a:cxn>
                  <a:cxn ang="0">
                    <a:pos x="16" y="5"/>
                  </a:cxn>
                  <a:cxn ang="0">
                    <a:pos x="23" y="1"/>
                  </a:cxn>
                  <a:cxn ang="0">
                    <a:pos x="10" y="23"/>
                  </a:cxn>
                  <a:cxn ang="0">
                    <a:pos x="23" y="19"/>
                  </a:cxn>
                  <a:cxn ang="0">
                    <a:pos x="29" y="26"/>
                  </a:cxn>
                  <a:cxn ang="0">
                    <a:pos x="26" y="35"/>
                  </a:cxn>
                  <a:cxn ang="0">
                    <a:pos x="36" y="54"/>
                  </a:cxn>
                  <a:cxn ang="0">
                    <a:pos x="37" y="45"/>
                  </a:cxn>
                  <a:cxn ang="0">
                    <a:pos x="38" y="34"/>
                  </a:cxn>
                  <a:cxn ang="0">
                    <a:pos x="37" y="23"/>
                  </a:cxn>
                  <a:cxn ang="0">
                    <a:pos x="34" y="15"/>
                  </a:cxn>
                  <a:cxn ang="0">
                    <a:pos x="29" y="5"/>
                  </a:cxn>
                  <a:cxn ang="0">
                    <a:pos x="19" y="7"/>
                  </a:cxn>
                  <a:cxn ang="0">
                    <a:pos x="11" y="13"/>
                  </a:cxn>
                  <a:cxn ang="0">
                    <a:pos x="7" y="28"/>
                  </a:cxn>
                  <a:cxn ang="0">
                    <a:pos x="7" y="43"/>
                  </a:cxn>
                  <a:cxn ang="0">
                    <a:pos x="4" y="51"/>
                  </a:cxn>
                  <a:cxn ang="0">
                    <a:pos x="6" y="62"/>
                  </a:cxn>
                  <a:cxn ang="0">
                    <a:pos x="18" y="68"/>
                  </a:cxn>
                  <a:cxn ang="0">
                    <a:pos x="23" y="56"/>
                  </a:cxn>
                  <a:cxn ang="0">
                    <a:pos x="14" y="60"/>
                  </a:cxn>
                  <a:cxn ang="0">
                    <a:pos x="11" y="45"/>
                  </a:cxn>
                  <a:cxn ang="0">
                    <a:pos x="23" y="47"/>
                  </a:cxn>
                  <a:cxn ang="0">
                    <a:pos x="27" y="62"/>
                  </a:cxn>
                  <a:cxn ang="0">
                    <a:pos x="26" y="39"/>
                  </a:cxn>
                  <a:cxn ang="0">
                    <a:pos x="11" y="37"/>
                  </a:cxn>
                  <a:cxn ang="0">
                    <a:pos x="10" y="27"/>
                  </a:cxn>
                  <a:cxn ang="0">
                    <a:pos x="11" y="34"/>
                  </a:cxn>
                  <a:cxn ang="0">
                    <a:pos x="21" y="39"/>
                  </a:cxn>
                  <a:cxn ang="0">
                    <a:pos x="19" y="37"/>
                  </a:cxn>
                  <a:cxn ang="0">
                    <a:pos x="16" y="24"/>
                  </a:cxn>
                  <a:cxn ang="0">
                    <a:pos x="18" y="20"/>
                  </a:cxn>
                  <a:cxn ang="0">
                    <a:pos x="23" y="23"/>
                  </a:cxn>
                  <a:cxn ang="0">
                    <a:pos x="23" y="22"/>
                  </a:cxn>
                  <a:cxn ang="0">
                    <a:pos x="27" y="30"/>
                  </a:cxn>
                  <a:cxn ang="0">
                    <a:pos x="26" y="32"/>
                  </a:cxn>
                  <a:cxn ang="0">
                    <a:pos x="21" y="34"/>
                  </a:cxn>
                  <a:cxn ang="0">
                    <a:pos x="19" y="51"/>
                  </a:cxn>
                  <a:cxn ang="0">
                    <a:pos x="15" y="46"/>
                  </a:cxn>
                  <a:cxn ang="0">
                    <a:pos x="14" y="50"/>
                  </a:cxn>
                  <a:cxn ang="0">
                    <a:pos x="15" y="53"/>
                  </a:cxn>
                  <a:cxn ang="0">
                    <a:pos x="15" y="47"/>
                  </a:cxn>
                  <a:cxn ang="0">
                    <a:pos x="23" y="53"/>
                  </a:cxn>
                  <a:cxn ang="0">
                    <a:pos x="22" y="51"/>
                  </a:cxn>
                  <a:cxn ang="0">
                    <a:pos x="19" y="54"/>
                  </a:cxn>
                  <a:cxn ang="0">
                    <a:pos x="14" y="57"/>
                  </a:cxn>
                  <a:cxn ang="0">
                    <a:pos x="30" y="64"/>
                  </a:cxn>
                  <a:cxn ang="0">
                    <a:pos x="21" y="69"/>
                  </a:cxn>
                  <a:cxn ang="0">
                    <a:pos x="25" y="68"/>
                  </a:cxn>
                </a:cxnLst>
                <a:rect l="0" t="0" r="r" b="b"/>
                <a:pathLst>
                  <a:path w="40" h="73">
                    <a:moveTo>
                      <a:pt x="25" y="0"/>
                    </a:moveTo>
                    <a:lnTo>
                      <a:pt x="25" y="0"/>
                    </a:lnTo>
                    <a:lnTo>
                      <a:pt x="26" y="3"/>
                    </a:lnTo>
                    <a:lnTo>
                      <a:pt x="29" y="4"/>
                    </a:lnTo>
                    <a:lnTo>
                      <a:pt x="31" y="7"/>
                    </a:lnTo>
                    <a:lnTo>
                      <a:pt x="31" y="11"/>
                    </a:lnTo>
                    <a:lnTo>
                      <a:pt x="31" y="11"/>
                    </a:lnTo>
                    <a:lnTo>
                      <a:pt x="34" y="12"/>
                    </a:lnTo>
                    <a:lnTo>
                      <a:pt x="36" y="13"/>
                    </a:lnTo>
                    <a:lnTo>
                      <a:pt x="37" y="16"/>
                    </a:lnTo>
                    <a:lnTo>
                      <a:pt x="36" y="19"/>
                    </a:lnTo>
                    <a:lnTo>
                      <a:pt x="36" y="19"/>
                    </a:lnTo>
                    <a:lnTo>
                      <a:pt x="38" y="20"/>
                    </a:lnTo>
                    <a:lnTo>
                      <a:pt x="40" y="23"/>
                    </a:lnTo>
                    <a:lnTo>
                      <a:pt x="40" y="26"/>
                    </a:lnTo>
                    <a:lnTo>
                      <a:pt x="37" y="28"/>
                    </a:lnTo>
                    <a:lnTo>
                      <a:pt x="37" y="28"/>
                    </a:lnTo>
                    <a:lnTo>
                      <a:pt x="40" y="34"/>
                    </a:lnTo>
                    <a:lnTo>
                      <a:pt x="40" y="37"/>
                    </a:lnTo>
                    <a:lnTo>
                      <a:pt x="37" y="38"/>
                    </a:lnTo>
                    <a:lnTo>
                      <a:pt x="37" y="38"/>
                    </a:lnTo>
                    <a:lnTo>
                      <a:pt x="40" y="41"/>
                    </a:lnTo>
                    <a:lnTo>
                      <a:pt x="40" y="45"/>
                    </a:lnTo>
                    <a:lnTo>
                      <a:pt x="38" y="47"/>
                    </a:lnTo>
                    <a:lnTo>
                      <a:pt x="37" y="49"/>
                    </a:lnTo>
                    <a:lnTo>
                      <a:pt x="37" y="49"/>
                    </a:lnTo>
                    <a:lnTo>
                      <a:pt x="38" y="56"/>
                    </a:lnTo>
                    <a:lnTo>
                      <a:pt x="38" y="56"/>
                    </a:lnTo>
                    <a:lnTo>
                      <a:pt x="38" y="57"/>
                    </a:lnTo>
                    <a:lnTo>
                      <a:pt x="38" y="57"/>
                    </a:lnTo>
                    <a:lnTo>
                      <a:pt x="36" y="57"/>
                    </a:lnTo>
                    <a:lnTo>
                      <a:pt x="33" y="58"/>
                    </a:lnTo>
                    <a:lnTo>
                      <a:pt x="33" y="58"/>
                    </a:lnTo>
                    <a:lnTo>
                      <a:pt x="34" y="62"/>
                    </a:lnTo>
                    <a:lnTo>
                      <a:pt x="34" y="65"/>
                    </a:lnTo>
                    <a:lnTo>
                      <a:pt x="34" y="65"/>
                    </a:lnTo>
                    <a:lnTo>
                      <a:pt x="29" y="68"/>
                    </a:lnTo>
                    <a:lnTo>
                      <a:pt x="27" y="69"/>
                    </a:lnTo>
                    <a:lnTo>
                      <a:pt x="26" y="72"/>
                    </a:lnTo>
                    <a:lnTo>
                      <a:pt x="26" y="72"/>
                    </a:lnTo>
                    <a:lnTo>
                      <a:pt x="23" y="73"/>
                    </a:lnTo>
                    <a:lnTo>
                      <a:pt x="19" y="72"/>
                    </a:lnTo>
                    <a:lnTo>
                      <a:pt x="19" y="72"/>
                    </a:lnTo>
                    <a:lnTo>
                      <a:pt x="18" y="69"/>
                    </a:lnTo>
                    <a:lnTo>
                      <a:pt x="18" y="69"/>
                    </a:lnTo>
                    <a:lnTo>
                      <a:pt x="14" y="72"/>
                    </a:lnTo>
                    <a:lnTo>
                      <a:pt x="11" y="73"/>
                    </a:lnTo>
                    <a:lnTo>
                      <a:pt x="10" y="73"/>
                    </a:lnTo>
                    <a:lnTo>
                      <a:pt x="10" y="73"/>
                    </a:lnTo>
                    <a:lnTo>
                      <a:pt x="8" y="71"/>
                    </a:lnTo>
                    <a:lnTo>
                      <a:pt x="7" y="68"/>
                    </a:lnTo>
                    <a:lnTo>
                      <a:pt x="3" y="64"/>
                    </a:lnTo>
                    <a:lnTo>
                      <a:pt x="3" y="64"/>
                    </a:lnTo>
                    <a:lnTo>
                      <a:pt x="3" y="62"/>
                    </a:lnTo>
                    <a:lnTo>
                      <a:pt x="4" y="61"/>
                    </a:lnTo>
                    <a:lnTo>
                      <a:pt x="7" y="57"/>
                    </a:lnTo>
                    <a:lnTo>
                      <a:pt x="7" y="57"/>
                    </a:lnTo>
                    <a:lnTo>
                      <a:pt x="4" y="54"/>
                    </a:lnTo>
                    <a:lnTo>
                      <a:pt x="0" y="53"/>
                    </a:lnTo>
                    <a:lnTo>
                      <a:pt x="0" y="53"/>
                    </a:lnTo>
                    <a:lnTo>
                      <a:pt x="0" y="50"/>
                    </a:lnTo>
                    <a:lnTo>
                      <a:pt x="0" y="49"/>
                    </a:lnTo>
                    <a:lnTo>
                      <a:pt x="3" y="45"/>
                    </a:lnTo>
                    <a:lnTo>
                      <a:pt x="3" y="45"/>
                    </a:lnTo>
                    <a:lnTo>
                      <a:pt x="3" y="41"/>
                    </a:lnTo>
                    <a:lnTo>
                      <a:pt x="2" y="37"/>
                    </a:lnTo>
                    <a:lnTo>
                      <a:pt x="0" y="34"/>
                    </a:lnTo>
                    <a:lnTo>
                      <a:pt x="0" y="30"/>
                    </a:lnTo>
                    <a:lnTo>
                      <a:pt x="0" y="30"/>
                    </a:lnTo>
                    <a:lnTo>
                      <a:pt x="3" y="27"/>
                    </a:lnTo>
                    <a:lnTo>
                      <a:pt x="6" y="26"/>
                    </a:lnTo>
                    <a:lnTo>
                      <a:pt x="6" y="26"/>
                    </a:lnTo>
                    <a:lnTo>
                      <a:pt x="4" y="22"/>
                    </a:lnTo>
                    <a:lnTo>
                      <a:pt x="4" y="16"/>
                    </a:lnTo>
                    <a:lnTo>
                      <a:pt x="4" y="16"/>
                    </a:lnTo>
                    <a:lnTo>
                      <a:pt x="7" y="15"/>
                    </a:lnTo>
                    <a:lnTo>
                      <a:pt x="10" y="13"/>
                    </a:lnTo>
                    <a:lnTo>
                      <a:pt x="10" y="13"/>
                    </a:lnTo>
                    <a:lnTo>
                      <a:pt x="8" y="9"/>
                    </a:lnTo>
                    <a:lnTo>
                      <a:pt x="8" y="7"/>
                    </a:lnTo>
                    <a:lnTo>
                      <a:pt x="8" y="7"/>
                    </a:lnTo>
                    <a:lnTo>
                      <a:pt x="12" y="5"/>
                    </a:lnTo>
                    <a:lnTo>
                      <a:pt x="16" y="5"/>
                    </a:lnTo>
                    <a:lnTo>
                      <a:pt x="16" y="5"/>
                    </a:lnTo>
                    <a:lnTo>
                      <a:pt x="16" y="3"/>
                    </a:lnTo>
                    <a:lnTo>
                      <a:pt x="18" y="1"/>
                    </a:lnTo>
                    <a:lnTo>
                      <a:pt x="18" y="1"/>
                    </a:lnTo>
                    <a:lnTo>
                      <a:pt x="22" y="3"/>
                    </a:lnTo>
                    <a:lnTo>
                      <a:pt x="22" y="3"/>
                    </a:lnTo>
                    <a:lnTo>
                      <a:pt x="23" y="1"/>
                    </a:lnTo>
                    <a:lnTo>
                      <a:pt x="25" y="0"/>
                    </a:lnTo>
                    <a:lnTo>
                      <a:pt x="25" y="0"/>
                    </a:lnTo>
                    <a:close/>
                    <a:moveTo>
                      <a:pt x="10" y="27"/>
                    </a:moveTo>
                    <a:lnTo>
                      <a:pt x="10" y="27"/>
                    </a:lnTo>
                    <a:lnTo>
                      <a:pt x="10" y="23"/>
                    </a:lnTo>
                    <a:lnTo>
                      <a:pt x="10" y="23"/>
                    </a:lnTo>
                    <a:lnTo>
                      <a:pt x="11" y="20"/>
                    </a:lnTo>
                    <a:lnTo>
                      <a:pt x="14" y="19"/>
                    </a:lnTo>
                    <a:lnTo>
                      <a:pt x="18" y="17"/>
                    </a:lnTo>
                    <a:lnTo>
                      <a:pt x="21" y="19"/>
                    </a:lnTo>
                    <a:lnTo>
                      <a:pt x="21" y="19"/>
                    </a:lnTo>
                    <a:lnTo>
                      <a:pt x="23" y="19"/>
                    </a:lnTo>
                    <a:lnTo>
                      <a:pt x="25" y="19"/>
                    </a:lnTo>
                    <a:lnTo>
                      <a:pt x="27" y="20"/>
                    </a:lnTo>
                    <a:lnTo>
                      <a:pt x="29" y="23"/>
                    </a:lnTo>
                    <a:lnTo>
                      <a:pt x="26" y="26"/>
                    </a:lnTo>
                    <a:lnTo>
                      <a:pt x="26" y="26"/>
                    </a:lnTo>
                    <a:lnTo>
                      <a:pt x="29" y="26"/>
                    </a:lnTo>
                    <a:lnTo>
                      <a:pt x="30" y="27"/>
                    </a:lnTo>
                    <a:lnTo>
                      <a:pt x="30" y="31"/>
                    </a:lnTo>
                    <a:lnTo>
                      <a:pt x="29" y="34"/>
                    </a:lnTo>
                    <a:lnTo>
                      <a:pt x="27" y="35"/>
                    </a:lnTo>
                    <a:lnTo>
                      <a:pt x="26" y="35"/>
                    </a:lnTo>
                    <a:lnTo>
                      <a:pt x="26" y="35"/>
                    </a:lnTo>
                    <a:lnTo>
                      <a:pt x="31" y="43"/>
                    </a:lnTo>
                    <a:lnTo>
                      <a:pt x="33" y="49"/>
                    </a:lnTo>
                    <a:lnTo>
                      <a:pt x="33" y="56"/>
                    </a:lnTo>
                    <a:lnTo>
                      <a:pt x="33" y="56"/>
                    </a:lnTo>
                    <a:lnTo>
                      <a:pt x="34" y="54"/>
                    </a:lnTo>
                    <a:lnTo>
                      <a:pt x="36" y="54"/>
                    </a:lnTo>
                    <a:lnTo>
                      <a:pt x="36" y="54"/>
                    </a:lnTo>
                    <a:lnTo>
                      <a:pt x="34" y="49"/>
                    </a:lnTo>
                    <a:lnTo>
                      <a:pt x="34" y="49"/>
                    </a:lnTo>
                    <a:lnTo>
                      <a:pt x="36" y="46"/>
                    </a:lnTo>
                    <a:lnTo>
                      <a:pt x="37" y="45"/>
                    </a:lnTo>
                    <a:lnTo>
                      <a:pt x="37" y="45"/>
                    </a:lnTo>
                    <a:lnTo>
                      <a:pt x="37" y="41"/>
                    </a:lnTo>
                    <a:lnTo>
                      <a:pt x="36" y="38"/>
                    </a:lnTo>
                    <a:lnTo>
                      <a:pt x="36" y="38"/>
                    </a:lnTo>
                    <a:lnTo>
                      <a:pt x="37" y="37"/>
                    </a:lnTo>
                    <a:lnTo>
                      <a:pt x="38" y="34"/>
                    </a:lnTo>
                    <a:lnTo>
                      <a:pt x="38" y="34"/>
                    </a:lnTo>
                    <a:lnTo>
                      <a:pt x="37" y="31"/>
                    </a:lnTo>
                    <a:lnTo>
                      <a:pt x="36" y="28"/>
                    </a:lnTo>
                    <a:lnTo>
                      <a:pt x="36" y="28"/>
                    </a:lnTo>
                    <a:lnTo>
                      <a:pt x="37" y="26"/>
                    </a:lnTo>
                    <a:lnTo>
                      <a:pt x="37" y="24"/>
                    </a:lnTo>
                    <a:lnTo>
                      <a:pt x="37" y="23"/>
                    </a:lnTo>
                    <a:lnTo>
                      <a:pt x="37" y="23"/>
                    </a:lnTo>
                    <a:lnTo>
                      <a:pt x="34" y="22"/>
                    </a:lnTo>
                    <a:lnTo>
                      <a:pt x="33" y="20"/>
                    </a:lnTo>
                    <a:lnTo>
                      <a:pt x="33" y="20"/>
                    </a:lnTo>
                    <a:lnTo>
                      <a:pt x="34" y="17"/>
                    </a:lnTo>
                    <a:lnTo>
                      <a:pt x="34" y="15"/>
                    </a:lnTo>
                    <a:lnTo>
                      <a:pt x="34" y="15"/>
                    </a:lnTo>
                    <a:lnTo>
                      <a:pt x="31" y="13"/>
                    </a:lnTo>
                    <a:lnTo>
                      <a:pt x="29" y="12"/>
                    </a:lnTo>
                    <a:lnTo>
                      <a:pt x="29" y="11"/>
                    </a:lnTo>
                    <a:lnTo>
                      <a:pt x="29" y="11"/>
                    </a:lnTo>
                    <a:lnTo>
                      <a:pt x="29" y="5"/>
                    </a:lnTo>
                    <a:lnTo>
                      <a:pt x="29" y="5"/>
                    </a:lnTo>
                    <a:lnTo>
                      <a:pt x="27" y="5"/>
                    </a:lnTo>
                    <a:lnTo>
                      <a:pt x="25" y="4"/>
                    </a:lnTo>
                    <a:lnTo>
                      <a:pt x="19" y="4"/>
                    </a:lnTo>
                    <a:lnTo>
                      <a:pt x="19" y="4"/>
                    </a:lnTo>
                    <a:lnTo>
                      <a:pt x="19" y="7"/>
                    </a:lnTo>
                    <a:lnTo>
                      <a:pt x="16" y="8"/>
                    </a:lnTo>
                    <a:lnTo>
                      <a:pt x="14" y="7"/>
                    </a:lnTo>
                    <a:lnTo>
                      <a:pt x="11" y="8"/>
                    </a:lnTo>
                    <a:lnTo>
                      <a:pt x="11" y="8"/>
                    </a:lnTo>
                    <a:lnTo>
                      <a:pt x="11" y="11"/>
                    </a:lnTo>
                    <a:lnTo>
                      <a:pt x="11" y="13"/>
                    </a:lnTo>
                    <a:lnTo>
                      <a:pt x="11" y="15"/>
                    </a:lnTo>
                    <a:lnTo>
                      <a:pt x="11" y="15"/>
                    </a:lnTo>
                    <a:lnTo>
                      <a:pt x="6" y="17"/>
                    </a:lnTo>
                    <a:lnTo>
                      <a:pt x="6" y="17"/>
                    </a:lnTo>
                    <a:lnTo>
                      <a:pt x="8" y="26"/>
                    </a:lnTo>
                    <a:lnTo>
                      <a:pt x="7" y="28"/>
                    </a:lnTo>
                    <a:lnTo>
                      <a:pt x="3" y="30"/>
                    </a:lnTo>
                    <a:lnTo>
                      <a:pt x="3" y="30"/>
                    </a:lnTo>
                    <a:lnTo>
                      <a:pt x="3" y="34"/>
                    </a:lnTo>
                    <a:lnTo>
                      <a:pt x="4" y="37"/>
                    </a:lnTo>
                    <a:lnTo>
                      <a:pt x="6" y="41"/>
                    </a:lnTo>
                    <a:lnTo>
                      <a:pt x="7" y="43"/>
                    </a:lnTo>
                    <a:lnTo>
                      <a:pt x="7" y="43"/>
                    </a:lnTo>
                    <a:lnTo>
                      <a:pt x="4" y="47"/>
                    </a:lnTo>
                    <a:lnTo>
                      <a:pt x="3" y="49"/>
                    </a:lnTo>
                    <a:lnTo>
                      <a:pt x="3" y="50"/>
                    </a:lnTo>
                    <a:lnTo>
                      <a:pt x="3" y="50"/>
                    </a:lnTo>
                    <a:lnTo>
                      <a:pt x="4" y="51"/>
                    </a:lnTo>
                    <a:lnTo>
                      <a:pt x="6" y="53"/>
                    </a:lnTo>
                    <a:lnTo>
                      <a:pt x="8" y="54"/>
                    </a:lnTo>
                    <a:lnTo>
                      <a:pt x="8" y="57"/>
                    </a:lnTo>
                    <a:lnTo>
                      <a:pt x="8" y="57"/>
                    </a:lnTo>
                    <a:lnTo>
                      <a:pt x="7" y="60"/>
                    </a:lnTo>
                    <a:lnTo>
                      <a:pt x="6" y="62"/>
                    </a:lnTo>
                    <a:lnTo>
                      <a:pt x="6" y="62"/>
                    </a:lnTo>
                    <a:lnTo>
                      <a:pt x="10" y="66"/>
                    </a:lnTo>
                    <a:lnTo>
                      <a:pt x="12" y="71"/>
                    </a:lnTo>
                    <a:lnTo>
                      <a:pt x="12" y="71"/>
                    </a:lnTo>
                    <a:lnTo>
                      <a:pt x="15" y="68"/>
                    </a:lnTo>
                    <a:lnTo>
                      <a:pt x="18" y="68"/>
                    </a:lnTo>
                    <a:lnTo>
                      <a:pt x="19" y="68"/>
                    </a:lnTo>
                    <a:lnTo>
                      <a:pt x="19" y="68"/>
                    </a:lnTo>
                    <a:lnTo>
                      <a:pt x="23" y="65"/>
                    </a:lnTo>
                    <a:lnTo>
                      <a:pt x="25" y="61"/>
                    </a:lnTo>
                    <a:lnTo>
                      <a:pt x="25" y="57"/>
                    </a:lnTo>
                    <a:lnTo>
                      <a:pt x="23" y="56"/>
                    </a:lnTo>
                    <a:lnTo>
                      <a:pt x="22" y="54"/>
                    </a:lnTo>
                    <a:lnTo>
                      <a:pt x="22" y="54"/>
                    </a:lnTo>
                    <a:lnTo>
                      <a:pt x="22" y="57"/>
                    </a:lnTo>
                    <a:lnTo>
                      <a:pt x="21" y="60"/>
                    </a:lnTo>
                    <a:lnTo>
                      <a:pt x="18" y="60"/>
                    </a:lnTo>
                    <a:lnTo>
                      <a:pt x="14" y="60"/>
                    </a:lnTo>
                    <a:lnTo>
                      <a:pt x="14" y="60"/>
                    </a:lnTo>
                    <a:lnTo>
                      <a:pt x="11" y="57"/>
                    </a:lnTo>
                    <a:lnTo>
                      <a:pt x="10" y="53"/>
                    </a:lnTo>
                    <a:lnTo>
                      <a:pt x="10" y="49"/>
                    </a:lnTo>
                    <a:lnTo>
                      <a:pt x="11" y="45"/>
                    </a:lnTo>
                    <a:lnTo>
                      <a:pt x="11" y="45"/>
                    </a:lnTo>
                    <a:lnTo>
                      <a:pt x="15" y="43"/>
                    </a:lnTo>
                    <a:lnTo>
                      <a:pt x="18" y="42"/>
                    </a:lnTo>
                    <a:lnTo>
                      <a:pt x="19" y="42"/>
                    </a:lnTo>
                    <a:lnTo>
                      <a:pt x="19" y="42"/>
                    </a:lnTo>
                    <a:lnTo>
                      <a:pt x="22" y="45"/>
                    </a:lnTo>
                    <a:lnTo>
                      <a:pt x="23" y="47"/>
                    </a:lnTo>
                    <a:lnTo>
                      <a:pt x="23" y="47"/>
                    </a:lnTo>
                    <a:lnTo>
                      <a:pt x="25" y="49"/>
                    </a:lnTo>
                    <a:lnTo>
                      <a:pt x="26" y="50"/>
                    </a:lnTo>
                    <a:lnTo>
                      <a:pt x="26" y="50"/>
                    </a:lnTo>
                    <a:lnTo>
                      <a:pt x="26" y="56"/>
                    </a:lnTo>
                    <a:lnTo>
                      <a:pt x="27" y="62"/>
                    </a:lnTo>
                    <a:lnTo>
                      <a:pt x="27" y="62"/>
                    </a:lnTo>
                    <a:lnTo>
                      <a:pt x="30" y="57"/>
                    </a:lnTo>
                    <a:lnTo>
                      <a:pt x="30" y="50"/>
                    </a:lnTo>
                    <a:lnTo>
                      <a:pt x="29" y="43"/>
                    </a:lnTo>
                    <a:lnTo>
                      <a:pt x="26" y="39"/>
                    </a:lnTo>
                    <a:lnTo>
                      <a:pt x="26" y="39"/>
                    </a:lnTo>
                    <a:lnTo>
                      <a:pt x="23" y="42"/>
                    </a:lnTo>
                    <a:lnTo>
                      <a:pt x="19" y="41"/>
                    </a:lnTo>
                    <a:lnTo>
                      <a:pt x="15" y="39"/>
                    </a:lnTo>
                    <a:lnTo>
                      <a:pt x="14" y="37"/>
                    </a:lnTo>
                    <a:lnTo>
                      <a:pt x="14" y="37"/>
                    </a:lnTo>
                    <a:lnTo>
                      <a:pt x="11" y="37"/>
                    </a:lnTo>
                    <a:lnTo>
                      <a:pt x="10" y="37"/>
                    </a:lnTo>
                    <a:lnTo>
                      <a:pt x="10" y="37"/>
                    </a:lnTo>
                    <a:lnTo>
                      <a:pt x="10" y="34"/>
                    </a:lnTo>
                    <a:lnTo>
                      <a:pt x="10" y="32"/>
                    </a:lnTo>
                    <a:lnTo>
                      <a:pt x="10" y="27"/>
                    </a:lnTo>
                    <a:lnTo>
                      <a:pt x="10" y="27"/>
                    </a:lnTo>
                    <a:close/>
                    <a:moveTo>
                      <a:pt x="12" y="23"/>
                    </a:moveTo>
                    <a:lnTo>
                      <a:pt x="12" y="23"/>
                    </a:lnTo>
                    <a:lnTo>
                      <a:pt x="12" y="26"/>
                    </a:lnTo>
                    <a:lnTo>
                      <a:pt x="12" y="28"/>
                    </a:lnTo>
                    <a:lnTo>
                      <a:pt x="11" y="31"/>
                    </a:lnTo>
                    <a:lnTo>
                      <a:pt x="11" y="34"/>
                    </a:lnTo>
                    <a:lnTo>
                      <a:pt x="11" y="34"/>
                    </a:lnTo>
                    <a:lnTo>
                      <a:pt x="12" y="32"/>
                    </a:lnTo>
                    <a:lnTo>
                      <a:pt x="14" y="34"/>
                    </a:lnTo>
                    <a:lnTo>
                      <a:pt x="16" y="35"/>
                    </a:lnTo>
                    <a:lnTo>
                      <a:pt x="18" y="38"/>
                    </a:lnTo>
                    <a:lnTo>
                      <a:pt x="21" y="39"/>
                    </a:lnTo>
                    <a:lnTo>
                      <a:pt x="21" y="39"/>
                    </a:lnTo>
                    <a:lnTo>
                      <a:pt x="23" y="38"/>
                    </a:lnTo>
                    <a:lnTo>
                      <a:pt x="23" y="35"/>
                    </a:lnTo>
                    <a:lnTo>
                      <a:pt x="23" y="35"/>
                    </a:lnTo>
                    <a:lnTo>
                      <a:pt x="22" y="37"/>
                    </a:lnTo>
                    <a:lnTo>
                      <a:pt x="19" y="37"/>
                    </a:lnTo>
                    <a:lnTo>
                      <a:pt x="19" y="37"/>
                    </a:lnTo>
                    <a:lnTo>
                      <a:pt x="16" y="34"/>
                    </a:lnTo>
                    <a:lnTo>
                      <a:pt x="14" y="31"/>
                    </a:lnTo>
                    <a:lnTo>
                      <a:pt x="14" y="27"/>
                    </a:lnTo>
                    <a:lnTo>
                      <a:pt x="15" y="26"/>
                    </a:lnTo>
                    <a:lnTo>
                      <a:pt x="16" y="24"/>
                    </a:lnTo>
                    <a:lnTo>
                      <a:pt x="16" y="24"/>
                    </a:lnTo>
                    <a:lnTo>
                      <a:pt x="19" y="24"/>
                    </a:lnTo>
                    <a:lnTo>
                      <a:pt x="22" y="24"/>
                    </a:lnTo>
                    <a:lnTo>
                      <a:pt x="22" y="24"/>
                    </a:lnTo>
                    <a:lnTo>
                      <a:pt x="21" y="22"/>
                    </a:lnTo>
                    <a:lnTo>
                      <a:pt x="18" y="20"/>
                    </a:lnTo>
                    <a:lnTo>
                      <a:pt x="15" y="20"/>
                    </a:lnTo>
                    <a:lnTo>
                      <a:pt x="12" y="23"/>
                    </a:lnTo>
                    <a:lnTo>
                      <a:pt x="12" y="23"/>
                    </a:lnTo>
                    <a:close/>
                    <a:moveTo>
                      <a:pt x="23" y="22"/>
                    </a:moveTo>
                    <a:lnTo>
                      <a:pt x="23" y="22"/>
                    </a:lnTo>
                    <a:lnTo>
                      <a:pt x="23" y="23"/>
                    </a:lnTo>
                    <a:lnTo>
                      <a:pt x="25" y="24"/>
                    </a:lnTo>
                    <a:lnTo>
                      <a:pt x="25" y="24"/>
                    </a:lnTo>
                    <a:lnTo>
                      <a:pt x="26" y="23"/>
                    </a:lnTo>
                    <a:lnTo>
                      <a:pt x="26" y="20"/>
                    </a:lnTo>
                    <a:lnTo>
                      <a:pt x="26" y="20"/>
                    </a:lnTo>
                    <a:lnTo>
                      <a:pt x="23" y="22"/>
                    </a:lnTo>
                    <a:lnTo>
                      <a:pt x="23" y="22"/>
                    </a:lnTo>
                    <a:lnTo>
                      <a:pt x="23" y="22"/>
                    </a:lnTo>
                    <a:close/>
                    <a:moveTo>
                      <a:pt x="26" y="32"/>
                    </a:moveTo>
                    <a:lnTo>
                      <a:pt x="26" y="32"/>
                    </a:lnTo>
                    <a:lnTo>
                      <a:pt x="27" y="31"/>
                    </a:lnTo>
                    <a:lnTo>
                      <a:pt x="27" y="30"/>
                    </a:lnTo>
                    <a:lnTo>
                      <a:pt x="26" y="27"/>
                    </a:lnTo>
                    <a:lnTo>
                      <a:pt x="23" y="27"/>
                    </a:lnTo>
                    <a:lnTo>
                      <a:pt x="23" y="27"/>
                    </a:lnTo>
                    <a:lnTo>
                      <a:pt x="23" y="30"/>
                    </a:lnTo>
                    <a:lnTo>
                      <a:pt x="26" y="32"/>
                    </a:lnTo>
                    <a:lnTo>
                      <a:pt x="26" y="32"/>
                    </a:lnTo>
                    <a:close/>
                    <a:moveTo>
                      <a:pt x="18" y="27"/>
                    </a:moveTo>
                    <a:lnTo>
                      <a:pt x="18" y="27"/>
                    </a:lnTo>
                    <a:lnTo>
                      <a:pt x="16" y="30"/>
                    </a:lnTo>
                    <a:lnTo>
                      <a:pt x="18" y="32"/>
                    </a:lnTo>
                    <a:lnTo>
                      <a:pt x="19" y="34"/>
                    </a:lnTo>
                    <a:lnTo>
                      <a:pt x="21" y="34"/>
                    </a:lnTo>
                    <a:lnTo>
                      <a:pt x="22" y="32"/>
                    </a:lnTo>
                    <a:lnTo>
                      <a:pt x="22" y="32"/>
                    </a:lnTo>
                    <a:lnTo>
                      <a:pt x="19" y="30"/>
                    </a:lnTo>
                    <a:lnTo>
                      <a:pt x="18" y="27"/>
                    </a:lnTo>
                    <a:lnTo>
                      <a:pt x="18" y="27"/>
                    </a:lnTo>
                    <a:close/>
                    <a:moveTo>
                      <a:pt x="19" y="51"/>
                    </a:moveTo>
                    <a:lnTo>
                      <a:pt x="19" y="51"/>
                    </a:lnTo>
                    <a:lnTo>
                      <a:pt x="19" y="50"/>
                    </a:lnTo>
                    <a:lnTo>
                      <a:pt x="21" y="49"/>
                    </a:lnTo>
                    <a:lnTo>
                      <a:pt x="19" y="45"/>
                    </a:lnTo>
                    <a:lnTo>
                      <a:pt x="19" y="45"/>
                    </a:lnTo>
                    <a:lnTo>
                      <a:pt x="15" y="46"/>
                    </a:lnTo>
                    <a:lnTo>
                      <a:pt x="15" y="46"/>
                    </a:lnTo>
                    <a:lnTo>
                      <a:pt x="18" y="47"/>
                    </a:lnTo>
                    <a:lnTo>
                      <a:pt x="19" y="49"/>
                    </a:lnTo>
                    <a:lnTo>
                      <a:pt x="19" y="51"/>
                    </a:lnTo>
                    <a:lnTo>
                      <a:pt x="19" y="51"/>
                    </a:lnTo>
                    <a:close/>
                    <a:moveTo>
                      <a:pt x="14" y="50"/>
                    </a:moveTo>
                    <a:lnTo>
                      <a:pt x="14" y="50"/>
                    </a:lnTo>
                    <a:lnTo>
                      <a:pt x="15" y="50"/>
                    </a:lnTo>
                    <a:lnTo>
                      <a:pt x="14" y="51"/>
                    </a:lnTo>
                    <a:lnTo>
                      <a:pt x="14" y="51"/>
                    </a:lnTo>
                    <a:lnTo>
                      <a:pt x="15" y="53"/>
                    </a:lnTo>
                    <a:lnTo>
                      <a:pt x="15" y="53"/>
                    </a:lnTo>
                    <a:lnTo>
                      <a:pt x="15" y="53"/>
                    </a:lnTo>
                    <a:lnTo>
                      <a:pt x="15" y="50"/>
                    </a:lnTo>
                    <a:lnTo>
                      <a:pt x="16" y="49"/>
                    </a:lnTo>
                    <a:lnTo>
                      <a:pt x="16" y="49"/>
                    </a:lnTo>
                    <a:lnTo>
                      <a:pt x="15" y="47"/>
                    </a:lnTo>
                    <a:lnTo>
                      <a:pt x="15" y="47"/>
                    </a:lnTo>
                    <a:lnTo>
                      <a:pt x="15" y="47"/>
                    </a:lnTo>
                    <a:lnTo>
                      <a:pt x="14" y="50"/>
                    </a:lnTo>
                    <a:lnTo>
                      <a:pt x="14" y="50"/>
                    </a:lnTo>
                    <a:close/>
                    <a:moveTo>
                      <a:pt x="22" y="51"/>
                    </a:moveTo>
                    <a:lnTo>
                      <a:pt x="22" y="51"/>
                    </a:lnTo>
                    <a:lnTo>
                      <a:pt x="23" y="53"/>
                    </a:lnTo>
                    <a:lnTo>
                      <a:pt x="23" y="53"/>
                    </a:lnTo>
                    <a:lnTo>
                      <a:pt x="25" y="50"/>
                    </a:lnTo>
                    <a:lnTo>
                      <a:pt x="25" y="50"/>
                    </a:lnTo>
                    <a:lnTo>
                      <a:pt x="23" y="50"/>
                    </a:lnTo>
                    <a:lnTo>
                      <a:pt x="23" y="50"/>
                    </a:lnTo>
                    <a:lnTo>
                      <a:pt x="22" y="51"/>
                    </a:lnTo>
                    <a:lnTo>
                      <a:pt x="22" y="51"/>
                    </a:lnTo>
                    <a:close/>
                    <a:moveTo>
                      <a:pt x="19" y="58"/>
                    </a:moveTo>
                    <a:lnTo>
                      <a:pt x="19" y="58"/>
                    </a:lnTo>
                    <a:lnTo>
                      <a:pt x="21" y="53"/>
                    </a:lnTo>
                    <a:lnTo>
                      <a:pt x="21" y="53"/>
                    </a:lnTo>
                    <a:lnTo>
                      <a:pt x="19" y="54"/>
                    </a:lnTo>
                    <a:lnTo>
                      <a:pt x="18" y="54"/>
                    </a:lnTo>
                    <a:lnTo>
                      <a:pt x="16" y="56"/>
                    </a:lnTo>
                    <a:lnTo>
                      <a:pt x="15" y="57"/>
                    </a:lnTo>
                    <a:lnTo>
                      <a:pt x="15" y="57"/>
                    </a:lnTo>
                    <a:lnTo>
                      <a:pt x="14" y="56"/>
                    </a:lnTo>
                    <a:lnTo>
                      <a:pt x="14" y="57"/>
                    </a:lnTo>
                    <a:lnTo>
                      <a:pt x="16" y="58"/>
                    </a:lnTo>
                    <a:lnTo>
                      <a:pt x="19" y="58"/>
                    </a:lnTo>
                    <a:lnTo>
                      <a:pt x="19" y="58"/>
                    </a:lnTo>
                    <a:close/>
                    <a:moveTo>
                      <a:pt x="29" y="64"/>
                    </a:moveTo>
                    <a:lnTo>
                      <a:pt x="29" y="64"/>
                    </a:lnTo>
                    <a:lnTo>
                      <a:pt x="30" y="64"/>
                    </a:lnTo>
                    <a:lnTo>
                      <a:pt x="31" y="62"/>
                    </a:lnTo>
                    <a:lnTo>
                      <a:pt x="31" y="60"/>
                    </a:lnTo>
                    <a:lnTo>
                      <a:pt x="31" y="60"/>
                    </a:lnTo>
                    <a:lnTo>
                      <a:pt x="29" y="64"/>
                    </a:lnTo>
                    <a:lnTo>
                      <a:pt x="29" y="64"/>
                    </a:lnTo>
                    <a:close/>
                    <a:moveTo>
                      <a:pt x="21" y="69"/>
                    </a:moveTo>
                    <a:lnTo>
                      <a:pt x="21" y="69"/>
                    </a:lnTo>
                    <a:lnTo>
                      <a:pt x="23" y="71"/>
                    </a:lnTo>
                    <a:lnTo>
                      <a:pt x="23" y="71"/>
                    </a:lnTo>
                    <a:lnTo>
                      <a:pt x="25" y="69"/>
                    </a:lnTo>
                    <a:lnTo>
                      <a:pt x="25" y="68"/>
                    </a:lnTo>
                    <a:lnTo>
                      <a:pt x="25" y="68"/>
                    </a:lnTo>
                    <a:lnTo>
                      <a:pt x="25" y="68"/>
                    </a:lnTo>
                    <a:lnTo>
                      <a:pt x="22" y="68"/>
                    </a:lnTo>
                    <a:lnTo>
                      <a:pt x="21" y="69"/>
                    </a:lnTo>
                    <a:lnTo>
                      <a:pt x="21" y="69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grpSp>
        <p:nvGrpSpPr>
          <p:cNvPr id="44" name="组合 43"/>
          <p:cNvGrpSpPr/>
          <p:nvPr/>
        </p:nvGrpSpPr>
        <p:grpSpPr>
          <a:xfrm>
            <a:off x="3341880" y="1911180"/>
            <a:ext cx="2956685" cy="1190801"/>
            <a:chOff x="2155" y="3672"/>
            <a:chExt cx="4656" cy="1875"/>
          </a:xfrm>
        </p:grpSpPr>
        <p:grpSp>
          <p:nvGrpSpPr>
            <p:cNvPr id="18" name="组合 17"/>
            <p:cNvGrpSpPr/>
            <p:nvPr/>
          </p:nvGrpSpPr>
          <p:grpSpPr>
            <a:xfrm>
              <a:off x="2155" y="3672"/>
              <a:ext cx="1149" cy="1813"/>
              <a:chOff x="4282" y="5425"/>
              <a:chExt cx="1716" cy="2657"/>
            </a:xfrm>
          </p:grpSpPr>
          <p:sp>
            <p:nvSpPr>
              <p:cNvPr id="104" name="Freeform 86"/>
              <p:cNvSpPr>
                <a:spLocks noEditPoints="1"/>
              </p:cNvSpPr>
              <p:nvPr/>
            </p:nvSpPr>
            <p:spPr bwMode="auto">
              <a:xfrm>
                <a:off x="4760" y="6844"/>
                <a:ext cx="1238" cy="1238"/>
              </a:xfrm>
              <a:custGeom>
                <a:avLst/>
                <a:gdLst/>
                <a:ahLst/>
                <a:cxnLst>
                  <a:cxn ang="0">
                    <a:pos x="303" y="104"/>
                  </a:cxn>
                  <a:cxn ang="0">
                    <a:pos x="288" y="65"/>
                  </a:cxn>
                  <a:cxn ang="0">
                    <a:pos x="259" y="35"/>
                  </a:cxn>
                  <a:cxn ang="0">
                    <a:pos x="223" y="13"/>
                  </a:cxn>
                  <a:cxn ang="0">
                    <a:pos x="182" y="2"/>
                  </a:cxn>
                  <a:cxn ang="0">
                    <a:pos x="141" y="2"/>
                  </a:cxn>
                  <a:cxn ang="0">
                    <a:pos x="113" y="9"/>
                  </a:cxn>
                  <a:cxn ang="0">
                    <a:pos x="72" y="29"/>
                  </a:cxn>
                  <a:cxn ang="0">
                    <a:pos x="36" y="61"/>
                  </a:cxn>
                  <a:cxn ang="0">
                    <a:pos x="11" y="98"/>
                  </a:cxn>
                  <a:cxn ang="0">
                    <a:pos x="0" y="141"/>
                  </a:cxn>
                  <a:cxn ang="0">
                    <a:pos x="4" y="171"/>
                  </a:cxn>
                  <a:cxn ang="0">
                    <a:pos x="28" y="208"/>
                  </a:cxn>
                  <a:cxn ang="0">
                    <a:pos x="65" y="237"/>
                  </a:cxn>
                  <a:cxn ang="0">
                    <a:pos x="93" y="250"/>
                  </a:cxn>
                  <a:cxn ang="0">
                    <a:pos x="141" y="256"/>
                  </a:cxn>
                  <a:cxn ang="0">
                    <a:pos x="167" y="261"/>
                  </a:cxn>
                  <a:cxn ang="0">
                    <a:pos x="168" y="262"/>
                  </a:cxn>
                  <a:cxn ang="0">
                    <a:pos x="190" y="265"/>
                  </a:cxn>
                  <a:cxn ang="0">
                    <a:pos x="225" y="252"/>
                  </a:cxn>
                  <a:cxn ang="0">
                    <a:pos x="255" y="233"/>
                  </a:cxn>
                  <a:cxn ang="0">
                    <a:pos x="285" y="196"/>
                  </a:cxn>
                  <a:cxn ang="0">
                    <a:pos x="303" y="150"/>
                  </a:cxn>
                  <a:cxn ang="0">
                    <a:pos x="306" y="119"/>
                  </a:cxn>
                  <a:cxn ang="0">
                    <a:pos x="266" y="212"/>
                  </a:cxn>
                  <a:cxn ang="0">
                    <a:pos x="240" y="237"/>
                  </a:cxn>
                  <a:cxn ang="0">
                    <a:pos x="207" y="254"/>
                  </a:cxn>
                  <a:cxn ang="0">
                    <a:pos x="203" y="254"/>
                  </a:cxn>
                  <a:cxn ang="0">
                    <a:pos x="211" y="248"/>
                  </a:cxn>
                  <a:cxn ang="0">
                    <a:pos x="208" y="245"/>
                  </a:cxn>
                  <a:cxn ang="0">
                    <a:pos x="196" y="251"/>
                  </a:cxn>
                  <a:cxn ang="0">
                    <a:pos x="150" y="250"/>
                  </a:cxn>
                  <a:cxn ang="0">
                    <a:pos x="128" y="247"/>
                  </a:cxn>
                  <a:cxn ang="0">
                    <a:pos x="97" y="241"/>
                  </a:cxn>
                  <a:cxn ang="0">
                    <a:pos x="65" y="226"/>
                  </a:cxn>
                  <a:cxn ang="0">
                    <a:pos x="29" y="197"/>
                  </a:cxn>
                  <a:cxn ang="0">
                    <a:pos x="13" y="174"/>
                  </a:cxn>
                  <a:cxn ang="0">
                    <a:pos x="7" y="149"/>
                  </a:cxn>
                  <a:cxn ang="0">
                    <a:pos x="13" y="115"/>
                  </a:cxn>
                  <a:cxn ang="0">
                    <a:pos x="39" y="69"/>
                  </a:cxn>
                  <a:cxn ang="0">
                    <a:pos x="59" y="47"/>
                  </a:cxn>
                  <a:cxn ang="0">
                    <a:pos x="97" y="22"/>
                  </a:cxn>
                  <a:cxn ang="0">
                    <a:pos x="139" y="9"/>
                  </a:cxn>
                  <a:cxn ang="0">
                    <a:pos x="161" y="7"/>
                  </a:cxn>
                  <a:cxn ang="0">
                    <a:pos x="193" y="11"/>
                  </a:cxn>
                  <a:cxn ang="0">
                    <a:pos x="244" y="35"/>
                  </a:cxn>
                  <a:cxn ang="0">
                    <a:pos x="269" y="55"/>
                  </a:cxn>
                  <a:cxn ang="0">
                    <a:pos x="287" y="83"/>
                  </a:cxn>
                  <a:cxn ang="0">
                    <a:pos x="296" y="115"/>
                  </a:cxn>
                  <a:cxn ang="0">
                    <a:pos x="292" y="160"/>
                  </a:cxn>
                  <a:cxn ang="0">
                    <a:pos x="273" y="204"/>
                  </a:cxn>
                </a:cxnLst>
                <a:rect l="0" t="0" r="r" b="b"/>
                <a:pathLst>
                  <a:path w="306" h="265">
                    <a:moveTo>
                      <a:pt x="306" y="119"/>
                    </a:moveTo>
                    <a:lnTo>
                      <a:pt x="306" y="119"/>
                    </a:lnTo>
                    <a:lnTo>
                      <a:pt x="303" y="104"/>
                    </a:lnTo>
                    <a:lnTo>
                      <a:pt x="299" y="90"/>
                    </a:lnTo>
                    <a:lnTo>
                      <a:pt x="295" y="78"/>
                    </a:lnTo>
                    <a:lnTo>
                      <a:pt x="288" y="65"/>
                    </a:lnTo>
                    <a:lnTo>
                      <a:pt x="280" y="54"/>
                    </a:lnTo>
                    <a:lnTo>
                      <a:pt x="270" y="44"/>
                    </a:lnTo>
                    <a:lnTo>
                      <a:pt x="259" y="35"/>
                    </a:lnTo>
                    <a:lnTo>
                      <a:pt x="248" y="27"/>
                    </a:lnTo>
                    <a:lnTo>
                      <a:pt x="236" y="20"/>
                    </a:lnTo>
                    <a:lnTo>
                      <a:pt x="223" y="13"/>
                    </a:lnTo>
                    <a:lnTo>
                      <a:pt x="209" y="9"/>
                    </a:lnTo>
                    <a:lnTo>
                      <a:pt x="196" y="5"/>
                    </a:lnTo>
                    <a:lnTo>
                      <a:pt x="182" y="2"/>
                    </a:lnTo>
                    <a:lnTo>
                      <a:pt x="168" y="0"/>
                    </a:lnTo>
                    <a:lnTo>
                      <a:pt x="154" y="0"/>
                    </a:lnTo>
                    <a:lnTo>
                      <a:pt x="141" y="2"/>
                    </a:lnTo>
                    <a:lnTo>
                      <a:pt x="141" y="2"/>
                    </a:lnTo>
                    <a:lnTo>
                      <a:pt x="127" y="5"/>
                    </a:lnTo>
                    <a:lnTo>
                      <a:pt x="113" y="9"/>
                    </a:lnTo>
                    <a:lnTo>
                      <a:pt x="99" y="14"/>
                    </a:lnTo>
                    <a:lnTo>
                      <a:pt x="86" y="21"/>
                    </a:lnTo>
                    <a:lnTo>
                      <a:pt x="72" y="29"/>
                    </a:lnTo>
                    <a:lnTo>
                      <a:pt x="59" y="39"/>
                    </a:lnTo>
                    <a:lnTo>
                      <a:pt x="47" y="49"/>
                    </a:lnTo>
                    <a:lnTo>
                      <a:pt x="36" y="61"/>
                    </a:lnTo>
                    <a:lnTo>
                      <a:pt x="26" y="72"/>
                    </a:lnTo>
                    <a:lnTo>
                      <a:pt x="18" y="86"/>
                    </a:lnTo>
                    <a:lnTo>
                      <a:pt x="11" y="98"/>
                    </a:lnTo>
                    <a:lnTo>
                      <a:pt x="6" y="113"/>
                    </a:lnTo>
                    <a:lnTo>
                      <a:pt x="2" y="127"/>
                    </a:lnTo>
                    <a:lnTo>
                      <a:pt x="0" y="141"/>
                    </a:lnTo>
                    <a:lnTo>
                      <a:pt x="0" y="156"/>
                    </a:lnTo>
                    <a:lnTo>
                      <a:pt x="4" y="171"/>
                    </a:lnTo>
                    <a:lnTo>
                      <a:pt x="4" y="171"/>
                    </a:lnTo>
                    <a:lnTo>
                      <a:pt x="10" y="184"/>
                    </a:lnTo>
                    <a:lnTo>
                      <a:pt x="17" y="196"/>
                    </a:lnTo>
                    <a:lnTo>
                      <a:pt x="28" y="208"/>
                    </a:lnTo>
                    <a:lnTo>
                      <a:pt x="39" y="219"/>
                    </a:lnTo>
                    <a:lnTo>
                      <a:pt x="51" y="229"/>
                    </a:lnTo>
                    <a:lnTo>
                      <a:pt x="65" y="237"/>
                    </a:lnTo>
                    <a:lnTo>
                      <a:pt x="79" y="244"/>
                    </a:lnTo>
                    <a:lnTo>
                      <a:pt x="93" y="250"/>
                    </a:lnTo>
                    <a:lnTo>
                      <a:pt x="93" y="250"/>
                    </a:lnTo>
                    <a:lnTo>
                      <a:pt x="108" y="252"/>
                    </a:lnTo>
                    <a:lnTo>
                      <a:pt x="124" y="255"/>
                    </a:lnTo>
                    <a:lnTo>
                      <a:pt x="141" y="256"/>
                    </a:lnTo>
                    <a:lnTo>
                      <a:pt x="156" y="259"/>
                    </a:lnTo>
                    <a:lnTo>
                      <a:pt x="156" y="259"/>
                    </a:lnTo>
                    <a:lnTo>
                      <a:pt x="167" y="261"/>
                    </a:lnTo>
                    <a:lnTo>
                      <a:pt x="167" y="261"/>
                    </a:lnTo>
                    <a:lnTo>
                      <a:pt x="167" y="262"/>
                    </a:lnTo>
                    <a:lnTo>
                      <a:pt x="168" y="262"/>
                    </a:lnTo>
                    <a:lnTo>
                      <a:pt x="168" y="262"/>
                    </a:lnTo>
                    <a:lnTo>
                      <a:pt x="179" y="265"/>
                    </a:lnTo>
                    <a:lnTo>
                      <a:pt x="190" y="265"/>
                    </a:lnTo>
                    <a:lnTo>
                      <a:pt x="203" y="262"/>
                    </a:lnTo>
                    <a:lnTo>
                      <a:pt x="214" y="258"/>
                    </a:lnTo>
                    <a:lnTo>
                      <a:pt x="225" y="252"/>
                    </a:lnTo>
                    <a:lnTo>
                      <a:pt x="236" y="247"/>
                    </a:lnTo>
                    <a:lnTo>
                      <a:pt x="255" y="233"/>
                    </a:lnTo>
                    <a:lnTo>
                      <a:pt x="255" y="233"/>
                    </a:lnTo>
                    <a:lnTo>
                      <a:pt x="266" y="222"/>
                    </a:lnTo>
                    <a:lnTo>
                      <a:pt x="277" y="210"/>
                    </a:lnTo>
                    <a:lnTo>
                      <a:pt x="285" y="196"/>
                    </a:lnTo>
                    <a:lnTo>
                      <a:pt x="293" y="182"/>
                    </a:lnTo>
                    <a:lnTo>
                      <a:pt x="299" y="166"/>
                    </a:lnTo>
                    <a:lnTo>
                      <a:pt x="303" y="150"/>
                    </a:lnTo>
                    <a:lnTo>
                      <a:pt x="306" y="134"/>
                    </a:lnTo>
                    <a:lnTo>
                      <a:pt x="306" y="119"/>
                    </a:lnTo>
                    <a:lnTo>
                      <a:pt x="306" y="119"/>
                    </a:lnTo>
                    <a:close/>
                    <a:moveTo>
                      <a:pt x="273" y="204"/>
                    </a:moveTo>
                    <a:lnTo>
                      <a:pt x="273" y="204"/>
                    </a:lnTo>
                    <a:lnTo>
                      <a:pt x="266" y="212"/>
                    </a:lnTo>
                    <a:lnTo>
                      <a:pt x="259" y="221"/>
                    </a:lnTo>
                    <a:lnTo>
                      <a:pt x="249" y="229"/>
                    </a:lnTo>
                    <a:lnTo>
                      <a:pt x="240" y="237"/>
                    </a:lnTo>
                    <a:lnTo>
                      <a:pt x="229" y="244"/>
                    </a:lnTo>
                    <a:lnTo>
                      <a:pt x="218" y="250"/>
                    </a:lnTo>
                    <a:lnTo>
                      <a:pt x="207" y="254"/>
                    </a:lnTo>
                    <a:lnTo>
                      <a:pt x="196" y="256"/>
                    </a:lnTo>
                    <a:lnTo>
                      <a:pt x="196" y="256"/>
                    </a:lnTo>
                    <a:lnTo>
                      <a:pt x="203" y="254"/>
                    </a:lnTo>
                    <a:lnTo>
                      <a:pt x="209" y="250"/>
                    </a:lnTo>
                    <a:lnTo>
                      <a:pt x="209" y="250"/>
                    </a:lnTo>
                    <a:lnTo>
                      <a:pt x="211" y="248"/>
                    </a:lnTo>
                    <a:lnTo>
                      <a:pt x="211" y="247"/>
                    </a:lnTo>
                    <a:lnTo>
                      <a:pt x="209" y="245"/>
                    </a:lnTo>
                    <a:lnTo>
                      <a:pt x="208" y="245"/>
                    </a:lnTo>
                    <a:lnTo>
                      <a:pt x="208" y="245"/>
                    </a:lnTo>
                    <a:lnTo>
                      <a:pt x="203" y="248"/>
                    </a:lnTo>
                    <a:lnTo>
                      <a:pt x="196" y="251"/>
                    </a:lnTo>
                    <a:lnTo>
                      <a:pt x="179" y="252"/>
                    </a:lnTo>
                    <a:lnTo>
                      <a:pt x="163" y="252"/>
                    </a:lnTo>
                    <a:lnTo>
                      <a:pt x="150" y="250"/>
                    </a:lnTo>
                    <a:lnTo>
                      <a:pt x="150" y="250"/>
                    </a:lnTo>
                    <a:lnTo>
                      <a:pt x="139" y="248"/>
                    </a:lnTo>
                    <a:lnTo>
                      <a:pt x="128" y="247"/>
                    </a:lnTo>
                    <a:lnTo>
                      <a:pt x="108" y="244"/>
                    </a:lnTo>
                    <a:lnTo>
                      <a:pt x="108" y="244"/>
                    </a:lnTo>
                    <a:lnTo>
                      <a:pt x="97" y="241"/>
                    </a:lnTo>
                    <a:lnTo>
                      <a:pt x="86" y="239"/>
                    </a:lnTo>
                    <a:lnTo>
                      <a:pt x="75" y="233"/>
                    </a:lnTo>
                    <a:lnTo>
                      <a:pt x="65" y="226"/>
                    </a:lnTo>
                    <a:lnTo>
                      <a:pt x="47" y="212"/>
                    </a:lnTo>
                    <a:lnTo>
                      <a:pt x="29" y="197"/>
                    </a:lnTo>
                    <a:lnTo>
                      <a:pt x="29" y="197"/>
                    </a:lnTo>
                    <a:lnTo>
                      <a:pt x="22" y="190"/>
                    </a:lnTo>
                    <a:lnTo>
                      <a:pt x="17" y="182"/>
                    </a:lnTo>
                    <a:lnTo>
                      <a:pt x="13" y="174"/>
                    </a:lnTo>
                    <a:lnTo>
                      <a:pt x="10" y="167"/>
                    </a:lnTo>
                    <a:lnTo>
                      <a:pt x="7" y="159"/>
                    </a:lnTo>
                    <a:lnTo>
                      <a:pt x="7" y="149"/>
                    </a:lnTo>
                    <a:lnTo>
                      <a:pt x="7" y="141"/>
                    </a:lnTo>
                    <a:lnTo>
                      <a:pt x="9" y="133"/>
                    </a:lnTo>
                    <a:lnTo>
                      <a:pt x="13" y="115"/>
                    </a:lnTo>
                    <a:lnTo>
                      <a:pt x="20" y="98"/>
                    </a:lnTo>
                    <a:lnTo>
                      <a:pt x="29" y="83"/>
                    </a:lnTo>
                    <a:lnTo>
                      <a:pt x="39" y="69"/>
                    </a:lnTo>
                    <a:lnTo>
                      <a:pt x="39" y="69"/>
                    </a:lnTo>
                    <a:lnTo>
                      <a:pt x="48" y="58"/>
                    </a:lnTo>
                    <a:lnTo>
                      <a:pt x="59" y="47"/>
                    </a:lnTo>
                    <a:lnTo>
                      <a:pt x="72" y="39"/>
                    </a:lnTo>
                    <a:lnTo>
                      <a:pt x="84" y="31"/>
                    </a:lnTo>
                    <a:lnTo>
                      <a:pt x="97" y="22"/>
                    </a:lnTo>
                    <a:lnTo>
                      <a:pt x="110" y="17"/>
                    </a:lnTo>
                    <a:lnTo>
                      <a:pt x="124" y="13"/>
                    </a:lnTo>
                    <a:lnTo>
                      <a:pt x="139" y="9"/>
                    </a:lnTo>
                    <a:lnTo>
                      <a:pt x="139" y="9"/>
                    </a:lnTo>
                    <a:lnTo>
                      <a:pt x="150" y="7"/>
                    </a:lnTo>
                    <a:lnTo>
                      <a:pt x="161" y="7"/>
                    </a:lnTo>
                    <a:lnTo>
                      <a:pt x="172" y="7"/>
                    </a:lnTo>
                    <a:lnTo>
                      <a:pt x="183" y="9"/>
                    </a:lnTo>
                    <a:lnTo>
                      <a:pt x="193" y="11"/>
                    </a:lnTo>
                    <a:lnTo>
                      <a:pt x="204" y="14"/>
                    </a:lnTo>
                    <a:lnTo>
                      <a:pt x="225" y="22"/>
                    </a:lnTo>
                    <a:lnTo>
                      <a:pt x="244" y="35"/>
                    </a:lnTo>
                    <a:lnTo>
                      <a:pt x="252" y="40"/>
                    </a:lnTo>
                    <a:lnTo>
                      <a:pt x="260" y="49"/>
                    </a:lnTo>
                    <a:lnTo>
                      <a:pt x="269" y="55"/>
                    </a:lnTo>
                    <a:lnTo>
                      <a:pt x="276" y="65"/>
                    </a:lnTo>
                    <a:lnTo>
                      <a:pt x="281" y="73"/>
                    </a:lnTo>
                    <a:lnTo>
                      <a:pt x="287" y="83"/>
                    </a:lnTo>
                    <a:lnTo>
                      <a:pt x="287" y="83"/>
                    </a:lnTo>
                    <a:lnTo>
                      <a:pt x="293" y="98"/>
                    </a:lnTo>
                    <a:lnTo>
                      <a:pt x="296" y="115"/>
                    </a:lnTo>
                    <a:lnTo>
                      <a:pt x="298" y="130"/>
                    </a:lnTo>
                    <a:lnTo>
                      <a:pt x="296" y="145"/>
                    </a:lnTo>
                    <a:lnTo>
                      <a:pt x="292" y="160"/>
                    </a:lnTo>
                    <a:lnTo>
                      <a:pt x="288" y="175"/>
                    </a:lnTo>
                    <a:lnTo>
                      <a:pt x="281" y="189"/>
                    </a:lnTo>
                    <a:lnTo>
                      <a:pt x="273" y="204"/>
                    </a:lnTo>
                    <a:lnTo>
                      <a:pt x="273" y="204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108" name="组合 107"/>
              <p:cNvGrpSpPr/>
              <p:nvPr/>
            </p:nvGrpSpPr>
            <p:grpSpPr>
              <a:xfrm>
                <a:off x="4282" y="5425"/>
                <a:ext cx="1465" cy="2388"/>
                <a:chOff x="5381630" y="2867026"/>
                <a:chExt cx="383507" cy="897481"/>
              </a:xfrm>
            </p:grpSpPr>
            <p:sp>
              <p:nvSpPr>
                <p:cNvPr id="109" name="Freeform 4219"/>
                <p:cNvSpPr/>
                <p:nvPr/>
              </p:nvSpPr>
              <p:spPr bwMode="auto">
                <a:xfrm>
                  <a:off x="5381630" y="2867026"/>
                  <a:ext cx="17463" cy="26988"/>
                </a:xfrm>
                <a:custGeom>
                  <a:avLst/>
                  <a:gdLst/>
                  <a:ahLst/>
                  <a:cxnLst>
                    <a:cxn ang="0">
                      <a:pos x="8" y="0"/>
                    </a:cxn>
                    <a:cxn ang="0">
                      <a:pos x="8" y="0"/>
                    </a:cxn>
                    <a:cxn ang="0">
                      <a:pos x="10" y="2"/>
                    </a:cxn>
                    <a:cxn ang="0">
                      <a:pos x="11" y="4"/>
                    </a:cxn>
                    <a:cxn ang="0">
                      <a:pos x="10" y="11"/>
                    </a:cxn>
                    <a:cxn ang="0">
                      <a:pos x="8" y="14"/>
                    </a:cxn>
                    <a:cxn ang="0">
                      <a:pos x="6" y="15"/>
                    </a:cxn>
                    <a:cxn ang="0">
                      <a:pos x="4" y="17"/>
                    </a:cxn>
                    <a:cxn ang="0">
                      <a:pos x="2" y="15"/>
                    </a:cxn>
                    <a:cxn ang="0">
                      <a:pos x="2" y="15"/>
                    </a:cxn>
                    <a:cxn ang="0">
                      <a:pos x="0" y="13"/>
                    </a:cxn>
                    <a:cxn ang="0">
                      <a:pos x="0" y="7"/>
                    </a:cxn>
                    <a:cxn ang="0">
                      <a:pos x="0" y="7"/>
                    </a:cxn>
                    <a:cxn ang="0">
                      <a:pos x="2" y="6"/>
                    </a:cxn>
                    <a:cxn ang="0">
                      <a:pos x="3" y="6"/>
                    </a:cxn>
                    <a:cxn ang="0">
                      <a:pos x="3" y="6"/>
                    </a:cxn>
                    <a:cxn ang="0">
                      <a:pos x="2" y="7"/>
                    </a:cxn>
                    <a:cxn ang="0">
                      <a:pos x="2" y="10"/>
                    </a:cxn>
                    <a:cxn ang="0">
                      <a:pos x="2" y="13"/>
                    </a:cxn>
                    <a:cxn ang="0">
                      <a:pos x="3" y="14"/>
                    </a:cxn>
                    <a:cxn ang="0">
                      <a:pos x="3" y="14"/>
                    </a:cxn>
                    <a:cxn ang="0">
                      <a:pos x="6" y="14"/>
                    </a:cxn>
                    <a:cxn ang="0">
                      <a:pos x="7" y="13"/>
                    </a:cxn>
                    <a:cxn ang="0">
                      <a:pos x="8" y="8"/>
                    </a:cxn>
                    <a:cxn ang="0">
                      <a:pos x="8" y="0"/>
                    </a:cxn>
                    <a:cxn ang="0">
                      <a:pos x="8" y="0"/>
                    </a:cxn>
                  </a:cxnLst>
                  <a:rect l="0" t="0" r="r" b="b"/>
                  <a:pathLst>
                    <a:path w="11" h="17">
                      <a:moveTo>
                        <a:pt x="8" y="0"/>
                      </a:moveTo>
                      <a:lnTo>
                        <a:pt x="8" y="0"/>
                      </a:lnTo>
                      <a:lnTo>
                        <a:pt x="10" y="2"/>
                      </a:lnTo>
                      <a:lnTo>
                        <a:pt x="11" y="4"/>
                      </a:lnTo>
                      <a:lnTo>
                        <a:pt x="10" y="11"/>
                      </a:lnTo>
                      <a:lnTo>
                        <a:pt x="8" y="14"/>
                      </a:lnTo>
                      <a:lnTo>
                        <a:pt x="6" y="15"/>
                      </a:lnTo>
                      <a:lnTo>
                        <a:pt x="4" y="17"/>
                      </a:lnTo>
                      <a:lnTo>
                        <a:pt x="2" y="15"/>
                      </a:lnTo>
                      <a:lnTo>
                        <a:pt x="2" y="15"/>
                      </a:lnTo>
                      <a:lnTo>
                        <a:pt x="0" y="13"/>
                      </a:lnTo>
                      <a:lnTo>
                        <a:pt x="0" y="7"/>
                      </a:lnTo>
                      <a:lnTo>
                        <a:pt x="0" y="7"/>
                      </a:lnTo>
                      <a:lnTo>
                        <a:pt x="2" y="6"/>
                      </a:lnTo>
                      <a:lnTo>
                        <a:pt x="3" y="6"/>
                      </a:lnTo>
                      <a:lnTo>
                        <a:pt x="3" y="6"/>
                      </a:lnTo>
                      <a:lnTo>
                        <a:pt x="2" y="7"/>
                      </a:lnTo>
                      <a:lnTo>
                        <a:pt x="2" y="10"/>
                      </a:lnTo>
                      <a:lnTo>
                        <a:pt x="2" y="13"/>
                      </a:lnTo>
                      <a:lnTo>
                        <a:pt x="3" y="14"/>
                      </a:lnTo>
                      <a:lnTo>
                        <a:pt x="3" y="14"/>
                      </a:lnTo>
                      <a:lnTo>
                        <a:pt x="6" y="14"/>
                      </a:lnTo>
                      <a:lnTo>
                        <a:pt x="7" y="13"/>
                      </a:lnTo>
                      <a:lnTo>
                        <a:pt x="8" y="8"/>
                      </a:lnTo>
                      <a:lnTo>
                        <a:pt x="8" y="0"/>
                      </a:lnTo>
                      <a:lnTo>
                        <a:pt x="8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9525">
                  <a:noFill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10" name="Freeform 4220"/>
                <p:cNvSpPr/>
                <p:nvPr/>
              </p:nvSpPr>
              <p:spPr bwMode="auto">
                <a:xfrm>
                  <a:off x="5400680" y="2981326"/>
                  <a:ext cx="4763" cy="22225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2" y="0"/>
                    </a:cxn>
                    <a:cxn ang="0">
                      <a:pos x="3" y="6"/>
                    </a:cxn>
                    <a:cxn ang="0">
                      <a:pos x="3" y="10"/>
                    </a:cxn>
                    <a:cxn ang="0">
                      <a:pos x="2" y="14"/>
                    </a:cxn>
                    <a:cxn ang="0">
                      <a:pos x="2" y="14"/>
                    </a:cxn>
                    <a:cxn ang="0">
                      <a:pos x="0" y="11"/>
                    </a:cxn>
                    <a:cxn ang="0">
                      <a:pos x="0" y="7"/>
                    </a:cxn>
                    <a:cxn ang="0">
                      <a:pos x="2" y="0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3" h="14">
                      <a:moveTo>
                        <a:pt x="2" y="0"/>
                      </a:moveTo>
                      <a:lnTo>
                        <a:pt x="2" y="0"/>
                      </a:lnTo>
                      <a:lnTo>
                        <a:pt x="3" y="6"/>
                      </a:lnTo>
                      <a:lnTo>
                        <a:pt x="3" y="10"/>
                      </a:lnTo>
                      <a:lnTo>
                        <a:pt x="2" y="14"/>
                      </a:lnTo>
                      <a:lnTo>
                        <a:pt x="2" y="14"/>
                      </a:lnTo>
                      <a:lnTo>
                        <a:pt x="0" y="11"/>
                      </a:lnTo>
                      <a:lnTo>
                        <a:pt x="0" y="7"/>
                      </a:lnTo>
                      <a:lnTo>
                        <a:pt x="2" y="0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9525">
                  <a:noFill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11" name="Freeform 4221"/>
                <p:cNvSpPr>
                  <a:spLocks noEditPoints="1"/>
                </p:cNvSpPr>
                <p:nvPr/>
              </p:nvSpPr>
              <p:spPr bwMode="auto">
                <a:xfrm>
                  <a:off x="5561937" y="3381919"/>
                  <a:ext cx="203200" cy="382588"/>
                </a:xfrm>
                <a:custGeom>
                  <a:avLst/>
                  <a:gdLst/>
                  <a:ahLst/>
                  <a:cxnLst>
                    <a:cxn ang="0">
                      <a:pos x="78" y="52"/>
                    </a:cxn>
                    <a:cxn ang="0">
                      <a:pos x="91" y="68"/>
                    </a:cxn>
                    <a:cxn ang="0">
                      <a:pos x="104" y="96"/>
                    </a:cxn>
                    <a:cxn ang="0">
                      <a:pos x="125" y="120"/>
                    </a:cxn>
                    <a:cxn ang="0">
                      <a:pos x="121" y="223"/>
                    </a:cxn>
                    <a:cxn ang="0">
                      <a:pos x="34" y="238"/>
                    </a:cxn>
                    <a:cxn ang="0">
                      <a:pos x="2" y="212"/>
                    </a:cxn>
                    <a:cxn ang="0">
                      <a:pos x="3" y="120"/>
                    </a:cxn>
                    <a:cxn ang="0">
                      <a:pos x="18" y="94"/>
                    </a:cxn>
                    <a:cxn ang="0">
                      <a:pos x="37" y="64"/>
                    </a:cxn>
                    <a:cxn ang="0">
                      <a:pos x="51" y="45"/>
                    </a:cxn>
                    <a:cxn ang="0">
                      <a:pos x="60" y="4"/>
                    </a:cxn>
                    <a:cxn ang="0">
                      <a:pos x="72" y="9"/>
                    </a:cxn>
                    <a:cxn ang="0">
                      <a:pos x="53" y="27"/>
                    </a:cxn>
                    <a:cxn ang="0">
                      <a:pos x="68" y="32"/>
                    </a:cxn>
                    <a:cxn ang="0">
                      <a:pos x="51" y="34"/>
                    </a:cxn>
                    <a:cxn ang="0">
                      <a:pos x="75" y="30"/>
                    </a:cxn>
                    <a:cxn ang="0">
                      <a:pos x="82" y="37"/>
                    </a:cxn>
                    <a:cxn ang="0">
                      <a:pos x="49" y="41"/>
                    </a:cxn>
                    <a:cxn ang="0">
                      <a:pos x="68" y="52"/>
                    </a:cxn>
                    <a:cxn ang="0">
                      <a:pos x="71" y="57"/>
                    </a:cxn>
                    <a:cxn ang="0">
                      <a:pos x="71" y="57"/>
                    </a:cxn>
                    <a:cxn ang="0">
                      <a:pos x="56" y="60"/>
                    </a:cxn>
                    <a:cxn ang="0">
                      <a:pos x="59" y="60"/>
                    </a:cxn>
                    <a:cxn ang="0">
                      <a:pos x="53" y="62"/>
                    </a:cxn>
                    <a:cxn ang="0">
                      <a:pos x="76" y="69"/>
                    </a:cxn>
                    <a:cxn ang="0">
                      <a:pos x="56" y="64"/>
                    </a:cxn>
                    <a:cxn ang="0">
                      <a:pos x="78" y="86"/>
                    </a:cxn>
                    <a:cxn ang="0">
                      <a:pos x="86" y="71"/>
                    </a:cxn>
                    <a:cxn ang="0">
                      <a:pos x="49" y="84"/>
                    </a:cxn>
                    <a:cxn ang="0">
                      <a:pos x="86" y="94"/>
                    </a:cxn>
                    <a:cxn ang="0">
                      <a:pos x="94" y="94"/>
                    </a:cxn>
                    <a:cxn ang="0">
                      <a:pos x="22" y="98"/>
                    </a:cxn>
                    <a:cxn ang="0">
                      <a:pos x="51" y="98"/>
                    </a:cxn>
                    <a:cxn ang="0">
                      <a:pos x="36" y="111"/>
                    </a:cxn>
                    <a:cxn ang="0">
                      <a:pos x="105" y="99"/>
                    </a:cxn>
                    <a:cxn ang="0">
                      <a:pos x="49" y="105"/>
                    </a:cxn>
                    <a:cxn ang="0">
                      <a:pos x="86" y="114"/>
                    </a:cxn>
                    <a:cxn ang="0">
                      <a:pos x="6" y="115"/>
                    </a:cxn>
                    <a:cxn ang="0">
                      <a:pos x="8" y="113"/>
                    </a:cxn>
                    <a:cxn ang="0">
                      <a:pos x="100" y="115"/>
                    </a:cxn>
                    <a:cxn ang="0">
                      <a:pos x="34" y="125"/>
                    </a:cxn>
                    <a:cxn ang="0">
                      <a:pos x="115" y="118"/>
                    </a:cxn>
                    <a:cxn ang="0">
                      <a:pos x="11" y="179"/>
                    </a:cxn>
                    <a:cxn ang="0">
                      <a:pos x="22" y="128"/>
                    </a:cxn>
                    <a:cxn ang="0">
                      <a:pos x="19" y="126"/>
                    </a:cxn>
                    <a:cxn ang="0">
                      <a:pos x="8" y="139"/>
                    </a:cxn>
                    <a:cxn ang="0">
                      <a:pos x="94" y="130"/>
                    </a:cxn>
                    <a:cxn ang="0">
                      <a:pos x="90" y="208"/>
                    </a:cxn>
                    <a:cxn ang="0">
                      <a:pos x="52" y="188"/>
                    </a:cxn>
                    <a:cxn ang="0">
                      <a:pos x="44" y="130"/>
                    </a:cxn>
                    <a:cxn ang="0">
                      <a:pos x="38" y="219"/>
                    </a:cxn>
                    <a:cxn ang="0">
                      <a:pos x="47" y="196"/>
                    </a:cxn>
                    <a:cxn ang="0">
                      <a:pos x="123" y="135"/>
                    </a:cxn>
                    <a:cxn ang="0">
                      <a:pos x="64" y="137"/>
                    </a:cxn>
                    <a:cxn ang="0">
                      <a:pos x="72" y="209"/>
                    </a:cxn>
                    <a:cxn ang="0">
                      <a:pos x="104" y="159"/>
                    </a:cxn>
                    <a:cxn ang="0">
                      <a:pos x="71" y="132"/>
                    </a:cxn>
                    <a:cxn ang="0">
                      <a:pos x="32" y="232"/>
                    </a:cxn>
                    <a:cxn ang="0">
                      <a:pos x="48" y="220"/>
                    </a:cxn>
                    <a:cxn ang="0">
                      <a:pos x="33" y="227"/>
                    </a:cxn>
                    <a:cxn ang="0">
                      <a:pos x="102" y="226"/>
                    </a:cxn>
                    <a:cxn ang="0">
                      <a:pos x="98" y="212"/>
                    </a:cxn>
                  </a:cxnLst>
                  <a:rect l="0" t="0" r="r" b="b"/>
                  <a:pathLst>
                    <a:path w="128" h="241">
                      <a:moveTo>
                        <a:pt x="81" y="24"/>
                      </a:moveTo>
                      <a:lnTo>
                        <a:pt x="81" y="24"/>
                      </a:lnTo>
                      <a:lnTo>
                        <a:pt x="83" y="27"/>
                      </a:lnTo>
                      <a:lnTo>
                        <a:pt x="85" y="30"/>
                      </a:lnTo>
                      <a:lnTo>
                        <a:pt x="85" y="37"/>
                      </a:lnTo>
                      <a:lnTo>
                        <a:pt x="82" y="43"/>
                      </a:lnTo>
                      <a:lnTo>
                        <a:pt x="81" y="45"/>
                      </a:lnTo>
                      <a:lnTo>
                        <a:pt x="78" y="46"/>
                      </a:lnTo>
                      <a:lnTo>
                        <a:pt x="78" y="46"/>
                      </a:lnTo>
                      <a:lnTo>
                        <a:pt x="79" y="49"/>
                      </a:lnTo>
                      <a:lnTo>
                        <a:pt x="78" y="52"/>
                      </a:lnTo>
                      <a:lnTo>
                        <a:pt x="75" y="54"/>
                      </a:lnTo>
                      <a:lnTo>
                        <a:pt x="75" y="54"/>
                      </a:lnTo>
                      <a:lnTo>
                        <a:pt x="75" y="57"/>
                      </a:lnTo>
                      <a:lnTo>
                        <a:pt x="76" y="58"/>
                      </a:lnTo>
                      <a:lnTo>
                        <a:pt x="76" y="58"/>
                      </a:lnTo>
                      <a:lnTo>
                        <a:pt x="81" y="58"/>
                      </a:lnTo>
                      <a:lnTo>
                        <a:pt x="85" y="60"/>
                      </a:lnTo>
                      <a:lnTo>
                        <a:pt x="93" y="64"/>
                      </a:lnTo>
                      <a:lnTo>
                        <a:pt x="93" y="64"/>
                      </a:lnTo>
                      <a:lnTo>
                        <a:pt x="93" y="66"/>
                      </a:lnTo>
                      <a:lnTo>
                        <a:pt x="91" y="68"/>
                      </a:lnTo>
                      <a:lnTo>
                        <a:pt x="90" y="69"/>
                      </a:lnTo>
                      <a:lnTo>
                        <a:pt x="89" y="71"/>
                      </a:lnTo>
                      <a:lnTo>
                        <a:pt x="89" y="71"/>
                      </a:lnTo>
                      <a:lnTo>
                        <a:pt x="87" y="79"/>
                      </a:lnTo>
                      <a:lnTo>
                        <a:pt x="87" y="88"/>
                      </a:lnTo>
                      <a:lnTo>
                        <a:pt x="87" y="88"/>
                      </a:lnTo>
                      <a:lnTo>
                        <a:pt x="93" y="91"/>
                      </a:lnTo>
                      <a:lnTo>
                        <a:pt x="100" y="92"/>
                      </a:lnTo>
                      <a:lnTo>
                        <a:pt x="100" y="92"/>
                      </a:lnTo>
                      <a:lnTo>
                        <a:pt x="102" y="95"/>
                      </a:lnTo>
                      <a:lnTo>
                        <a:pt x="104" y="96"/>
                      </a:lnTo>
                      <a:lnTo>
                        <a:pt x="106" y="96"/>
                      </a:lnTo>
                      <a:lnTo>
                        <a:pt x="106" y="96"/>
                      </a:lnTo>
                      <a:lnTo>
                        <a:pt x="116" y="103"/>
                      </a:lnTo>
                      <a:lnTo>
                        <a:pt x="116" y="103"/>
                      </a:lnTo>
                      <a:lnTo>
                        <a:pt x="125" y="110"/>
                      </a:lnTo>
                      <a:lnTo>
                        <a:pt x="125" y="110"/>
                      </a:lnTo>
                      <a:lnTo>
                        <a:pt x="128" y="113"/>
                      </a:lnTo>
                      <a:lnTo>
                        <a:pt x="128" y="115"/>
                      </a:lnTo>
                      <a:lnTo>
                        <a:pt x="127" y="118"/>
                      </a:lnTo>
                      <a:lnTo>
                        <a:pt x="125" y="120"/>
                      </a:lnTo>
                      <a:lnTo>
                        <a:pt x="125" y="120"/>
                      </a:lnTo>
                      <a:lnTo>
                        <a:pt x="124" y="163"/>
                      </a:lnTo>
                      <a:lnTo>
                        <a:pt x="123" y="185"/>
                      </a:lnTo>
                      <a:lnTo>
                        <a:pt x="121" y="207"/>
                      </a:lnTo>
                      <a:lnTo>
                        <a:pt x="121" y="207"/>
                      </a:lnTo>
                      <a:lnTo>
                        <a:pt x="124" y="208"/>
                      </a:lnTo>
                      <a:lnTo>
                        <a:pt x="125" y="209"/>
                      </a:lnTo>
                      <a:lnTo>
                        <a:pt x="125" y="209"/>
                      </a:lnTo>
                      <a:lnTo>
                        <a:pt x="125" y="215"/>
                      </a:lnTo>
                      <a:lnTo>
                        <a:pt x="124" y="220"/>
                      </a:lnTo>
                      <a:lnTo>
                        <a:pt x="124" y="220"/>
                      </a:lnTo>
                      <a:lnTo>
                        <a:pt x="121" y="223"/>
                      </a:lnTo>
                      <a:lnTo>
                        <a:pt x="119" y="226"/>
                      </a:lnTo>
                      <a:lnTo>
                        <a:pt x="109" y="227"/>
                      </a:lnTo>
                      <a:lnTo>
                        <a:pt x="109" y="227"/>
                      </a:lnTo>
                      <a:lnTo>
                        <a:pt x="98" y="228"/>
                      </a:lnTo>
                      <a:lnTo>
                        <a:pt x="86" y="230"/>
                      </a:lnTo>
                      <a:lnTo>
                        <a:pt x="86" y="230"/>
                      </a:lnTo>
                      <a:lnTo>
                        <a:pt x="63" y="235"/>
                      </a:lnTo>
                      <a:lnTo>
                        <a:pt x="42" y="241"/>
                      </a:lnTo>
                      <a:lnTo>
                        <a:pt x="42" y="241"/>
                      </a:lnTo>
                      <a:lnTo>
                        <a:pt x="36" y="239"/>
                      </a:lnTo>
                      <a:lnTo>
                        <a:pt x="34" y="238"/>
                      </a:lnTo>
                      <a:lnTo>
                        <a:pt x="33" y="237"/>
                      </a:lnTo>
                      <a:lnTo>
                        <a:pt x="33" y="237"/>
                      </a:lnTo>
                      <a:lnTo>
                        <a:pt x="29" y="235"/>
                      </a:lnTo>
                      <a:lnTo>
                        <a:pt x="25" y="232"/>
                      </a:lnTo>
                      <a:lnTo>
                        <a:pt x="17" y="227"/>
                      </a:lnTo>
                      <a:lnTo>
                        <a:pt x="17" y="227"/>
                      </a:lnTo>
                      <a:lnTo>
                        <a:pt x="8" y="222"/>
                      </a:lnTo>
                      <a:lnTo>
                        <a:pt x="6" y="219"/>
                      </a:lnTo>
                      <a:lnTo>
                        <a:pt x="3" y="216"/>
                      </a:lnTo>
                      <a:lnTo>
                        <a:pt x="3" y="216"/>
                      </a:lnTo>
                      <a:lnTo>
                        <a:pt x="2" y="212"/>
                      </a:lnTo>
                      <a:lnTo>
                        <a:pt x="3" y="208"/>
                      </a:lnTo>
                      <a:lnTo>
                        <a:pt x="4" y="201"/>
                      </a:lnTo>
                      <a:lnTo>
                        <a:pt x="4" y="201"/>
                      </a:lnTo>
                      <a:lnTo>
                        <a:pt x="7" y="201"/>
                      </a:lnTo>
                      <a:lnTo>
                        <a:pt x="7" y="201"/>
                      </a:lnTo>
                      <a:lnTo>
                        <a:pt x="8" y="185"/>
                      </a:lnTo>
                      <a:lnTo>
                        <a:pt x="8" y="167"/>
                      </a:lnTo>
                      <a:lnTo>
                        <a:pt x="6" y="132"/>
                      </a:lnTo>
                      <a:lnTo>
                        <a:pt x="6" y="132"/>
                      </a:lnTo>
                      <a:lnTo>
                        <a:pt x="4" y="122"/>
                      </a:lnTo>
                      <a:lnTo>
                        <a:pt x="3" y="120"/>
                      </a:lnTo>
                      <a:lnTo>
                        <a:pt x="0" y="115"/>
                      </a:lnTo>
                      <a:lnTo>
                        <a:pt x="0" y="115"/>
                      </a:lnTo>
                      <a:lnTo>
                        <a:pt x="0" y="113"/>
                      </a:lnTo>
                      <a:lnTo>
                        <a:pt x="2" y="111"/>
                      </a:lnTo>
                      <a:lnTo>
                        <a:pt x="4" y="109"/>
                      </a:lnTo>
                      <a:lnTo>
                        <a:pt x="4" y="109"/>
                      </a:lnTo>
                      <a:lnTo>
                        <a:pt x="7" y="103"/>
                      </a:lnTo>
                      <a:lnTo>
                        <a:pt x="7" y="103"/>
                      </a:lnTo>
                      <a:lnTo>
                        <a:pt x="13" y="99"/>
                      </a:lnTo>
                      <a:lnTo>
                        <a:pt x="18" y="94"/>
                      </a:lnTo>
                      <a:lnTo>
                        <a:pt x="18" y="94"/>
                      </a:lnTo>
                      <a:lnTo>
                        <a:pt x="30" y="94"/>
                      </a:lnTo>
                      <a:lnTo>
                        <a:pt x="37" y="92"/>
                      </a:lnTo>
                      <a:lnTo>
                        <a:pt x="44" y="91"/>
                      </a:lnTo>
                      <a:lnTo>
                        <a:pt x="44" y="91"/>
                      </a:lnTo>
                      <a:lnTo>
                        <a:pt x="42" y="80"/>
                      </a:lnTo>
                      <a:lnTo>
                        <a:pt x="40" y="71"/>
                      </a:lnTo>
                      <a:lnTo>
                        <a:pt x="40" y="71"/>
                      </a:lnTo>
                      <a:lnTo>
                        <a:pt x="37" y="69"/>
                      </a:lnTo>
                      <a:lnTo>
                        <a:pt x="34" y="65"/>
                      </a:lnTo>
                      <a:lnTo>
                        <a:pt x="34" y="65"/>
                      </a:lnTo>
                      <a:lnTo>
                        <a:pt x="37" y="64"/>
                      </a:lnTo>
                      <a:lnTo>
                        <a:pt x="38" y="62"/>
                      </a:lnTo>
                      <a:lnTo>
                        <a:pt x="44" y="60"/>
                      </a:lnTo>
                      <a:lnTo>
                        <a:pt x="51" y="58"/>
                      </a:lnTo>
                      <a:lnTo>
                        <a:pt x="56" y="57"/>
                      </a:lnTo>
                      <a:lnTo>
                        <a:pt x="56" y="57"/>
                      </a:lnTo>
                      <a:lnTo>
                        <a:pt x="55" y="53"/>
                      </a:lnTo>
                      <a:lnTo>
                        <a:pt x="53" y="52"/>
                      </a:lnTo>
                      <a:lnTo>
                        <a:pt x="51" y="50"/>
                      </a:lnTo>
                      <a:lnTo>
                        <a:pt x="51" y="50"/>
                      </a:lnTo>
                      <a:lnTo>
                        <a:pt x="51" y="47"/>
                      </a:lnTo>
                      <a:lnTo>
                        <a:pt x="51" y="45"/>
                      </a:lnTo>
                      <a:lnTo>
                        <a:pt x="51" y="45"/>
                      </a:lnTo>
                      <a:lnTo>
                        <a:pt x="48" y="41"/>
                      </a:lnTo>
                      <a:lnTo>
                        <a:pt x="45" y="34"/>
                      </a:lnTo>
                      <a:lnTo>
                        <a:pt x="45" y="31"/>
                      </a:lnTo>
                      <a:lnTo>
                        <a:pt x="45" y="28"/>
                      </a:lnTo>
                      <a:lnTo>
                        <a:pt x="48" y="26"/>
                      </a:lnTo>
                      <a:lnTo>
                        <a:pt x="51" y="24"/>
                      </a:lnTo>
                      <a:lnTo>
                        <a:pt x="51" y="24"/>
                      </a:lnTo>
                      <a:lnTo>
                        <a:pt x="52" y="17"/>
                      </a:lnTo>
                      <a:lnTo>
                        <a:pt x="55" y="9"/>
                      </a:lnTo>
                      <a:lnTo>
                        <a:pt x="60" y="4"/>
                      </a:lnTo>
                      <a:lnTo>
                        <a:pt x="66" y="0"/>
                      </a:lnTo>
                      <a:lnTo>
                        <a:pt x="66" y="0"/>
                      </a:lnTo>
                      <a:lnTo>
                        <a:pt x="70" y="1"/>
                      </a:lnTo>
                      <a:lnTo>
                        <a:pt x="72" y="4"/>
                      </a:lnTo>
                      <a:lnTo>
                        <a:pt x="78" y="12"/>
                      </a:lnTo>
                      <a:lnTo>
                        <a:pt x="78" y="12"/>
                      </a:lnTo>
                      <a:lnTo>
                        <a:pt x="81" y="17"/>
                      </a:lnTo>
                      <a:lnTo>
                        <a:pt x="82" y="22"/>
                      </a:lnTo>
                      <a:lnTo>
                        <a:pt x="81" y="24"/>
                      </a:lnTo>
                      <a:lnTo>
                        <a:pt x="81" y="24"/>
                      </a:lnTo>
                      <a:close/>
                      <a:moveTo>
                        <a:pt x="72" y="9"/>
                      </a:moveTo>
                      <a:lnTo>
                        <a:pt x="72" y="9"/>
                      </a:lnTo>
                      <a:lnTo>
                        <a:pt x="70" y="5"/>
                      </a:lnTo>
                      <a:lnTo>
                        <a:pt x="67" y="4"/>
                      </a:lnTo>
                      <a:lnTo>
                        <a:pt x="66" y="4"/>
                      </a:lnTo>
                      <a:lnTo>
                        <a:pt x="66" y="4"/>
                      </a:lnTo>
                      <a:lnTo>
                        <a:pt x="60" y="7"/>
                      </a:lnTo>
                      <a:lnTo>
                        <a:pt x="56" y="12"/>
                      </a:lnTo>
                      <a:lnTo>
                        <a:pt x="53" y="19"/>
                      </a:lnTo>
                      <a:lnTo>
                        <a:pt x="53" y="23"/>
                      </a:lnTo>
                      <a:lnTo>
                        <a:pt x="53" y="27"/>
                      </a:lnTo>
                      <a:lnTo>
                        <a:pt x="53" y="27"/>
                      </a:lnTo>
                      <a:lnTo>
                        <a:pt x="60" y="30"/>
                      </a:lnTo>
                      <a:lnTo>
                        <a:pt x="67" y="30"/>
                      </a:lnTo>
                      <a:lnTo>
                        <a:pt x="74" y="28"/>
                      </a:lnTo>
                      <a:lnTo>
                        <a:pt x="79" y="24"/>
                      </a:lnTo>
                      <a:lnTo>
                        <a:pt x="79" y="24"/>
                      </a:lnTo>
                      <a:lnTo>
                        <a:pt x="78" y="20"/>
                      </a:lnTo>
                      <a:lnTo>
                        <a:pt x="76" y="16"/>
                      </a:lnTo>
                      <a:lnTo>
                        <a:pt x="72" y="9"/>
                      </a:lnTo>
                      <a:lnTo>
                        <a:pt x="72" y="9"/>
                      </a:lnTo>
                      <a:close/>
                      <a:moveTo>
                        <a:pt x="68" y="32"/>
                      </a:moveTo>
                      <a:lnTo>
                        <a:pt x="68" y="32"/>
                      </a:lnTo>
                      <a:lnTo>
                        <a:pt x="64" y="32"/>
                      </a:lnTo>
                      <a:lnTo>
                        <a:pt x="60" y="32"/>
                      </a:lnTo>
                      <a:lnTo>
                        <a:pt x="53" y="30"/>
                      </a:lnTo>
                      <a:lnTo>
                        <a:pt x="53" y="30"/>
                      </a:lnTo>
                      <a:lnTo>
                        <a:pt x="51" y="27"/>
                      </a:lnTo>
                      <a:lnTo>
                        <a:pt x="51" y="27"/>
                      </a:lnTo>
                      <a:lnTo>
                        <a:pt x="49" y="27"/>
                      </a:lnTo>
                      <a:lnTo>
                        <a:pt x="48" y="28"/>
                      </a:lnTo>
                      <a:lnTo>
                        <a:pt x="48" y="31"/>
                      </a:lnTo>
                      <a:lnTo>
                        <a:pt x="48" y="31"/>
                      </a:lnTo>
                      <a:lnTo>
                        <a:pt x="51" y="34"/>
                      </a:lnTo>
                      <a:lnTo>
                        <a:pt x="53" y="34"/>
                      </a:lnTo>
                      <a:lnTo>
                        <a:pt x="60" y="35"/>
                      </a:lnTo>
                      <a:lnTo>
                        <a:pt x="68" y="35"/>
                      </a:lnTo>
                      <a:lnTo>
                        <a:pt x="75" y="35"/>
                      </a:lnTo>
                      <a:lnTo>
                        <a:pt x="75" y="35"/>
                      </a:lnTo>
                      <a:lnTo>
                        <a:pt x="79" y="32"/>
                      </a:lnTo>
                      <a:lnTo>
                        <a:pt x="82" y="31"/>
                      </a:lnTo>
                      <a:lnTo>
                        <a:pt x="82" y="28"/>
                      </a:lnTo>
                      <a:lnTo>
                        <a:pt x="82" y="28"/>
                      </a:lnTo>
                      <a:lnTo>
                        <a:pt x="78" y="28"/>
                      </a:lnTo>
                      <a:lnTo>
                        <a:pt x="75" y="30"/>
                      </a:lnTo>
                      <a:lnTo>
                        <a:pt x="68" y="32"/>
                      </a:lnTo>
                      <a:lnTo>
                        <a:pt x="68" y="32"/>
                      </a:lnTo>
                      <a:close/>
                      <a:moveTo>
                        <a:pt x="53" y="43"/>
                      </a:moveTo>
                      <a:lnTo>
                        <a:pt x="53" y="43"/>
                      </a:lnTo>
                      <a:lnTo>
                        <a:pt x="59" y="46"/>
                      </a:lnTo>
                      <a:lnTo>
                        <a:pt x="67" y="47"/>
                      </a:lnTo>
                      <a:lnTo>
                        <a:pt x="74" y="46"/>
                      </a:lnTo>
                      <a:lnTo>
                        <a:pt x="79" y="42"/>
                      </a:lnTo>
                      <a:lnTo>
                        <a:pt x="79" y="42"/>
                      </a:lnTo>
                      <a:lnTo>
                        <a:pt x="81" y="39"/>
                      </a:lnTo>
                      <a:lnTo>
                        <a:pt x="82" y="37"/>
                      </a:lnTo>
                      <a:lnTo>
                        <a:pt x="82" y="35"/>
                      </a:lnTo>
                      <a:lnTo>
                        <a:pt x="82" y="35"/>
                      </a:lnTo>
                      <a:lnTo>
                        <a:pt x="76" y="38"/>
                      </a:lnTo>
                      <a:lnTo>
                        <a:pt x="71" y="38"/>
                      </a:lnTo>
                      <a:lnTo>
                        <a:pt x="59" y="38"/>
                      </a:lnTo>
                      <a:lnTo>
                        <a:pt x="59" y="38"/>
                      </a:lnTo>
                      <a:lnTo>
                        <a:pt x="53" y="38"/>
                      </a:lnTo>
                      <a:lnTo>
                        <a:pt x="48" y="35"/>
                      </a:lnTo>
                      <a:lnTo>
                        <a:pt x="48" y="35"/>
                      </a:lnTo>
                      <a:lnTo>
                        <a:pt x="49" y="38"/>
                      </a:lnTo>
                      <a:lnTo>
                        <a:pt x="49" y="41"/>
                      </a:lnTo>
                      <a:lnTo>
                        <a:pt x="53" y="43"/>
                      </a:lnTo>
                      <a:lnTo>
                        <a:pt x="53" y="43"/>
                      </a:lnTo>
                      <a:close/>
                      <a:moveTo>
                        <a:pt x="55" y="46"/>
                      </a:moveTo>
                      <a:lnTo>
                        <a:pt x="55" y="46"/>
                      </a:lnTo>
                      <a:lnTo>
                        <a:pt x="52" y="47"/>
                      </a:lnTo>
                      <a:lnTo>
                        <a:pt x="52" y="47"/>
                      </a:lnTo>
                      <a:lnTo>
                        <a:pt x="53" y="47"/>
                      </a:lnTo>
                      <a:lnTo>
                        <a:pt x="52" y="49"/>
                      </a:lnTo>
                      <a:lnTo>
                        <a:pt x="52" y="49"/>
                      </a:lnTo>
                      <a:lnTo>
                        <a:pt x="63" y="52"/>
                      </a:lnTo>
                      <a:lnTo>
                        <a:pt x="68" y="52"/>
                      </a:lnTo>
                      <a:lnTo>
                        <a:pt x="74" y="52"/>
                      </a:lnTo>
                      <a:lnTo>
                        <a:pt x="74" y="52"/>
                      </a:lnTo>
                      <a:lnTo>
                        <a:pt x="75" y="50"/>
                      </a:lnTo>
                      <a:lnTo>
                        <a:pt x="75" y="49"/>
                      </a:lnTo>
                      <a:lnTo>
                        <a:pt x="75" y="49"/>
                      </a:lnTo>
                      <a:lnTo>
                        <a:pt x="64" y="50"/>
                      </a:lnTo>
                      <a:lnTo>
                        <a:pt x="59" y="49"/>
                      </a:lnTo>
                      <a:lnTo>
                        <a:pt x="55" y="46"/>
                      </a:lnTo>
                      <a:lnTo>
                        <a:pt x="55" y="46"/>
                      </a:lnTo>
                      <a:close/>
                      <a:moveTo>
                        <a:pt x="71" y="57"/>
                      </a:moveTo>
                      <a:lnTo>
                        <a:pt x="71" y="57"/>
                      </a:lnTo>
                      <a:lnTo>
                        <a:pt x="72" y="54"/>
                      </a:lnTo>
                      <a:lnTo>
                        <a:pt x="72" y="54"/>
                      </a:lnTo>
                      <a:lnTo>
                        <a:pt x="64" y="54"/>
                      </a:lnTo>
                      <a:lnTo>
                        <a:pt x="60" y="54"/>
                      </a:lnTo>
                      <a:lnTo>
                        <a:pt x="56" y="53"/>
                      </a:lnTo>
                      <a:lnTo>
                        <a:pt x="56" y="53"/>
                      </a:lnTo>
                      <a:lnTo>
                        <a:pt x="57" y="54"/>
                      </a:lnTo>
                      <a:lnTo>
                        <a:pt x="59" y="57"/>
                      </a:lnTo>
                      <a:lnTo>
                        <a:pt x="63" y="58"/>
                      </a:lnTo>
                      <a:lnTo>
                        <a:pt x="67" y="58"/>
                      </a:lnTo>
                      <a:lnTo>
                        <a:pt x="71" y="57"/>
                      </a:lnTo>
                      <a:lnTo>
                        <a:pt x="71" y="57"/>
                      </a:lnTo>
                      <a:close/>
                      <a:moveTo>
                        <a:pt x="56" y="58"/>
                      </a:moveTo>
                      <a:lnTo>
                        <a:pt x="56" y="58"/>
                      </a:lnTo>
                      <a:lnTo>
                        <a:pt x="56" y="58"/>
                      </a:lnTo>
                      <a:lnTo>
                        <a:pt x="56" y="60"/>
                      </a:lnTo>
                      <a:lnTo>
                        <a:pt x="56" y="60"/>
                      </a:lnTo>
                      <a:lnTo>
                        <a:pt x="56" y="60"/>
                      </a:lnTo>
                      <a:lnTo>
                        <a:pt x="56" y="60"/>
                      </a:lnTo>
                      <a:lnTo>
                        <a:pt x="56" y="61"/>
                      </a:lnTo>
                      <a:lnTo>
                        <a:pt x="56" y="61"/>
                      </a:lnTo>
                      <a:lnTo>
                        <a:pt x="56" y="60"/>
                      </a:lnTo>
                      <a:lnTo>
                        <a:pt x="56" y="61"/>
                      </a:lnTo>
                      <a:lnTo>
                        <a:pt x="56" y="61"/>
                      </a:lnTo>
                      <a:lnTo>
                        <a:pt x="60" y="62"/>
                      </a:lnTo>
                      <a:lnTo>
                        <a:pt x="64" y="62"/>
                      </a:lnTo>
                      <a:lnTo>
                        <a:pt x="72" y="62"/>
                      </a:lnTo>
                      <a:lnTo>
                        <a:pt x="72" y="62"/>
                      </a:lnTo>
                      <a:lnTo>
                        <a:pt x="72" y="61"/>
                      </a:lnTo>
                      <a:lnTo>
                        <a:pt x="74" y="60"/>
                      </a:lnTo>
                      <a:lnTo>
                        <a:pt x="74" y="60"/>
                      </a:lnTo>
                      <a:lnTo>
                        <a:pt x="66" y="61"/>
                      </a:lnTo>
                      <a:lnTo>
                        <a:pt x="59" y="60"/>
                      </a:lnTo>
                      <a:lnTo>
                        <a:pt x="59" y="60"/>
                      </a:lnTo>
                      <a:lnTo>
                        <a:pt x="57" y="60"/>
                      </a:lnTo>
                      <a:lnTo>
                        <a:pt x="57" y="60"/>
                      </a:lnTo>
                      <a:lnTo>
                        <a:pt x="57" y="60"/>
                      </a:lnTo>
                      <a:lnTo>
                        <a:pt x="57" y="60"/>
                      </a:lnTo>
                      <a:lnTo>
                        <a:pt x="57" y="58"/>
                      </a:lnTo>
                      <a:lnTo>
                        <a:pt x="56" y="58"/>
                      </a:lnTo>
                      <a:lnTo>
                        <a:pt x="56" y="58"/>
                      </a:lnTo>
                      <a:close/>
                      <a:moveTo>
                        <a:pt x="56" y="64"/>
                      </a:moveTo>
                      <a:lnTo>
                        <a:pt x="56" y="64"/>
                      </a:lnTo>
                      <a:lnTo>
                        <a:pt x="53" y="62"/>
                      </a:lnTo>
                      <a:lnTo>
                        <a:pt x="51" y="61"/>
                      </a:lnTo>
                      <a:lnTo>
                        <a:pt x="51" y="61"/>
                      </a:lnTo>
                      <a:lnTo>
                        <a:pt x="48" y="61"/>
                      </a:lnTo>
                      <a:lnTo>
                        <a:pt x="44" y="62"/>
                      </a:lnTo>
                      <a:lnTo>
                        <a:pt x="38" y="65"/>
                      </a:lnTo>
                      <a:lnTo>
                        <a:pt x="38" y="65"/>
                      </a:lnTo>
                      <a:lnTo>
                        <a:pt x="44" y="69"/>
                      </a:lnTo>
                      <a:lnTo>
                        <a:pt x="49" y="72"/>
                      </a:lnTo>
                      <a:lnTo>
                        <a:pt x="56" y="73"/>
                      </a:lnTo>
                      <a:lnTo>
                        <a:pt x="62" y="72"/>
                      </a:lnTo>
                      <a:lnTo>
                        <a:pt x="76" y="69"/>
                      </a:lnTo>
                      <a:lnTo>
                        <a:pt x="89" y="66"/>
                      </a:lnTo>
                      <a:lnTo>
                        <a:pt x="89" y="66"/>
                      </a:lnTo>
                      <a:lnTo>
                        <a:pt x="87" y="64"/>
                      </a:lnTo>
                      <a:lnTo>
                        <a:pt x="83" y="62"/>
                      </a:lnTo>
                      <a:lnTo>
                        <a:pt x="76" y="62"/>
                      </a:lnTo>
                      <a:lnTo>
                        <a:pt x="76" y="62"/>
                      </a:lnTo>
                      <a:lnTo>
                        <a:pt x="72" y="64"/>
                      </a:lnTo>
                      <a:lnTo>
                        <a:pt x="67" y="65"/>
                      </a:lnTo>
                      <a:lnTo>
                        <a:pt x="62" y="65"/>
                      </a:lnTo>
                      <a:lnTo>
                        <a:pt x="56" y="64"/>
                      </a:lnTo>
                      <a:lnTo>
                        <a:pt x="56" y="64"/>
                      </a:lnTo>
                      <a:close/>
                      <a:moveTo>
                        <a:pt x="49" y="75"/>
                      </a:moveTo>
                      <a:lnTo>
                        <a:pt x="49" y="75"/>
                      </a:lnTo>
                      <a:lnTo>
                        <a:pt x="51" y="80"/>
                      </a:lnTo>
                      <a:lnTo>
                        <a:pt x="52" y="86"/>
                      </a:lnTo>
                      <a:lnTo>
                        <a:pt x="53" y="95"/>
                      </a:lnTo>
                      <a:lnTo>
                        <a:pt x="53" y="95"/>
                      </a:lnTo>
                      <a:lnTo>
                        <a:pt x="66" y="96"/>
                      </a:lnTo>
                      <a:lnTo>
                        <a:pt x="72" y="96"/>
                      </a:lnTo>
                      <a:lnTo>
                        <a:pt x="78" y="95"/>
                      </a:lnTo>
                      <a:lnTo>
                        <a:pt x="78" y="95"/>
                      </a:lnTo>
                      <a:lnTo>
                        <a:pt x="78" y="86"/>
                      </a:lnTo>
                      <a:lnTo>
                        <a:pt x="79" y="81"/>
                      </a:lnTo>
                      <a:lnTo>
                        <a:pt x="81" y="76"/>
                      </a:lnTo>
                      <a:lnTo>
                        <a:pt x="81" y="76"/>
                      </a:lnTo>
                      <a:lnTo>
                        <a:pt x="81" y="86"/>
                      </a:lnTo>
                      <a:lnTo>
                        <a:pt x="81" y="90"/>
                      </a:lnTo>
                      <a:lnTo>
                        <a:pt x="81" y="94"/>
                      </a:lnTo>
                      <a:lnTo>
                        <a:pt x="81" y="94"/>
                      </a:lnTo>
                      <a:lnTo>
                        <a:pt x="83" y="92"/>
                      </a:lnTo>
                      <a:lnTo>
                        <a:pt x="85" y="90"/>
                      </a:lnTo>
                      <a:lnTo>
                        <a:pt x="86" y="84"/>
                      </a:lnTo>
                      <a:lnTo>
                        <a:pt x="86" y="71"/>
                      </a:lnTo>
                      <a:lnTo>
                        <a:pt x="86" y="71"/>
                      </a:lnTo>
                      <a:lnTo>
                        <a:pt x="67" y="75"/>
                      </a:lnTo>
                      <a:lnTo>
                        <a:pt x="59" y="75"/>
                      </a:lnTo>
                      <a:lnTo>
                        <a:pt x="49" y="75"/>
                      </a:lnTo>
                      <a:lnTo>
                        <a:pt x="49" y="75"/>
                      </a:lnTo>
                      <a:close/>
                      <a:moveTo>
                        <a:pt x="47" y="91"/>
                      </a:moveTo>
                      <a:lnTo>
                        <a:pt x="47" y="91"/>
                      </a:lnTo>
                      <a:lnTo>
                        <a:pt x="48" y="94"/>
                      </a:lnTo>
                      <a:lnTo>
                        <a:pt x="51" y="94"/>
                      </a:lnTo>
                      <a:lnTo>
                        <a:pt x="51" y="94"/>
                      </a:lnTo>
                      <a:lnTo>
                        <a:pt x="49" y="84"/>
                      </a:lnTo>
                      <a:lnTo>
                        <a:pt x="48" y="75"/>
                      </a:lnTo>
                      <a:lnTo>
                        <a:pt x="48" y="75"/>
                      </a:lnTo>
                      <a:lnTo>
                        <a:pt x="45" y="73"/>
                      </a:lnTo>
                      <a:lnTo>
                        <a:pt x="44" y="72"/>
                      </a:lnTo>
                      <a:lnTo>
                        <a:pt x="44" y="72"/>
                      </a:lnTo>
                      <a:lnTo>
                        <a:pt x="45" y="81"/>
                      </a:lnTo>
                      <a:lnTo>
                        <a:pt x="47" y="91"/>
                      </a:lnTo>
                      <a:lnTo>
                        <a:pt x="47" y="91"/>
                      </a:lnTo>
                      <a:close/>
                      <a:moveTo>
                        <a:pt x="87" y="91"/>
                      </a:moveTo>
                      <a:lnTo>
                        <a:pt x="87" y="91"/>
                      </a:lnTo>
                      <a:lnTo>
                        <a:pt x="86" y="94"/>
                      </a:lnTo>
                      <a:lnTo>
                        <a:pt x="85" y="95"/>
                      </a:lnTo>
                      <a:lnTo>
                        <a:pt x="79" y="98"/>
                      </a:lnTo>
                      <a:lnTo>
                        <a:pt x="79" y="98"/>
                      </a:lnTo>
                      <a:lnTo>
                        <a:pt x="87" y="98"/>
                      </a:lnTo>
                      <a:lnTo>
                        <a:pt x="93" y="98"/>
                      </a:lnTo>
                      <a:lnTo>
                        <a:pt x="93" y="98"/>
                      </a:lnTo>
                      <a:lnTo>
                        <a:pt x="97" y="99"/>
                      </a:lnTo>
                      <a:lnTo>
                        <a:pt x="100" y="99"/>
                      </a:lnTo>
                      <a:lnTo>
                        <a:pt x="101" y="98"/>
                      </a:lnTo>
                      <a:lnTo>
                        <a:pt x="101" y="98"/>
                      </a:lnTo>
                      <a:lnTo>
                        <a:pt x="94" y="94"/>
                      </a:lnTo>
                      <a:lnTo>
                        <a:pt x="90" y="92"/>
                      </a:lnTo>
                      <a:lnTo>
                        <a:pt x="87" y="91"/>
                      </a:lnTo>
                      <a:lnTo>
                        <a:pt x="87" y="91"/>
                      </a:lnTo>
                      <a:close/>
                      <a:moveTo>
                        <a:pt x="51" y="98"/>
                      </a:moveTo>
                      <a:lnTo>
                        <a:pt x="51" y="98"/>
                      </a:lnTo>
                      <a:lnTo>
                        <a:pt x="45" y="94"/>
                      </a:lnTo>
                      <a:lnTo>
                        <a:pt x="45" y="94"/>
                      </a:lnTo>
                      <a:lnTo>
                        <a:pt x="33" y="95"/>
                      </a:lnTo>
                      <a:lnTo>
                        <a:pt x="21" y="96"/>
                      </a:lnTo>
                      <a:lnTo>
                        <a:pt x="21" y="96"/>
                      </a:lnTo>
                      <a:lnTo>
                        <a:pt x="22" y="98"/>
                      </a:lnTo>
                      <a:lnTo>
                        <a:pt x="25" y="99"/>
                      </a:lnTo>
                      <a:lnTo>
                        <a:pt x="29" y="100"/>
                      </a:lnTo>
                      <a:lnTo>
                        <a:pt x="29" y="100"/>
                      </a:lnTo>
                      <a:lnTo>
                        <a:pt x="40" y="103"/>
                      </a:lnTo>
                      <a:lnTo>
                        <a:pt x="49" y="103"/>
                      </a:lnTo>
                      <a:lnTo>
                        <a:pt x="59" y="102"/>
                      </a:lnTo>
                      <a:lnTo>
                        <a:pt x="68" y="99"/>
                      </a:lnTo>
                      <a:lnTo>
                        <a:pt x="68" y="99"/>
                      </a:lnTo>
                      <a:lnTo>
                        <a:pt x="59" y="99"/>
                      </a:lnTo>
                      <a:lnTo>
                        <a:pt x="51" y="98"/>
                      </a:lnTo>
                      <a:lnTo>
                        <a:pt x="51" y="98"/>
                      </a:lnTo>
                      <a:close/>
                      <a:moveTo>
                        <a:pt x="18" y="98"/>
                      </a:moveTo>
                      <a:lnTo>
                        <a:pt x="18" y="98"/>
                      </a:lnTo>
                      <a:lnTo>
                        <a:pt x="13" y="102"/>
                      </a:lnTo>
                      <a:lnTo>
                        <a:pt x="7" y="109"/>
                      </a:lnTo>
                      <a:lnTo>
                        <a:pt x="7" y="109"/>
                      </a:lnTo>
                      <a:lnTo>
                        <a:pt x="13" y="111"/>
                      </a:lnTo>
                      <a:lnTo>
                        <a:pt x="18" y="114"/>
                      </a:lnTo>
                      <a:lnTo>
                        <a:pt x="32" y="118"/>
                      </a:lnTo>
                      <a:lnTo>
                        <a:pt x="32" y="118"/>
                      </a:lnTo>
                      <a:lnTo>
                        <a:pt x="34" y="114"/>
                      </a:lnTo>
                      <a:lnTo>
                        <a:pt x="36" y="111"/>
                      </a:lnTo>
                      <a:lnTo>
                        <a:pt x="42" y="106"/>
                      </a:lnTo>
                      <a:lnTo>
                        <a:pt x="42" y="106"/>
                      </a:lnTo>
                      <a:lnTo>
                        <a:pt x="29" y="103"/>
                      </a:lnTo>
                      <a:lnTo>
                        <a:pt x="23" y="102"/>
                      </a:lnTo>
                      <a:lnTo>
                        <a:pt x="18" y="98"/>
                      </a:lnTo>
                      <a:lnTo>
                        <a:pt x="18" y="98"/>
                      </a:lnTo>
                      <a:close/>
                      <a:moveTo>
                        <a:pt x="112" y="103"/>
                      </a:moveTo>
                      <a:lnTo>
                        <a:pt x="112" y="103"/>
                      </a:lnTo>
                      <a:lnTo>
                        <a:pt x="109" y="100"/>
                      </a:lnTo>
                      <a:lnTo>
                        <a:pt x="105" y="99"/>
                      </a:lnTo>
                      <a:lnTo>
                        <a:pt x="105" y="99"/>
                      </a:lnTo>
                      <a:lnTo>
                        <a:pt x="102" y="100"/>
                      </a:lnTo>
                      <a:lnTo>
                        <a:pt x="100" y="102"/>
                      </a:lnTo>
                      <a:lnTo>
                        <a:pt x="100" y="102"/>
                      </a:lnTo>
                      <a:lnTo>
                        <a:pt x="91" y="100"/>
                      </a:lnTo>
                      <a:lnTo>
                        <a:pt x="91" y="100"/>
                      </a:lnTo>
                      <a:lnTo>
                        <a:pt x="78" y="100"/>
                      </a:lnTo>
                      <a:lnTo>
                        <a:pt x="78" y="100"/>
                      </a:lnTo>
                      <a:lnTo>
                        <a:pt x="70" y="102"/>
                      </a:lnTo>
                      <a:lnTo>
                        <a:pt x="63" y="103"/>
                      </a:lnTo>
                      <a:lnTo>
                        <a:pt x="56" y="105"/>
                      </a:lnTo>
                      <a:lnTo>
                        <a:pt x="49" y="105"/>
                      </a:lnTo>
                      <a:lnTo>
                        <a:pt x="49" y="105"/>
                      </a:lnTo>
                      <a:lnTo>
                        <a:pt x="40" y="110"/>
                      </a:lnTo>
                      <a:lnTo>
                        <a:pt x="37" y="114"/>
                      </a:lnTo>
                      <a:lnTo>
                        <a:pt x="34" y="120"/>
                      </a:lnTo>
                      <a:lnTo>
                        <a:pt x="34" y="120"/>
                      </a:lnTo>
                      <a:lnTo>
                        <a:pt x="45" y="120"/>
                      </a:lnTo>
                      <a:lnTo>
                        <a:pt x="56" y="118"/>
                      </a:lnTo>
                      <a:lnTo>
                        <a:pt x="66" y="117"/>
                      </a:lnTo>
                      <a:lnTo>
                        <a:pt x="76" y="117"/>
                      </a:lnTo>
                      <a:lnTo>
                        <a:pt x="76" y="117"/>
                      </a:lnTo>
                      <a:lnTo>
                        <a:pt x="86" y="114"/>
                      </a:lnTo>
                      <a:lnTo>
                        <a:pt x="98" y="113"/>
                      </a:lnTo>
                      <a:lnTo>
                        <a:pt x="109" y="113"/>
                      </a:lnTo>
                      <a:lnTo>
                        <a:pt x="120" y="110"/>
                      </a:lnTo>
                      <a:lnTo>
                        <a:pt x="120" y="110"/>
                      </a:lnTo>
                      <a:lnTo>
                        <a:pt x="117" y="107"/>
                      </a:lnTo>
                      <a:lnTo>
                        <a:pt x="112" y="103"/>
                      </a:lnTo>
                      <a:lnTo>
                        <a:pt x="112" y="103"/>
                      </a:lnTo>
                      <a:close/>
                      <a:moveTo>
                        <a:pt x="4" y="113"/>
                      </a:moveTo>
                      <a:lnTo>
                        <a:pt x="4" y="113"/>
                      </a:lnTo>
                      <a:lnTo>
                        <a:pt x="6" y="115"/>
                      </a:lnTo>
                      <a:lnTo>
                        <a:pt x="6" y="115"/>
                      </a:lnTo>
                      <a:lnTo>
                        <a:pt x="11" y="120"/>
                      </a:lnTo>
                      <a:lnTo>
                        <a:pt x="17" y="122"/>
                      </a:lnTo>
                      <a:lnTo>
                        <a:pt x="23" y="125"/>
                      </a:lnTo>
                      <a:lnTo>
                        <a:pt x="30" y="126"/>
                      </a:lnTo>
                      <a:lnTo>
                        <a:pt x="30" y="126"/>
                      </a:lnTo>
                      <a:lnTo>
                        <a:pt x="30" y="124"/>
                      </a:lnTo>
                      <a:lnTo>
                        <a:pt x="32" y="121"/>
                      </a:lnTo>
                      <a:lnTo>
                        <a:pt x="32" y="121"/>
                      </a:lnTo>
                      <a:lnTo>
                        <a:pt x="17" y="117"/>
                      </a:lnTo>
                      <a:lnTo>
                        <a:pt x="11" y="114"/>
                      </a:lnTo>
                      <a:lnTo>
                        <a:pt x="8" y="113"/>
                      </a:lnTo>
                      <a:lnTo>
                        <a:pt x="6" y="110"/>
                      </a:lnTo>
                      <a:lnTo>
                        <a:pt x="6" y="110"/>
                      </a:lnTo>
                      <a:lnTo>
                        <a:pt x="6" y="111"/>
                      </a:lnTo>
                      <a:lnTo>
                        <a:pt x="6" y="113"/>
                      </a:lnTo>
                      <a:lnTo>
                        <a:pt x="4" y="113"/>
                      </a:lnTo>
                      <a:lnTo>
                        <a:pt x="4" y="113"/>
                      </a:lnTo>
                      <a:close/>
                      <a:moveTo>
                        <a:pt x="124" y="113"/>
                      </a:moveTo>
                      <a:lnTo>
                        <a:pt x="124" y="113"/>
                      </a:lnTo>
                      <a:lnTo>
                        <a:pt x="116" y="114"/>
                      </a:lnTo>
                      <a:lnTo>
                        <a:pt x="108" y="115"/>
                      </a:lnTo>
                      <a:lnTo>
                        <a:pt x="100" y="115"/>
                      </a:lnTo>
                      <a:lnTo>
                        <a:pt x="91" y="115"/>
                      </a:lnTo>
                      <a:lnTo>
                        <a:pt x="91" y="115"/>
                      </a:lnTo>
                      <a:lnTo>
                        <a:pt x="76" y="120"/>
                      </a:lnTo>
                      <a:lnTo>
                        <a:pt x="76" y="120"/>
                      </a:lnTo>
                      <a:lnTo>
                        <a:pt x="57" y="121"/>
                      </a:lnTo>
                      <a:lnTo>
                        <a:pt x="57" y="121"/>
                      </a:lnTo>
                      <a:lnTo>
                        <a:pt x="44" y="122"/>
                      </a:lnTo>
                      <a:lnTo>
                        <a:pt x="38" y="122"/>
                      </a:lnTo>
                      <a:lnTo>
                        <a:pt x="33" y="124"/>
                      </a:lnTo>
                      <a:lnTo>
                        <a:pt x="33" y="124"/>
                      </a:lnTo>
                      <a:lnTo>
                        <a:pt x="34" y="125"/>
                      </a:lnTo>
                      <a:lnTo>
                        <a:pt x="36" y="126"/>
                      </a:lnTo>
                      <a:lnTo>
                        <a:pt x="40" y="128"/>
                      </a:lnTo>
                      <a:lnTo>
                        <a:pt x="40" y="128"/>
                      </a:lnTo>
                      <a:lnTo>
                        <a:pt x="53" y="126"/>
                      </a:lnTo>
                      <a:lnTo>
                        <a:pt x="68" y="125"/>
                      </a:lnTo>
                      <a:lnTo>
                        <a:pt x="68" y="125"/>
                      </a:lnTo>
                      <a:lnTo>
                        <a:pt x="83" y="124"/>
                      </a:lnTo>
                      <a:lnTo>
                        <a:pt x="98" y="121"/>
                      </a:lnTo>
                      <a:lnTo>
                        <a:pt x="98" y="121"/>
                      </a:lnTo>
                      <a:lnTo>
                        <a:pt x="115" y="118"/>
                      </a:lnTo>
                      <a:lnTo>
                        <a:pt x="115" y="118"/>
                      </a:lnTo>
                      <a:lnTo>
                        <a:pt x="120" y="118"/>
                      </a:lnTo>
                      <a:lnTo>
                        <a:pt x="120" y="118"/>
                      </a:lnTo>
                      <a:lnTo>
                        <a:pt x="123" y="117"/>
                      </a:lnTo>
                      <a:lnTo>
                        <a:pt x="125" y="115"/>
                      </a:lnTo>
                      <a:lnTo>
                        <a:pt x="125" y="115"/>
                      </a:lnTo>
                      <a:lnTo>
                        <a:pt x="125" y="114"/>
                      </a:lnTo>
                      <a:lnTo>
                        <a:pt x="124" y="113"/>
                      </a:lnTo>
                      <a:lnTo>
                        <a:pt x="124" y="113"/>
                      </a:lnTo>
                      <a:close/>
                      <a:moveTo>
                        <a:pt x="10" y="158"/>
                      </a:moveTo>
                      <a:lnTo>
                        <a:pt x="10" y="158"/>
                      </a:lnTo>
                      <a:lnTo>
                        <a:pt x="11" y="179"/>
                      </a:lnTo>
                      <a:lnTo>
                        <a:pt x="10" y="203"/>
                      </a:lnTo>
                      <a:lnTo>
                        <a:pt x="10" y="203"/>
                      </a:lnTo>
                      <a:lnTo>
                        <a:pt x="22" y="209"/>
                      </a:lnTo>
                      <a:lnTo>
                        <a:pt x="33" y="216"/>
                      </a:lnTo>
                      <a:lnTo>
                        <a:pt x="33" y="216"/>
                      </a:lnTo>
                      <a:lnTo>
                        <a:pt x="34" y="194"/>
                      </a:lnTo>
                      <a:lnTo>
                        <a:pt x="34" y="173"/>
                      </a:lnTo>
                      <a:lnTo>
                        <a:pt x="32" y="129"/>
                      </a:lnTo>
                      <a:lnTo>
                        <a:pt x="32" y="129"/>
                      </a:lnTo>
                      <a:lnTo>
                        <a:pt x="27" y="128"/>
                      </a:lnTo>
                      <a:lnTo>
                        <a:pt x="22" y="128"/>
                      </a:lnTo>
                      <a:lnTo>
                        <a:pt x="22" y="128"/>
                      </a:lnTo>
                      <a:lnTo>
                        <a:pt x="23" y="137"/>
                      </a:lnTo>
                      <a:lnTo>
                        <a:pt x="23" y="147"/>
                      </a:lnTo>
                      <a:lnTo>
                        <a:pt x="23" y="147"/>
                      </a:lnTo>
                      <a:lnTo>
                        <a:pt x="22" y="143"/>
                      </a:lnTo>
                      <a:lnTo>
                        <a:pt x="22" y="139"/>
                      </a:lnTo>
                      <a:lnTo>
                        <a:pt x="21" y="130"/>
                      </a:lnTo>
                      <a:lnTo>
                        <a:pt x="21" y="130"/>
                      </a:lnTo>
                      <a:lnTo>
                        <a:pt x="21" y="128"/>
                      </a:lnTo>
                      <a:lnTo>
                        <a:pt x="21" y="126"/>
                      </a:lnTo>
                      <a:lnTo>
                        <a:pt x="19" y="126"/>
                      </a:lnTo>
                      <a:lnTo>
                        <a:pt x="19" y="126"/>
                      </a:lnTo>
                      <a:lnTo>
                        <a:pt x="21" y="140"/>
                      </a:lnTo>
                      <a:lnTo>
                        <a:pt x="21" y="152"/>
                      </a:lnTo>
                      <a:lnTo>
                        <a:pt x="21" y="152"/>
                      </a:lnTo>
                      <a:lnTo>
                        <a:pt x="19" y="140"/>
                      </a:lnTo>
                      <a:lnTo>
                        <a:pt x="17" y="126"/>
                      </a:lnTo>
                      <a:lnTo>
                        <a:pt x="17" y="126"/>
                      </a:lnTo>
                      <a:lnTo>
                        <a:pt x="11" y="124"/>
                      </a:lnTo>
                      <a:lnTo>
                        <a:pt x="6" y="121"/>
                      </a:lnTo>
                      <a:lnTo>
                        <a:pt x="6" y="121"/>
                      </a:lnTo>
                      <a:lnTo>
                        <a:pt x="8" y="139"/>
                      </a:lnTo>
                      <a:lnTo>
                        <a:pt x="10" y="158"/>
                      </a:lnTo>
                      <a:lnTo>
                        <a:pt x="10" y="158"/>
                      </a:lnTo>
                      <a:close/>
                      <a:moveTo>
                        <a:pt x="119" y="144"/>
                      </a:moveTo>
                      <a:lnTo>
                        <a:pt x="119" y="144"/>
                      </a:lnTo>
                      <a:lnTo>
                        <a:pt x="117" y="133"/>
                      </a:lnTo>
                      <a:lnTo>
                        <a:pt x="119" y="121"/>
                      </a:lnTo>
                      <a:lnTo>
                        <a:pt x="119" y="121"/>
                      </a:lnTo>
                      <a:lnTo>
                        <a:pt x="102" y="122"/>
                      </a:lnTo>
                      <a:lnTo>
                        <a:pt x="87" y="126"/>
                      </a:lnTo>
                      <a:lnTo>
                        <a:pt x="87" y="126"/>
                      </a:lnTo>
                      <a:lnTo>
                        <a:pt x="94" y="130"/>
                      </a:lnTo>
                      <a:lnTo>
                        <a:pt x="98" y="136"/>
                      </a:lnTo>
                      <a:lnTo>
                        <a:pt x="98" y="136"/>
                      </a:lnTo>
                      <a:lnTo>
                        <a:pt x="104" y="147"/>
                      </a:lnTo>
                      <a:lnTo>
                        <a:pt x="105" y="159"/>
                      </a:lnTo>
                      <a:lnTo>
                        <a:pt x="106" y="171"/>
                      </a:lnTo>
                      <a:lnTo>
                        <a:pt x="105" y="183"/>
                      </a:lnTo>
                      <a:lnTo>
                        <a:pt x="105" y="183"/>
                      </a:lnTo>
                      <a:lnTo>
                        <a:pt x="101" y="192"/>
                      </a:lnTo>
                      <a:lnTo>
                        <a:pt x="97" y="201"/>
                      </a:lnTo>
                      <a:lnTo>
                        <a:pt x="94" y="204"/>
                      </a:lnTo>
                      <a:lnTo>
                        <a:pt x="90" y="208"/>
                      </a:lnTo>
                      <a:lnTo>
                        <a:pt x="86" y="211"/>
                      </a:lnTo>
                      <a:lnTo>
                        <a:pt x="82" y="212"/>
                      </a:lnTo>
                      <a:lnTo>
                        <a:pt x="82" y="212"/>
                      </a:lnTo>
                      <a:lnTo>
                        <a:pt x="76" y="212"/>
                      </a:lnTo>
                      <a:lnTo>
                        <a:pt x="71" y="211"/>
                      </a:lnTo>
                      <a:lnTo>
                        <a:pt x="66" y="209"/>
                      </a:lnTo>
                      <a:lnTo>
                        <a:pt x="62" y="207"/>
                      </a:lnTo>
                      <a:lnTo>
                        <a:pt x="62" y="207"/>
                      </a:lnTo>
                      <a:lnTo>
                        <a:pt x="57" y="201"/>
                      </a:lnTo>
                      <a:lnTo>
                        <a:pt x="55" y="194"/>
                      </a:lnTo>
                      <a:lnTo>
                        <a:pt x="52" y="188"/>
                      </a:lnTo>
                      <a:lnTo>
                        <a:pt x="52" y="181"/>
                      </a:lnTo>
                      <a:lnTo>
                        <a:pt x="52" y="164"/>
                      </a:lnTo>
                      <a:lnTo>
                        <a:pt x="55" y="149"/>
                      </a:lnTo>
                      <a:lnTo>
                        <a:pt x="55" y="149"/>
                      </a:lnTo>
                      <a:lnTo>
                        <a:pt x="57" y="143"/>
                      </a:lnTo>
                      <a:lnTo>
                        <a:pt x="62" y="137"/>
                      </a:lnTo>
                      <a:lnTo>
                        <a:pt x="66" y="132"/>
                      </a:lnTo>
                      <a:lnTo>
                        <a:pt x="71" y="128"/>
                      </a:lnTo>
                      <a:lnTo>
                        <a:pt x="71" y="128"/>
                      </a:lnTo>
                      <a:lnTo>
                        <a:pt x="53" y="129"/>
                      </a:lnTo>
                      <a:lnTo>
                        <a:pt x="44" y="130"/>
                      </a:lnTo>
                      <a:lnTo>
                        <a:pt x="34" y="130"/>
                      </a:lnTo>
                      <a:lnTo>
                        <a:pt x="34" y="130"/>
                      </a:lnTo>
                      <a:lnTo>
                        <a:pt x="36" y="170"/>
                      </a:lnTo>
                      <a:lnTo>
                        <a:pt x="36" y="212"/>
                      </a:lnTo>
                      <a:lnTo>
                        <a:pt x="36" y="212"/>
                      </a:lnTo>
                      <a:lnTo>
                        <a:pt x="36" y="215"/>
                      </a:lnTo>
                      <a:lnTo>
                        <a:pt x="36" y="218"/>
                      </a:lnTo>
                      <a:lnTo>
                        <a:pt x="37" y="219"/>
                      </a:lnTo>
                      <a:lnTo>
                        <a:pt x="37" y="219"/>
                      </a:lnTo>
                      <a:lnTo>
                        <a:pt x="38" y="219"/>
                      </a:lnTo>
                      <a:lnTo>
                        <a:pt x="38" y="219"/>
                      </a:lnTo>
                      <a:lnTo>
                        <a:pt x="40" y="212"/>
                      </a:lnTo>
                      <a:lnTo>
                        <a:pt x="41" y="207"/>
                      </a:lnTo>
                      <a:lnTo>
                        <a:pt x="41" y="207"/>
                      </a:lnTo>
                      <a:lnTo>
                        <a:pt x="41" y="219"/>
                      </a:lnTo>
                      <a:lnTo>
                        <a:pt x="41" y="219"/>
                      </a:lnTo>
                      <a:lnTo>
                        <a:pt x="45" y="219"/>
                      </a:lnTo>
                      <a:lnTo>
                        <a:pt x="45" y="219"/>
                      </a:lnTo>
                      <a:lnTo>
                        <a:pt x="45" y="208"/>
                      </a:lnTo>
                      <a:lnTo>
                        <a:pt x="45" y="203"/>
                      </a:lnTo>
                      <a:lnTo>
                        <a:pt x="47" y="196"/>
                      </a:lnTo>
                      <a:lnTo>
                        <a:pt x="47" y="196"/>
                      </a:lnTo>
                      <a:lnTo>
                        <a:pt x="47" y="207"/>
                      </a:lnTo>
                      <a:lnTo>
                        <a:pt x="47" y="218"/>
                      </a:lnTo>
                      <a:lnTo>
                        <a:pt x="47" y="218"/>
                      </a:lnTo>
                      <a:lnTo>
                        <a:pt x="66" y="216"/>
                      </a:lnTo>
                      <a:lnTo>
                        <a:pt x="83" y="212"/>
                      </a:lnTo>
                      <a:lnTo>
                        <a:pt x="101" y="209"/>
                      </a:lnTo>
                      <a:lnTo>
                        <a:pt x="119" y="207"/>
                      </a:lnTo>
                      <a:lnTo>
                        <a:pt x="119" y="207"/>
                      </a:lnTo>
                      <a:lnTo>
                        <a:pt x="121" y="171"/>
                      </a:lnTo>
                      <a:lnTo>
                        <a:pt x="123" y="135"/>
                      </a:lnTo>
                      <a:lnTo>
                        <a:pt x="123" y="135"/>
                      </a:lnTo>
                      <a:lnTo>
                        <a:pt x="123" y="128"/>
                      </a:lnTo>
                      <a:lnTo>
                        <a:pt x="121" y="121"/>
                      </a:lnTo>
                      <a:lnTo>
                        <a:pt x="121" y="121"/>
                      </a:lnTo>
                      <a:lnTo>
                        <a:pt x="121" y="121"/>
                      </a:lnTo>
                      <a:lnTo>
                        <a:pt x="121" y="121"/>
                      </a:lnTo>
                      <a:lnTo>
                        <a:pt x="119" y="144"/>
                      </a:lnTo>
                      <a:lnTo>
                        <a:pt x="119" y="144"/>
                      </a:lnTo>
                      <a:close/>
                      <a:moveTo>
                        <a:pt x="71" y="132"/>
                      </a:moveTo>
                      <a:lnTo>
                        <a:pt x="71" y="132"/>
                      </a:lnTo>
                      <a:lnTo>
                        <a:pt x="67" y="135"/>
                      </a:lnTo>
                      <a:lnTo>
                        <a:pt x="64" y="137"/>
                      </a:lnTo>
                      <a:lnTo>
                        <a:pt x="59" y="147"/>
                      </a:lnTo>
                      <a:lnTo>
                        <a:pt x="56" y="158"/>
                      </a:lnTo>
                      <a:lnTo>
                        <a:pt x="53" y="170"/>
                      </a:lnTo>
                      <a:lnTo>
                        <a:pt x="53" y="182"/>
                      </a:lnTo>
                      <a:lnTo>
                        <a:pt x="56" y="193"/>
                      </a:lnTo>
                      <a:lnTo>
                        <a:pt x="59" y="197"/>
                      </a:lnTo>
                      <a:lnTo>
                        <a:pt x="62" y="203"/>
                      </a:lnTo>
                      <a:lnTo>
                        <a:pt x="64" y="205"/>
                      </a:lnTo>
                      <a:lnTo>
                        <a:pt x="68" y="208"/>
                      </a:lnTo>
                      <a:lnTo>
                        <a:pt x="68" y="208"/>
                      </a:lnTo>
                      <a:lnTo>
                        <a:pt x="72" y="209"/>
                      </a:lnTo>
                      <a:lnTo>
                        <a:pt x="76" y="209"/>
                      </a:lnTo>
                      <a:lnTo>
                        <a:pt x="83" y="208"/>
                      </a:lnTo>
                      <a:lnTo>
                        <a:pt x="90" y="204"/>
                      </a:lnTo>
                      <a:lnTo>
                        <a:pt x="96" y="200"/>
                      </a:lnTo>
                      <a:lnTo>
                        <a:pt x="96" y="200"/>
                      </a:lnTo>
                      <a:lnTo>
                        <a:pt x="98" y="193"/>
                      </a:lnTo>
                      <a:lnTo>
                        <a:pt x="101" y="185"/>
                      </a:lnTo>
                      <a:lnTo>
                        <a:pt x="104" y="177"/>
                      </a:lnTo>
                      <a:lnTo>
                        <a:pt x="104" y="169"/>
                      </a:lnTo>
                      <a:lnTo>
                        <a:pt x="104" y="169"/>
                      </a:lnTo>
                      <a:lnTo>
                        <a:pt x="104" y="159"/>
                      </a:lnTo>
                      <a:lnTo>
                        <a:pt x="101" y="149"/>
                      </a:lnTo>
                      <a:lnTo>
                        <a:pt x="98" y="141"/>
                      </a:lnTo>
                      <a:lnTo>
                        <a:pt x="94" y="133"/>
                      </a:lnTo>
                      <a:lnTo>
                        <a:pt x="94" y="133"/>
                      </a:lnTo>
                      <a:lnTo>
                        <a:pt x="90" y="132"/>
                      </a:lnTo>
                      <a:lnTo>
                        <a:pt x="87" y="130"/>
                      </a:lnTo>
                      <a:lnTo>
                        <a:pt x="83" y="128"/>
                      </a:lnTo>
                      <a:lnTo>
                        <a:pt x="79" y="128"/>
                      </a:lnTo>
                      <a:lnTo>
                        <a:pt x="79" y="128"/>
                      </a:lnTo>
                      <a:lnTo>
                        <a:pt x="75" y="129"/>
                      </a:lnTo>
                      <a:lnTo>
                        <a:pt x="71" y="132"/>
                      </a:lnTo>
                      <a:lnTo>
                        <a:pt x="71" y="132"/>
                      </a:lnTo>
                      <a:close/>
                      <a:moveTo>
                        <a:pt x="7" y="204"/>
                      </a:moveTo>
                      <a:lnTo>
                        <a:pt x="7" y="204"/>
                      </a:lnTo>
                      <a:lnTo>
                        <a:pt x="6" y="207"/>
                      </a:lnTo>
                      <a:lnTo>
                        <a:pt x="4" y="209"/>
                      </a:lnTo>
                      <a:lnTo>
                        <a:pt x="6" y="213"/>
                      </a:lnTo>
                      <a:lnTo>
                        <a:pt x="6" y="218"/>
                      </a:lnTo>
                      <a:lnTo>
                        <a:pt x="6" y="218"/>
                      </a:lnTo>
                      <a:lnTo>
                        <a:pt x="18" y="226"/>
                      </a:lnTo>
                      <a:lnTo>
                        <a:pt x="32" y="232"/>
                      </a:lnTo>
                      <a:lnTo>
                        <a:pt x="32" y="232"/>
                      </a:lnTo>
                      <a:lnTo>
                        <a:pt x="30" y="226"/>
                      </a:lnTo>
                      <a:lnTo>
                        <a:pt x="32" y="222"/>
                      </a:lnTo>
                      <a:lnTo>
                        <a:pt x="33" y="219"/>
                      </a:lnTo>
                      <a:lnTo>
                        <a:pt x="33" y="219"/>
                      </a:lnTo>
                      <a:lnTo>
                        <a:pt x="21" y="211"/>
                      </a:lnTo>
                      <a:lnTo>
                        <a:pt x="7" y="204"/>
                      </a:lnTo>
                      <a:lnTo>
                        <a:pt x="7" y="204"/>
                      </a:lnTo>
                      <a:close/>
                      <a:moveTo>
                        <a:pt x="98" y="212"/>
                      </a:moveTo>
                      <a:lnTo>
                        <a:pt x="98" y="212"/>
                      </a:lnTo>
                      <a:lnTo>
                        <a:pt x="74" y="218"/>
                      </a:lnTo>
                      <a:lnTo>
                        <a:pt x="48" y="220"/>
                      </a:lnTo>
                      <a:lnTo>
                        <a:pt x="48" y="220"/>
                      </a:lnTo>
                      <a:lnTo>
                        <a:pt x="48" y="220"/>
                      </a:lnTo>
                      <a:lnTo>
                        <a:pt x="47" y="222"/>
                      </a:lnTo>
                      <a:lnTo>
                        <a:pt x="47" y="222"/>
                      </a:lnTo>
                      <a:lnTo>
                        <a:pt x="47" y="222"/>
                      </a:lnTo>
                      <a:lnTo>
                        <a:pt x="47" y="222"/>
                      </a:lnTo>
                      <a:lnTo>
                        <a:pt x="40" y="222"/>
                      </a:lnTo>
                      <a:lnTo>
                        <a:pt x="34" y="220"/>
                      </a:lnTo>
                      <a:lnTo>
                        <a:pt x="34" y="220"/>
                      </a:lnTo>
                      <a:lnTo>
                        <a:pt x="33" y="224"/>
                      </a:lnTo>
                      <a:lnTo>
                        <a:pt x="33" y="227"/>
                      </a:lnTo>
                      <a:lnTo>
                        <a:pt x="34" y="234"/>
                      </a:lnTo>
                      <a:lnTo>
                        <a:pt x="34" y="234"/>
                      </a:lnTo>
                      <a:lnTo>
                        <a:pt x="36" y="237"/>
                      </a:lnTo>
                      <a:lnTo>
                        <a:pt x="40" y="238"/>
                      </a:lnTo>
                      <a:lnTo>
                        <a:pt x="48" y="237"/>
                      </a:lnTo>
                      <a:lnTo>
                        <a:pt x="48" y="237"/>
                      </a:lnTo>
                      <a:lnTo>
                        <a:pt x="66" y="231"/>
                      </a:lnTo>
                      <a:lnTo>
                        <a:pt x="87" y="227"/>
                      </a:lnTo>
                      <a:lnTo>
                        <a:pt x="87" y="227"/>
                      </a:lnTo>
                      <a:lnTo>
                        <a:pt x="102" y="226"/>
                      </a:lnTo>
                      <a:lnTo>
                        <a:pt x="102" y="226"/>
                      </a:lnTo>
                      <a:lnTo>
                        <a:pt x="112" y="224"/>
                      </a:lnTo>
                      <a:lnTo>
                        <a:pt x="119" y="223"/>
                      </a:lnTo>
                      <a:lnTo>
                        <a:pt x="119" y="223"/>
                      </a:lnTo>
                      <a:lnTo>
                        <a:pt x="121" y="220"/>
                      </a:lnTo>
                      <a:lnTo>
                        <a:pt x="121" y="216"/>
                      </a:lnTo>
                      <a:lnTo>
                        <a:pt x="123" y="211"/>
                      </a:lnTo>
                      <a:lnTo>
                        <a:pt x="123" y="211"/>
                      </a:lnTo>
                      <a:lnTo>
                        <a:pt x="116" y="209"/>
                      </a:lnTo>
                      <a:lnTo>
                        <a:pt x="111" y="211"/>
                      </a:lnTo>
                      <a:lnTo>
                        <a:pt x="98" y="212"/>
                      </a:lnTo>
                      <a:lnTo>
                        <a:pt x="98" y="212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9525">
                  <a:noFill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12" name="Freeform 4222"/>
                <p:cNvSpPr>
                  <a:spLocks noEditPoints="1"/>
                </p:cNvSpPr>
                <p:nvPr/>
              </p:nvSpPr>
              <p:spPr bwMode="auto">
                <a:xfrm>
                  <a:off x="5636862" y="3585412"/>
                  <a:ext cx="63500" cy="115888"/>
                </a:xfrm>
                <a:custGeom>
                  <a:avLst/>
                  <a:gdLst/>
                  <a:ahLst/>
                  <a:cxnLst>
                    <a:cxn ang="0">
                      <a:pos x="31" y="11"/>
                    </a:cxn>
                    <a:cxn ang="0">
                      <a:pos x="36" y="19"/>
                    </a:cxn>
                    <a:cxn ang="0">
                      <a:pos x="40" y="34"/>
                    </a:cxn>
                    <a:cxn ang="0">
                      <a:pos x="38" y="47"/>
                    </a:cxn>
                    <a:cxn ang="0">
                      <a:pos x="38" y="57"/>
                    </a:cxn>
                    <a:cxn ang="0">
                      <a:pos x="34" y="65"/>
                    </a:cxn>
                    <a:cxn ang="0">
                      <a:pos x="19" y="72"/>
                    </a:cxn>
                    <a:cxn ang="0">
                      <a:pos x="10" y="73"/>
                    </a:cxn>
                    <a:cxn ang="0">
                      <a:pos x="3" y="62"/>
                    </a:cxn>
                    <a:cxn ang="0">
                      <a:pos x="0" y="53"/>
                    </a:cxn>
                    <a:cxn ang="0">
                      <a:pos x="2" y="37"/>
                    </a:cxn>
                    <a:cxn ang="0">
                      <a:pos x="6" y="26"/>
                    </a:cxn>
                    <a:cxn ang="0">
                      <a:pos x="10" y="13"/>
                    </a:cxn>
                    <a:cxn ang="0">
                      <a:pos x="16" y="5"/>
                    </a:cxn>
                    <a:cxn ang="0">
                      <a:pos x="23" y="1"/>
                    </a:cxn>
                    <a:cxn ang="0">
                      <a:pos x="10" y="23"/>
                    </a:cxn>
                    <a:cxn ang="0">
                      <a:pos x="23" y="19"/>
                    </a:cxn>
                    <a:cxn ang="0">
                      <a:pos x="29" y="26"/>
                    </a:cxn>
                    <a:cxn ang="0">
                      <a:pos x="26" y="35"/>
                    </a:cxn>
                    <a:cxn ang="0">
                      <a:pos x="36" y="54"/>
                    </a:cxn>
                    <a:cxn ang="0">
                      <a:pos x="37" y="45"/>
                    </a:cxn>
                    <a:cxn ang="0">
                      <a:pos x="38" y="34"/>
                    </a:cxn>
                    <a:cxn ang="0">
                      <a:pos x="37" y="23"/>
                    </a:cxn>
                    <a:cxn ang="0">
                      <a:pos x="34" y="15"/>
                    </a:cxn>
                    <a:cxn ang="0">
                      <a:pos x="29" y="5"/>
                    </a:cxn>
                    <a:cxn ang="0">
                      <a:pos x="19" y="7"/>
                    </a:cxn>
                    <a:cxn ang="0">
                      <a:pos x="11" y="13"/>
                    </a:cxn>
                    <a:cxn ang="0">
                      <a:pos x="7" y="28"/>
                    </a:cxn>
                    <a:cxn ang="0">
                      <a:pos x="7" y="43"/>
                    </a:cxn>
                    <a:cxn ang="0">
                      <a:pos x="4" y="51"/>
                    </a:cxn>
                    <a:cxn ang="0">
                      <a:pos x="6" y="62"/>
                    </a:cxn>
                    <a:cxn ang="0">
                      <a:pos x="18" y="68"/>
                    </a:cxn>
                    <a:cxn ang="0">
                      <a:pos x="23" y="56"/>
                    </a:cxn>
                    <a:cxn ang="0">
                      <a:pos x="14" y="60"/>
                    </a:cxn>
                    <a:cxn ang="0">
                      <a:pos x="11" y="45"/>
                    </a:cxn>
                    <a:cxn ang="0">
                      <a:pos x="23" y="47"/>
                    </a:cxn>
                    <a:cxn ang="0">
                      <a:pos x="27" y="62"/>
                    </a:cxn>
                    <a:cxn ang="0">
                      <a:pos x="26" y="39"/>
                    </a:cxn>
                    <a:cxn ang="0">
                      <a:pos x="11" y="37"/>
                    </a:cxn>
                    <a:cxn ang="0">
                      <a:pos x="10" y="27"/>
                    </a:cxn>
                    <a:cxn ang="0">
                      <a:pos x="11" y="34"/>
                    </a:cxn>
                    <a:cxn ang="0">
                      <a:pos x="21" y="39"/>
                    </a:cxn>
                    <a:cxn ang="0">
                      <a:pos x="19" y="37"/>
                    </a:cxn>
                    <a:cxn ang="0">
                      <a:pos x="16" y="24"/>
                    </a:cxn>
                    <a:cxn ang="0">
                      <a:pos x="18" y="20"/>
                    </a:cxn>
                    <a:cxn ang="0">
                      <a:pos x="23" y="23"/>
                    </a:cxn>
                    <a:cxn ang="0">
                      <a:pos x="23" y="22"/>
                    </a:cxn>
                    <a:cxn ang="0">
                      <a:pos x="27" y="30"/>
                    </a:cxn>
                    <a:cxn ang="0">
                      <a:pos x="26" y="32"/>
                    </a:cxn>
                    <a:cxn ang="0">
                      <a:pos x="21" y="34"/>
                    </a:cxn>
                    <a:cxn ang="0">
                      <a:pos x="19" y="51"/>
                    </a:cxn>
                    <a:cxn ang="0">
                      <a:pos x="15" y="46"/>
                    </a:cxn>
                    <a:cxn ang="0">
                      <a:pos x="14" y="50"/>
                    </a:cxn>
                    <a:cxn ang="0">
                      <a:pos x="15" y="53"/>
                    </a:cxn>
                    <a:cxn ang="0">
                      <a:pos x="15" y="47"/>
                    </a:cxn>
                    <a:cxn ang="0">
                      <a:pos x="23" y="53"/>
                    </a:cxn>
                    <a:cxn ang="0">
                      <a:pos x="22" y="51"/>
                    </a:cxn>
                    <a:cxn ang="0">
                      <a:pos x="19" y="54"/>
                    </a:cxn>
                    <a:cxn ang="0">
                      <a:pos x="14" y="57"/>
                    </a:cxn>
                    <a:cxn ang="0">
                      <a:pos x="30" y="64"/>
                    </a:cxn>
                    <a:cxn ang="0">
                      <a:pos x="21" y="69"/>
                    </a:cxn>
                    <a:cxn ang="0">
                      <a:pos x="25" y="68"/>
                    </a:cxn>
                  </a:cxnLst>
                  <a:rect l="0" t="0" r="r" b="b"/>
                  <a:pathLst>
                    <a:path w="40" h="73">
                      <a:moveTo>
                        <a:pt x="25" y="0"/>
                      </a:moveTo>
                      <a:lnTo>
                        <a:pt x="25" y="0"/>
                      </a:lnTo>
                      <a:lnTo>
                        <a:pt x="26" y="3"/>
                      </a:lnTo>
                      <a:lnTo>
                        <a:pt x="29" y="4"/>
                      </a:lnTo>
                      <a:lnTo>
                        <a:pt x="31" y="7"/>
                      </a:lnTo>
                      <a:lnTo>
                        <a:pt x="31" y="11"/>
                      </a:lnTo>
                      <a:lnTo>
                        <a:pt x="31" y="11"/>
                      </a:lnTo>
                      <a:lnTo>
                        <a:pt x="34" y="12"/>
                      </a:lnTo>
                      <a:lnTo>
                        <a:pt x="36" y="13"/>
                      </a:lnTo>
                      <a:lnTo>
                        <a:pt x="37" y="16"/>
                      </a:lnTo>
                      <a:lnTo>
                        <a:pt x="36" y="19"/>
                      </a:lnTo>
                      <a:lnTo>
                        <a:pt x="36" y="19"/>
                      </a:lnTo>
                      <a:lnTo>
                        <a:pt x="38" y="20"/>
                      </a:lnTo>
                      <a:lnTo>
                        <a:pt x="40" y="23"/>
                      </a:lnTo>
                      <a:lnTo>
                        <a:pt x="40" y="26"/>
                      </a:lnTo>
                      <a:lnTo>
                        <a:pt x="37" y="28"/>
                      </a:lnTo>
                      <a:lnTo>
                        <a:pt x="37" y="28"/>
                      </a:lnTo>
                      <a:lnTo>
                        <a:pt x="40" y="34"/>
                      </a:lnTo>
                      <a:lnTo>
                        <a:pt x="40" y="37"/>
                      </a:lnTo>
                      <a:lnTo>
                        <a:pt x="37" y="38"/>
                      </a:lnTo>
                      <a:lnTo>
                        <a:pt x="37" y="38"/>
                      </a:lnTo>
                      <a:lnTo>
                        <a:pt x="40" y="41"/>
                      </a:lnTo>
                      <a:lnTo>
                        <a:pt x="40" y="45"/>
                      </a:lnTo>
                      <a:lnTo>
                        <a:pt x="38" y="47"/>
                      </a:lnTo>
                      <a:lnTo>
                        <a:pt x="37" y="49"/>
                      </a:lnTo>
                      <a:lnTo>
                        <a:pt x="37" y="49"/>
                      </a:lnTo>
                      <a:lnTo>
                        <a:pt x="38" y="56"/>
                      </a:lnTo>
                      <a:lnTo>
                        <a:pt x="38" y="56"/>
                      </a:lnTo>
                      <a:lnTo>
                        <a:pt x="38" y="57"/>
                      </a:lnTo>
                      <a:lnTo>
                        <a:pt x="38" y="57"/>
                      </a:lnTo>
                      <a:lnTo>
                        <a:pt x="36" y="57"/>
                      </a:lnTo>
                      <a:lnTo>
                        <a:pt x="33" y="58"/>
                      </a:lnTo>
                      <a:lnTo>
                        <a:pt x="33" y="58"/>
                      </a:lnTo>
                      <a:lnTo>
                        <a:pt x="34" y="62"/>
                      </a:lnTo>
                      <a:lnTo>
                        <a:pt x="34" y="65"/>
                      </a:lnTo>
                      <a:lnTo>
                        <a:pt x="34" y="65"/>
                      </a:lnTo>
                      <a:lnTo>
                        <a:pt x="29" y="68"/>
                      </a:lnTo>
                      <a:lnTo>
                        <a:pt x="27" y="69"/>
                      </a:lnTo>
                      <a:lnTo>
                        <a:pt x="26" y="72"/>
                      </a:lnTo>
                      <a:lnTo>
                        <a:pt x="26" y="72"/>
                      </a:lnTo>
                      <a:lnTo>
                        <a:pt x="23" y="73"/>
                      </a:lnTo>
                      <a:lnTo>
                        <a:pt x="19" y="72"/>
                      </a:lnTo>
                      <a:lnTo>
                        <a:pt x="19" y="72"/>
                      </a:lnTo>
                      <a:lnTo>
                        <a:pt x="18" y="69"/>
                      </a:lnTo>
                      <a:lnTo>
                        <a:pt x="18" y="69"/>
                      </a:lnTo>
                      <a:lnTo>
                        <a:pt x="14" y="72"/>
                      </a:lnTo>
                      <a:lnTo>
                        <a:pt x="11" y="73"/>
                      </a:lnTo>
                      <a:lnTo>
                        <a:pt x="10" y="73"/>
                      </a:lnTo>
                      <a:lnTo>
                        <a:pt x="10" y="73"/>
                      </a:lnTo>
                      <a:lnTo>
                        <a:pt x="8" y="71"/>
                      </a:lnTo>
                      <a:lnTo>
                        <a:pt x="7" y="68"/>
                      </a:lnTo>
                      <a:lnTo>
                        <a:pt x="3" y="64"/>
                      </a:lnTo>
                      <a:lnTo>
                        <a:pt x="3" y="64"/>
                      </a:lnTo>
                      <a:lnTo>
                        <a:pt x="3" y="62"/>
                      </a:lnTo>
                      <a:lnTo>
                        <a:pt x="4" y="61"/>
                      </a:lnTo>
                      <a:lnTo>
                        <a:pt x="7" y="57"/>
                      </a:lnTo>
                      <a:lnTo>
                        <a:pt x="7" y="57"/>
                      </a:lnTo>
                      <a:lnTo>
                        <a:pt x="4" y="54"/>
                      </a:lnTo>
                      <a:lnTo>
                        <a:pt x="0" y="53"/>
                      </a:lnTo>
                      <a:lnTo>
                        <a:pt x="0" y="53"/>
                      </a:lnTo>
                      <a:lnTo>
                        <a:pt x="0" y="50"/>
                      </a:lnTo>
                      <a:lnTo>
                        <a:pt x="0" y="49"/>
                      </a:lnTo>
                      <a:lnTo>
                        <a:pt x="3" y="45"/>
                      </a:lnTo>
                      <a:lnTo>
                        <a:pt x="3" y="45"/>
                      </a:lnTo>
                      <a:lnTo>
                        <a:pt x="3" y="41"/>
                      </a:lnTo>
                      <a:lnTo>
                        <a:pt x="2" y="37"/>
                      </a:lnTo>
                      <a:lnTo>
                        <a:pt x="0" y="34"/>
                      </a:lnTo>
                      <a:lnTo>
                        <a:pt x="0" y="30"/>
                      </a:lnTo>
                      <a:lnTo>
                        <a:pt x="0" y="30"/>
                      </a:lnTo>
                      <a:lnTo>
                        <a:pt x="3" y="27"/>
                      </a:lnTo>
                      <a:lnTo>
                        <a:pt x="6" y="26"/>
                      </a:lnTo>
                      <a:lnTo>
                        <a:pt x="6" y="26"/>
                      </a:lnTo>
                      <a:lnTo>
                        <a:pt x="4" y="22"/>
                      </a:lnTo>
                      <a:lnTo>
                        <a:pt x="4" y="16"/>
                      </a:lnTo>
                      <a:lnTo>
                        <a:pt x="4" y="16"/>
                      </a:lnTo>
                      <a:lnTo>
                        <a:pt x="7" y="15"/>
                      </a:lnTo>
                      <a:lnTo>
                        <a:pt x="10" y="13"/>
                      </a:lnTo>
                      <a:lnTo>
                        <a:pt x="10" y="13"/>
                      </a:lnTo>
                      <a:lnTo>
                        <a:pt x="8" y="9"/>
                      </a:lnTo>
                      <a:lnTo>
                        <a:pt x="8" y="7"/>
                      </a:lnTo>
                      <a:lnTo>
                        <a:pt x="8" y="7"/>
                      </a:lnTo>
                      <a:lnTo>
                        <a:pt x="12" y="5"/>
                      </a:lnTo>
                      <a:lnTo>
                        <a:pt x="16" y="5"/>
                      </a:lnTo>
                      <a:lnTo>
                        <a:pt x="16" y="5"/>
                      </a:lnTo>
                      <a:lnTo>
                        <a:pt x="16" y="3"/>
                      </a:lnTo>
                      <a:lnTo>
                        <a:pt x="18" y="1"/>
                      </a:lnTo>
                      <a:lnTo>
                        <a:pt x="18" y="1"/>
                      </a:lnTo>
                      <a:lnTo>
                        <a:pt x="22" y="3"/>
                      </a:lnTo>
                      <a:lnTo>
                        <a:pt x="22" y="3"/>
                      </a:lnTo>
                      <a:lnTo>
                        <a:pt x="23" y="1"/>
                      </a:lnTo>
                      <a:lnTo>
                        <a:pt x="25" y="0"/>
                      </a:lnTo>
                      <a:lnTo>
                        <a:pt x="25" y="0"/>
                      </a:lnTo>
                      <a:close/>
                      <a:moveTo>
                        <a:pt x="10" y="27"/>
                      </a:moveTo>
                      <a:lnTo>
                        <a:pt x="10" y="27"/>
                      </a:lnTo>
                      <a:lnTo>
                        <a:pt x="10" y="23"/>
                      </a:lnTo>
                      <a:lnTo>
                        <a:pt x="10" y="23"/>
                      </a:lnTo>
                      <a:lnTo>
                        <a:pt x="11" y="20"/>
                      </a:lnTo>
                      <a:lnTo>
                        <a:pt x="14" y="19"/>
                      </a:lnTo>
                      <a:lnTo>
                        <a:pt x="18" y="17"/>
                      </a:lnTo>
                      <a:lnTo>
                        <a:pt x="21" y="19"/>
                      </a:lnTo>
                      <a:lnTo>
                        <a:pt x="21" y="19"/>
                      </a:lnTo>
                      <a:lnTo>
                        <a:pt x="23" y="19"/>
                      </a:lnTo>
                      <a:lnTo>
                        <a:pt x="25" y="19"/>
                      </a:lnTo>
                      <a:lnTo>
                        <a:pt x="27" y="20"/>
                      </a:lnTo>
                      <a:lnTo>
                        <a:pt x="29" y="23"/>
                      </a:lnTo>
                      <a:lnTo>
                        <a:pt x="26" y="26"/>
                      </a:lnTo>
                      <a:lnTo>
                        <a:pt x="26" y="26"/>
                      </a:lnTo>
                      <a:lnTo>
                        <a:pt x="29" y="26"/>
                      </a:lnTo>
                      <a:lnTo>
                        <a:pt x="30" y="27"/>
                      </a:lnTo>
                      <a:lnTo>
                        <a:pt x="30" y="31"/>
                      </a:lnTo>
                      <a:lnTo>
                        <a:pt x="29" y="34"/>
                      </a:lnTo>
                      <a:lnTo>
                        <a:pt x="27" y="35"/>
                      </a:lnTo>
                      <a:lnTo>
                        <a:pt x="26" y="35"/>
                      </a:lnTo>
                      <a:lnTo>
                        <a:pt x="26" y="35"/>
                      </a:lnTo>
                      <a:lnTo>
                        <a:pt x="31" y="43"/>
                      </a:lnTo>
                      <a:lnTo>
                        <a:pt x="33" y="49"/>
                      </a:lnTo>
                      <a:lnTo>
                        <a:pt x="33" y="56"/>
                      </a:lnTo>
                      <a:lnTo>
                        <a:pt x="33" y="56"/>
                      </a:lnTo>
                      <a:lnTo>
                        <a:pt x="34" y="54"/>
                      </a:lnTo>
                      <a:lnTo>
                        <a:pt x="36" y="54"/>
                      </a:lnTo>
                      <a:lnTo>
                        <a:pt x="36" y="54"/>
                      </a:lnTo>
                      <a:lnTo>
                        <a:pt x="34" y="49"/>
                      </a:lnTo>
                      <a:lnTo>
                        <a:pt x="34" y="49"/>
                      </a:lnTo>
                      <a:lnTo>
                        <a:pt x="36" y="46"/>
                      </a:lnTo>
                      <a:lnTo>
                        <a:pt x="37" y="45"/>
                      </a:lnTo>
                      <a:lnTo>
                        <a:pt x="37" y="45"/>
                      </a:lnTo>
                      <a:lnTo>
                        <a:pt x="37" y="41"/>
                      </a:lnTo>
                      <a:lnTo>
                        <a:pt x="36" y="38"/>
                      </a:lnTo>
                      <a:lnTo>
                        <a:pt x="36" y="38"/>
                      </a:lnTo>
                      <a:lnTo>
                        <a:pt x="37" y="37"/>
                      </a:lnTo>
                      <a:lnTo>
                        <a:pt x="38" y="34"/>
                      </a:lnTo>
                      <a:lnTo>
                        <a:pt x="38" y="34"/>
                      </a:lnTo>
                      <a:lnTo>
                        <a:pt x="37" y="31"/>
                      </a:lnTo>
                      <a:lnTo>
                        <a:pt x="36" y="28"/>
                      </a:lnTo>
                      <a:lnTo>
                        <a:pt x="36" y="28"/>
                      </a:lnTo>
                      <a:lnTo>
                        <a:pt x="37" y="26"/>
                      </a:lnTo>
                      <a:lnTo>
                        <a:pt x="37" y="24"/>
                      </a:lnTo>
                      <a:lnTo>
                        <a:pt x="37" y="23"/>
                      </a:lnTo>
                      <a:lnTo>
                        <a:pt x="37" y="23"/>
                      </a:lnTo>
                      <a:lnTo>
                        <a:pt x="34" y="22"/>
                      </a:lnTo>
                      <a:lnTo>
                        <a:pt x="33" y="20"/>
                      </a:lnTo>
                      <a:lnTo>
                        <a:pt x="33" y="20"/>
                      </a:lnTo>
                      <a:lnTo>
                        <a:pt x="34" y="17"/>
                      </a:lnTo>
                      <a:lnTo>
                        <a:pt x="34" y="15"/>
                      </a:lnTo>
                      <a:lnTo>
                        <a:pt x="34" y="15"/>
                      </a:lnTo>
                      <a:lnTo>
                        <a:pt x="31" y="13"/>
                      </a:lnTo>
                      <a:lnTo>
                        <a:pt x="29" y="12"/>
                      </a:lnTo>
                      <a:lnTo>
                        <a:pt x="29" y="11"/>
                      </a:lnTo>
                      <a:lnTo>
                        <a:pt x="29" y="11"/>
                      </a:lnTo>
                      <a:lnTo>
                        <a:pt x="29" y="5"/>
                      </a:lnTo>
                      <a:lnTo>
                        <a:pt x="29" y="5"/>
                      </a:lnTo>
                      <a:lnTo>
                        <a:pt x="27" y="5"/>
                      </a:lnTo>
                      <a:lnTo>
                        <a:pt x="25" y="4"/>
                      </a:lnTo>
                      <a:lnTo>
                        <a:pt x="19" y="4"/>
                      </a:lnTo>
                      <a:lnTo>
                        <a:pt x="19" y="4"/>
                      </a:lnTo>
                      <a:lnTo>
                        <a:pt x="19" y="7"/>
                      </a:lnTo>
                      <a:lnTo>
                        <a:pt x="16" y="8"/>
                      </a:lnTo>
                      <a:lnTo>
                        <a:pt x="14" y="7"/>
                      </a:lnTo>
                      <a:lnTo>
                        <a:pt x="11" y="8"/>
                      </a:lnTo>
                      <a:lnTo>
                        <a:pt x="11" y="8"/>
                      </a:lnTo>
                      <a:lnTo>
                        <a:pt x="11" y="11"/>
                      </a:lnTo>
                      <a:lnTo>
                        <a:pt x="11" y="13"/>
                      </a:lnTo>
                      <a:lnTo>
                        <a:pt x="11" y="15"/>
                      </a:lnTo>
                      <a:lnTo>
                        <a:pt x="11" y="15"/>
                      </a:lnTo>
                      <a:lnTo>
                        <a:pt x="6" y="17"/>
                      </a:lnTo>
                      <a:lnTo>
                        <a:pt x="6" y="17"/>
                      </a:lnTo>
                      <a:lnTo>
                        <a:pt x="8" y="26"/>
                      </a:lnTo>
                      <a:lnTo>
                        <a:pt x="7" y="28"/>
                      </a:lnTo>
                      <a:lnTo>
                        <a:pt x="3" y="30"/>
                      </a:lnTo>
                      <a:lnTo>
                        <a:pt x="3" y="30"/>
                      </a:lnTo>
                      <a:lnTo>
                        <a:pt x="3" y="34"/>
                      </a:lnTo>
                      <a:lnTo>
                        <a:pt x="4" y="37"/>
                      </a:lnTo>
                      <a:lnTo>
                        <a:pt x="6" y="41"/>
                      </a:lnTo>
                      <a:lnTo>
                        <a:pt x="7" y="43"/>
                      </a:lnTo>
                      <a:lnTo>
                        <a:pt x="7" y="43"/>
                      </a:lnTo>
                      <a:lnTo>
                        <a:pt x="4" y="47"/>
                      </a:lnTo>
                      <a:lnTo>
                        <a:pt x="3" y="49"/>
                      </a:lnTo>
                      <a:lnTo>
                        <a:pt x="3" y="50"/>
                      </a:lnTo>
                      <a:lnTo>
                        <a:pt x="3" y="50"/>
                      </a:lnTo>
                      <a:lnTo>
                        <a:pt x="4" y="51"/>
                      </a:lnTo>
                      <a:lnTo>
                        <a:pt x="6" y="53"/>
                      </a:lnTo>
                      <a:lnTo>
                        <a:pt x="8" y="54"/>
                      </a:lnTo>
                      <a:lnTo>
                        <a:pt x="8" y="57"/>
                      </a:lnTo>
                      <a:lnTo>
                        <a:pt x="8" y="57"/>
                      </a:lnTo>
                      <a:lnTo>
                        <a:pt x="7" y="60"/>
                      </a:lnTo>
                      <a:lnTo>
                        <a:pt x="6" y="62"/>
                      </a:lnTo>
                      <a:lnTo>
                        <a:pt x="6" y="62"/>
                      </a:lnTo>
                      <a:lnTo>
                        <a:pt x="10" y="66"/>
                      </a:lnTo>
                      <a:lnTo>
                        <a:pt x="12" y="71"/>
                      </a:lnTo>
                      <a:lnTo>
                        <a:pt x="12" y="71"/>
                      </a:lnTo>
                      <a:lnTo>
                        <a:pt x="15" y="68"/>
                      </a:lnTo>
                      <a:lnTo>
                        <a:pt x="18" y="68"/>
                      </a:lnTo>
                      <a:lnTo>
                        <a:pt x="19" y="68"/>
                      </a:lnTo>
                      <a:lnTo>
                        <a:pt x="19" y="68"/>
                      </a:lnTo>
                      <a:lnTo>
                        <a:pt x="23" y="65"/>
                      </a:lnTo>
                      <a:lnTo>
                        <a:pt x="25" y="61"/>
                      </a:lnTo>
                      <a:lnTo>
                        <a:pt x="25" y="57"/>
                      </a:lnTo>
                      <a:lnTo>
                        <a:pt x="23" y="56"/>
                      </a:lnTo>
                      <a:lnTo>
                        <a:pt x="22" y="54"/>
                      </a:lnTo>
                      <a:lnTo>
                        <a:pt x="22" y="54"/>
                      </a:lnTo>
                      <a:lnTo>
                        <a:pt x="22" y="57"/>
                      </a:lnTo>
                      <a:lnTo>
                        <a:pt x="21" y="60"/>
                      </a:lnTo>
                      <a:lnTo>
                        <a:pt x="18" y="60"/>
                      </a:lnTo>
                      <a:lnTo>
                        <a:pt x="14" y="60"/>
                      </a:lnTo>
                      <a:lnTo>
                        <a:pt x="14" y="60"/>
                      </a:lnTo>
                      <a:lnTo>
                        <a:pt x="11" y="57"/>
                      </a:lnTo>
                      <a:lnTo>
                        <a:pt x="10" y="53"/>
                      </a:lnTo>
                      <a:lnTo>
                        <a:pt x="10" y="49"/>
                      </a:lnTo>
                      <a:lnTo>
                        <a:pt x="11" y="45"/>
                      </a:lnTo>
                      <a:lnTo>
                        <a:pt x="11" y="45"/>
                      </a:lnTo>
                      <a:lnTo>
                        <a:pt x="15" y="43"/>
                      </a:lnTo>
                      <a:lnTo>
                        <a:pt x="18" y="42"/>
                      </a:lnTo>
                      <a:lnTo>
                        <a:pt x="19" y="42"/>
                      </a:lnTo>
                      <a:lnTo>
                        <a:pt x="19" y="42"/>
                      </a:lnTo>
                      <a:lnTo>
                        <a:pt x="22" y="45"/>
                      </a:lnTo>
                      <a:lnTo>
                        <a:pt x="23" y="47"/>
                      </a:lnTo>
                      <a:lnTo>
                        <a:pt x="23" y="47"/>
                      </a:lnTo>
                      <a:lnTo>
                        <a:pt x="25" y="49"/>
                      </a:lnTo>
                      <a:lnTo>
                        <a:pt x="26" y="50"/>
                      </a:lnTo>
                      <a:lnTo>
                        <a:pt x="26" y="50"/>
                      </a:lnTo>
                      <a:lnTo>
                        <a:pt x="26" y="56"/>
                      </a:lnTo>
                      <a:lnTo>
                        <a:pt x="27" y="62"/>
                      </a:lnTo>
                      <a:lnTo>
                        <a:pt x="27" y="62"/>
                      </a:lnTo>
                      <a:lnTo>
                        <a:pt x="30" y="57"/>
                      </a:lnTo>
                      <a:lnTo>
                        <a:pt x="30" y="50"/>
                      </a:lnTo>
                      <a:lnTo>
                        <a:pt x="29" y="43"/>
                      </a:lnTo>
                      <a:lnTo>
                        <a:pt x="26" y="39"/>
                      </a:lnTo>
                      <a:lnTo>
                        <a:pt x="26" y="39"/>
                      </a:lnTo>
                      <a:lnTo>
                        <a:pt x="23" y="42"/>
                      </a:lnTo>
                      <a:lnTo>
                        <a:pt x="19" y="41"/>
                      </a:lnTo>
                      <a:lnTo>
                        <a:pt x="15" y="39"/>
                      </a:lnTo>
                      <a:lnTo>
                        <a:pt x="14" y="37"/>
                      </a:lnTo>
                      <a:lnTo>
                        <a:pt x="14" y="37"/>
                      </a:lnTo>
                      <a:lnTo>
                        <a:pt x="11" y="37"/>
                      </a:lnTo>
                      <a:lnTo>
                        <a:pt x="10" y="37"/>
                      </a:lnTo>
                      <a:lnTo>
                        <a:pt x="10" y="37"/>
                      </a:lnTo>
                      <a:lnTo>
                        <a:pt x="10" y="34"/>
                      </a:lnTo>
                      <a:lnTo>
                        <a:pt x="10" y="32"/>
                      </a:lnTo>
                      <a:lnTo>
                        <a:pt x="10" y="27"/>
                      </a:lnTo>
                      <a:lnTo>
                        <a:pt x="10" y="27"/>
                      </a:lnTo>
                      <a:close/>
                      <a:moveTo>
                        <a:pt x="12" y="23"/>
                      </a:moveTo>
                      <a:lnTo>
                        <a:pt x="12" y="23"/>
                      </a:lnTo>
                      <a:lnTo>
                        <a:pt x="12" y="26"/>
                      </a:lnTo>
                      <a:lnTo>
                        <a:pt x="12" y="28"/>
                      </a:lnTo>
                      <a:lnTo>
                        <a:pt x="11" y="31"/>
                      </a:lnTo>
                      <a:lnTo>
                        <a:pt x="11" y="34"/>
                      </a:lnTo>
                      <a:lnTo>
                        <a:pt x="11" y="34"/>
                      </a:lnTo>
                      <a:lnTo>
                        <a:pt x="12" y="32"/>
                      </a:lnTo>
                      <a:lnTo>
                        <a:pt x="14" y="34"/>
                      </a:lnTo>
                      <a:lnTo>
                        <a:pt x="16" y="35"/>
                      </a:lnTo>
                      <a:lnTo>
                        <a:pt x="18" y="38"/>
                      </a:lnTo>
                      <a:lnTo>
                        <a:pt x="21" y="39"/>
                      </a:lnTo>
                      <a:lnTo>
                        <a:pt x="21" y="39"/>
                      </a:lnTo>
                      <a:lnTo>
                        <a:pt x="23" y="38"/>
                      </a:lnTo>
                      <a:lnTo>
                        <a:pt x="23" y="35"/>
                      </a:lnTo>
                      <a:lnTo>
                        <a:pt x="23" y="35"/>
                      </a:lnTo>
                      <a:lnTo>
                        <a:pt x="22" y="37"/>
                      </a:lnTo>
                      <a:lnTo>
                        <a:pt x="19" y="37"/>
                      </a:lnTo>
                      <a:lnTo>
                        <a:pt x="19" y="37"/>
                      </a:lnTo>
                      <a:lnTo>
                        <a:pt x="16" y="34"/>
                      </a:lnTo>
                      <a:lnTo>
                        <a:pt x="14" y="31"/>
                      </a:lnTo>
                      <a:lnTo>
                        <a:pt x="14" y="27"/>
                      </a:lnTo>
                      <a:lnTo>
                        <a:pt x="15" y="26"/>
                      </a:lnTo>
                      <a:lnTo>
                        <a:pt x="16" y="24"/>
                      </a:lnTo>
                      <a:lnTo>
                        <a:pt x="16" y="24"/>
                      </a:lnTo>
                      <a:lnTo>
                        <a:pt x="19" y="24"/>
                      </a:lnTo>
                      <a:lnTo>
                        <a:pt x="22" y="24"/>
                      </a:lnTo>
                      <a:lnTo>
                        <a:pt x="22" y="24"/>
                      </a:lnTo>
                      <a:lnTo>
                        <a:pt x="21" y="22"/>
                      </a:lnTo>
                      <a:lnTo>
                        <a:pt x="18" y="20"/>
                      </a:lnTo>
                      <a:lnTo>
                        <a:pt x="15" y="20"/>
                      </a:lnTo>
                      <a:lnTo>
                        <a:pt x="12" y="23"/>
                      </a:lnTo>
                      <a:lnTo>
                        <a:pt x="12" y="23"/>
                      </a:lnTo>
                      <a:close/>
                      <a:moveTo>
                        <a:pt x="23" y="22"/>
                      </a:moveTo>
                      <a:lnTo>
                        <a:pt x="23" y="22"/>
                      </a:lnTo>
                      <a:lnTo>
                        <a:pt x="23" y="23"/>
                      </a:lnTo>
                      <a:lnTo>
                        <a:pt x="25" y="24"/>
                      </a:lnTo>
                      <a:lnTo>
                        <a:pt x="25" y="24"/>
                      </a:lnTo>
                      <a:lnTo>
                        <a:pt x="26" y="23"/>
                      </a:lnTo>
                      <a:lnTo>
                        <a:pt x="26" y="20"/>
                      </a:lnTo>
                      <a:lnTo>
                        <a:pt x="26" y="20"/>
                      </a:lnTo>
                      <a:lnTo>
                        <a:pt x="23" y="22"/>
                      </a:lnTo>
                      <a:lnTo>
                        <a:pt x="23" y="22"/>
                      </a:lnTo>
                      <a:lnTo>
                        <a:pt x="23" y="22"/>
                      </a:lnTo>
                      <a:close/>
                      <a:moveTo>
                        <a:pt x="26" y="32"/>
                      </a:moveTo>
                      <a:lnTo>
                        <a:pt x="26" y="32"/>
                      </a:lnTo>
                      <a:lnTo>
                        <a:pt x="27" y="31"/>
                      </a:lnTo>
                      <a:lnTo>
                        <a:pt x="27" y="30"/>
                      </a:lnTo>
                      <a:lnTo>
                        <a:pt x="26" y="27"/>
                      </a:lnTo>
                      <a:lnTo>
                        <a:pt x="23" y="27"/>
                      </a:lnTo>
                      <a:lnTo>
                        <a:pt x="23" y="27"/>
                      </a:lnTo>
                      <a:lnTo>
                        <a:pt x="23" y="30"/>
                      </a:lnTo>
                      <a:lnTo>
                        <a:pt x="26" y="32"/>
                      </a:lnTo>
                      <a:lnTo>
                        <a:pt x="26" y="32"/>
                      </a:lnTo>
                      <a:close/>
                      <a:moveTo>
                        <a:pt x="18" y="27"/>
                      </a:moveTo>
                      <a:lnTo>
                        <a:pt x="18" y="27"/>
                      </a:lnTo>
                      <a:lnTo>
                        <a:pt x="16" y="30"/>
                      </a:lnTo>
                      <a:lnTo>
                        <a:pt x="18" y="32"/>
                      </a:lnTo>
                      <a:lnTo>
                        <a:pt x="19" y="34"/>
                      </a:lnTo>
                      <a:lnTo>
                        <a:pt x="21" y="34"/>
                      </a:lnTo>
                      <a:lnTo>
                        <a:pt x="22" y="32"/>
                      </a:lnTo>
                      <a:lnTo>
                        <a:pt x="22" y="32"/>
                      </a:lnTo>
                      <a:lnTo>
                        <a:pt x="19" y="30"/>
                      </a:lnTo>
                      <a:lnTo>
                        <a:pt x="18" y="27"/>
                      </a:lnTo>
                      <a:lnTo>
                        <a:pt x="18" y="27"/>
                      </a:lnTo>
                      <a:close/>
                      <a:moveTo>
                        <a:pt x="19" y="51"/>
                      </a:moveTo>
                      <a:lnTo>
                        <a:pt x="19" y="51"/>
                      </a:lnTo>
                      <a:lnTo>
                        <a:pt x="19" y="50"/>
                      </a:lnTo>
                      <a:lnTo>
                        <a:pt x="21" y="49"/>
                      </a:lnTo>
                      <a:lnTo>
                        <a:pt x="19" y="45"/>
                      </a:lnTo>
                      <a:lnTo>
                        <a:pt x="19" y="45"/>
                      </a:lnTo>
                      <a:lnTo>
                        <a:pt x="15" y="46"/>
                      </a:lnTo>
                      <a:lnTo>
                        <a:pt x="15" y="46"/>
                      </a:lnTo>
                      <a:lnTo>
                        <a:pt x="18" y="47"/>
                      </a:lnTo>
                      <a:lnTo>
                        <a:pt x="19" y="49"/>
                      </a:lnTo>
                      <a:lnTo>
                        <a:pt x="19" y="51"/>
                      </a:lnTo>
                      <a:lnTo>
                        <a:pt x="19" y="51"/>
                      </a:lnTo>
                      <a:close/>
                      <a:moveTo>
                        <a:pt x="14" y="50"/>
                      </a:moveTo>
                      <a:lnTo>
                        <a:pt x="14" y="50"/>
                      </a:lnTo>
                      <a:lnTo>
                        <a:pt x="15" y="50"/>
                      </a:lnTo>
                      <a:lnTo>
                        <a:pt x="14" y="51"/>
                      </a:lnTo>
                      <a:lnTo>
                        <a:pt x="14" y="51"/>
                      </a:lnTo>
                      <a:lnTo>
                        <a:pt x="15" y="53"/>
                      </a:lnTo>
                      <a:lnTo>
                        <a:pt x="15" y="53"/>
                      </a:lnTo>
                      <a:lnTo>
                        <a:pt x="15" y="53"/>
                      </a:lnTo>
                      <a:lnTo>
                        <a:pt x="15" y="50"/>
                      </a:lnTo>
                      <a:lnTo>
                        <a:pt x="16" y="49"/>
                      </a:lnTo>
                      <a:lnTo>
                        <a:pt x="16" y="49"/>
                      </a:lnTo>
                      <a:lnTo>
                        <a:pt x="15" y="47"/>
                      </a:lnTo>
                      <a:lnTo>
                        <a:pt x="15" y="47"/>
                      </a:lnTo>
                      <a:lnTo>
                        <a:pt x="15" y="47"/>
                      </a:lnTo>
                      <a:lnTo>
                        <a:pt x="14" y="50"/>
                      </a:lnTo>
                      <a:lnTo>
                        <a:pt x="14" y="50"/>
                      </a:lnTo>
                      <a:close/>
                      <a:moveTo>
                        <a:pt x="22" y="51"/>
                      </a:moveTo>
                      <a:lnTo>
                        <a:pt x="22" y="51"/>
                      </a:lnTo>
                      <a:lnTo>
                        <a:pt x="23" y="53"/>
                      </a:lnTo>
                      <a:lnTo>
                        <a:pt x="23" y="53"/>
                      </a:lnTo>
                      <a:lnTo>
                        <a:pt x="25" y="50"/>
                      </a:lnTo>
                      <a:lnTo>
                        <a:pt x="25" y="50"/>
                      </a:lnTo>
                      <a:lnTo>
                        <a:pt x="23" y="50"/>
                      </a:lnTo>
                      <a:lnTo>
                        <a:pt x="23" y="50"/>
                      </a:lnTo>
                      <a:lnTo>
                        <a:pt x="22" y="51"/>
                      </a:lnTo>
                      <a:lnTo>
                        <a:pt x="22" y="51"/>
                      </a:lnTo>
                      <a:close/>
                      <a:moveTo>
                        <a:pt x="19" y="58"/>
                      </a:moveTo>
                      <a:lnTo>
                        <a:pt x="19" y="58"/>
                      </a:lnTo>
                      <a:lnTo>
                        <a:pt x="21" y="53"/>
                      </a:lnTo>
                      <a:lnTo>
                        <a:pt x="21" y="53"/>
                      </a:lnTo>
                      <a:lnTo>
                        <a:pt x="19" y="54"/>
                      </a:lnTo>
                      <a:lnTo>
                        <a:pt x="18" y="54"/>
                      </a:lnTo>
                      <a:lnTo>
                        <a:pt x="16" y="56"/>
                      </a:lnTo>
                      <a:lnTo>
                        <a:pt x="15" y="57"/>
                      </a:lnTo>
                      <a:lnTo>
                        <a:pt x="15" y="57"/>
                      </a:lnTo>
                      <a:lnTo>
                        <a:pt x="14" y="56"/>
                      </a:lnTo>
                      <a:lnTo>
                        <a:pt x="14" y="57"/>
                      </a:lnTo>
                      <a:lnTo>
                        <a:pt x="16" y="58"/>
                      </a:lnTo>
                      <a:lnTo>
                        <a:pt x="19" y="58"/>
                      </a:lnTo>
                      <a:lnTo>
                        <a:pt x="19" y="58"/>
                      </a:lnTo>
                      <a:close/>
                      <a:moveTo>
                        <a:pt x="29" y="64"/>
                      </a:moveTo>
                      <a:lnTo>
                        <a:pt x="29" y="64"/>
                      </a:lnTo>
                      <a:lnTo>
                        <a:pt x="30" y="64"/>
                      </a:lnTo>
                      <a:lnTo>
                        <a:pt x="31" y="62"/>
                      </a:lnTo>
                      <a:lnTo>
                        <a:pt x="31" y="60"/>
                      </a:lnTo>
                      <a:lnTo>
                        <a:pt x="31" y="60"/>
                      </a:lnTo>
                      <a:lnTo>
                        <a:pt x="29" y="64"/>
                      </a:lnTo>
                      <a:lnTo>
                        <a:pt x="29" y="64"/>
                      </a:lnTo>
                      <a:close/>
                      <a:moveTo>
                        <a:pt x="21" y="69"/>
                      </a:moveTo>
                      <a:lnTo>
                        <a:pt x="21" y="69"/>
                      </a:lnTo>
                      <a:lnTo>
                        <a:pt x="23" y="71"/>
                      </a:lnTo>
                      <a:lnTo>
                        <a:pt x="23" y="71"/>
                      </a:lnTo>
                      <a:lnTo>
                        <a:pt x="25" y="69"/>
                      </a:lnTo>
                      <a:lnTo>
                        <a:pt x="25" y="68"/>
                      </a:lnTo>
                      <a:lnTo>
                        <a:pt x="25" y="68"/>
                      </a:lnTo>
                      <a:lnTo>
                        <a:pt x="25" y="68"/>
                      </a:lnTo>
                      <a:lnTo>
                        <a:pt x="22" y="68"/>
                      </a:lnTo>
                      <a:lnTo>
                        <a:pt x="21" y="69"/>
                      </a:lnTo>
                      <a:lnTo>
                        <a:pt x="21" y="69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9525">
                  <a:noFill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40" name="文本框 39"/>
            <p:cNvSpPr txBox="1"/>
            <p:nvPr/>
          </p:nvSpPr>
          <p:spPr>
            <a:xfrm>
              <a:off x="3448" y="4531"/>
              <a:ext cx="3363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b="1">
                  <a:solidFill>
                    <a:schemeClr val="bg1"/>
                  </a:solidFill>
                </a:rPr>
                <a:t>对话系统</a:t>
              </a:r>
              <a:endParaRPr lang="zh-CN" altLang="en-US" b="1">
                <a:solidFill>
                  <a:schemeClr val="bg1"/>
                </a:solidFill>
              </a:endParaRPr>
            </a:p>
            <a:p>
              <a:r>
                <a:rPr lang="zh-CN" altLang="en-US" b="1">
                  <a:solidFill>
                    <a:schemeClr val="bg1"/>
                  </a:solidFill>
                </a:rPr>
                <a:t>实现剧情讲述</a:t>
              </a:r>
              <a:endParaRPr lang="zh-CN" altLang="en-US" b="1">
                <a:solidFill>
                  <a:schemeClr val="bg1"/>
                </a:solidFill>
              </a:endParaRPr>
            </a:p>
          </p:txBody>
        </p:sp>
      </p:grpSp>
      <p:sp>
        <p:nvSpPr>
          <p:cNvPr id="41" name="文本框 40"/>
          <p:cNvSpPr txBox="1"/>
          <p:nvPr/>
        </p:nvSpPr>
        <p:spPr>
          <a:xfrm>
            <a:off x="6948170" y="2472055"/>
            <a:ext cx="19888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None/>
            </a:pPr>
            <a:r>
              <a:rPr lang="zh-CN" altLang="en-US" b="1">
                <a:solidFill>
                  <a:schemeClr val="bg1"/>
                </a:solidFill>
              </a:rPr>
              <a:t>多个</a:t>
            </a:r>
            <a:r>
              <a:rPr lang="zh-CN" altLang="en-US" b="1">
                <a:solidFill>
                  <a:schemeClr val="bg1"/>
                </a:solidFill>
              </a:rPr>
              <a:t>选项</a:t>
            </a:r>
            <a:endParaRPr lang="zh-CN" altLang="en-US" b="1">
              <a:solidFill>
                <a:schemeClr val="bg1"/>
              </a:solidFill>
            </a:endParaRPr>
          </a:p>
          <a:p>
            <a:pPr algn="l">
              <a:buClrTx/>
              <a:buSzTx/>
              <a:buNone/>
            </a:pPr>
            <a:r>
              <a:rPr lang="zh-CN" altLang="en-US" b="1">
                <a:solidFill>
                  <a:schemeClr val="bg1"/>
                </a:solidFill>
              </a:rPr>
              <a:t>走向不同</a:t>
            </a:r>
            <a:r>
              <a:rPr lang="zh-CN" altLang="en-US" b="1">
                <a:solidFill>
                  <a:schemeClr val="bg1"/>
                </a:solidFill>
              </a:rPr>
              <a:t>结果</a:t>
            </a:r>
            <a:endParaRPr lang="en-US" altLang="zh-CN" b="1">
              <a:solidFill>
                <a:schemeClr val="bg1"/>
              </a:solidFill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335405" y="3696335"/>
            <a:ext cx="21355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bg1"/>
                </a:solidFill>
              </a:rPr>
              <a:t>场景切换</a:t>
            </a:r>
            <a:endParaRPr lang="zh-CN" altLang="en-US" b="1">
              <a:solidFill>
                <a:schemeClr val="bg1"/>
              </a:solidFill>
            </a:endParaRPr>
          </a:p>
          <a:p>
            <a:r>
              <a:rPr lang="zh-CN" altLang="en-US" b="1">
                <a:solidFill>
                  <a:schemeClr val="bg1"/>
                </a:solidFill>
              </a:rPr>
              <a:t>实现剧情推动</a:t>
            </a:r>
            <a:endParaRPr lang="zh-CN" altLang="en-US" b="1">
              <a:solidFill>
                <a:schemeClr val="bg1"/>
              </a:solidFill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1312545" y="2446020"/>
            <a:ext cx="21355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bg1"/>
                </a:solidFill>
              </a:rPr>
              <a:t>界面菜单</a:t>
            </a:r>
            <a:endParaRPr lang="zh-CN" altLang="en-US" b="1">
              <a:solidFill>
                <a:schemeClr val="bg1"/>
              </a:solidFill>
            </a:endParaRPr>
          </a:p>
          <a:p>
            <a:r>
              <a:rPr lang="zh-CN" altLang="en-US" b="1">
                <a:solidFill>
                  <a:schemeClr val="bg1"/>
                </a:solidFill>
              </a:rPr>
              <a:t>实现关卡选择</a:t>
            </a:r>
            <a:endParaRPr lang="zh-CN" altLang="en-US" b="1">
              <a:solidFill>
                <a:schemeClr val="bg1"/>
              </a:solidFill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4226560" y="3662680"/>
            <a:ext cx="21355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bg1"/>
                </a:solidFill>
              </a:rPr>
              <a:t>物件触发</a:t>
            </a:r>
            <a:endParaRPr lang="zh-CN" altLang="en-US" b="1">
              <a:solidFill>
                <a:schemeClr val="bg1"/>
              </a:solidFill>
            </a:endParaRPr>
          </a:p>
          <a:p>
            <a:r>
              <a:rPr lang="zh-CN" altLang="en-US" b="1">
                <a:solidFill>
                  <a:schemeClr val="bg1"/>
                </a:solidFill>
              </a:rPr>
              <a:t>展示解谜线索</a:t>
            </a:r>
            <a:endParaRPr lang="zh-CN" altLang="en-US" b="1">
              <a:solidFill>
                <a:schemeClr val="bg1"/>
              </a:solidFill>
            </a:endParaRPr>
          </a:p>
        </p:txBody>
      </p:sp>
      <p:grpSp>
        <p:nvGrpSpPr>
          <p:cNvPr id="46" name="组合 45"/>
          <p:cNvGrpSpPr/>
          <p:nvPr/>
        </p:nvGrpSpPr>
        <p:grpSpPr>
          <a:xfrm>
            <a:off x="684530" y="3758565"/>
            <a:ext cx="526415" cy="536575"/>
            <a:chOff x="3655" y="5295"/>
            <a:chExt cx="1238" cy="1238"/>
          </a:xfrm>
        </p:grpSpPr>
        <p:sp>
          <p:nvSpPr>
            <p:cNvPr id="47" name="Freeform 86"/>
            <p:cNvSpPr>
              <a:spLocks noEditPoints="1"/>
            </p:cNvSpPr>
            <p:nvPr/>
          </p:nvSpPr>
          <p:spPr bwMode="auto">
            <a:xfrm>
              <a:off x="3655" y="5295"/>
              <a:ext cx="1238" cy="1238"/>
            </a:xfrm>
            <a:custGeom>
              <a:avLst/>
              <a:gdLst/>
              <a:ahLst/>
              <a:cxnLst>
                <a:cxn ang="0">
                  <a:pos x="303" y="104"/>
                </a:cxn>
                <a:cxn ang="0">
                  <a:pos x="288" y="65"/>
                </a:cxn>
                <a:cxn ang="0">
                  <a:pos x="259" y="35"/>
                </a:cxn>
                <a:cxn ang="0">
                  <a:pos x="223" y="13"/>
                </a:cxn>
                <a:cxn ang="0">
                  <a:pos x="182" y="2"/>
                </a:cxn>
                <a:cxn ang="0">
                  <a:pos x="141" y="2"/>
                </a:cxn>
                <a:cxn ang="0">
                  <a:pos x="113" y="9"/>
                </a:cxn>
                <a:cxn ang="0">
                  <a:pos x="72" y="29"/>
                </a:cxn>
                <a:cxn ang="0">
                  <a:pos x="36" y="61"/>
                </a:cxn>
                <a:cxn ang="0">
                  <a:pos x="11" y="98"/>
                </a:cxn>
                <a:cxn ang="0">
                  <a:pos x="0" y="141"/>
                </a:cxn>
                <a:cxn ang="0">
                  <a:pos x="4" y="171"/>
                </a:cxn>
                <a:cxn ang="0">
                  <a:pos x="28" y="208"/>
                </a:cxn>
                <a:cxn ang="0">
                  <a:pos x="65" y="237"/>
                </a:cxn>
                <a:cxn ang="0">
                  <a:pos x="93" y="250"/>
                </a:cxn>
                <a:cxn ang="0">
                  <a:pos x="141" y="256"/>
                </a:cxn>
                <a:cxn ang="0">
                  <a:pos x="167" y="261"/>
                </a:cxn>
                <a:cxn ang="0">
                  <a:pos x="168" y="262"/>
                </a:cxn>
                <a:cxn ang="0">
                  <a:pos x="190" y="265"/>
                </a:cxn>
                <a:cxn ang="0">
                  <a:pos x="225" y="252"/>
                </a:cxn>
                <a:cxn ang="0">
                  <a:pos x="255" y="233"/>
                </a:cxn>
                <a:cxn ang="0">
                  <a:pos x="285" y="196"/>
                </a:cxn>
                <a:cxn ang="0">
                  <a:pos x="303" y="150"/>
                </a:cxn>
                <a:cxn ang="0">
                  <a:pos x="306" y="119"/>
                </a:cxn>
                <a:cxn ang="0">
                  <a:pos x="266" y="212"/>
                </a:cxn>
                <a:cxn ang="0">
                  <a:pos x="240" y="237"/>
                </a:cxn>
                <a:cxn ang="0">
                  <a:pos x="207" y="254"/>
                </a:cxn>
                <a:cxn ang="0">
                  <a:pos x="203" y="254"/>
                </a:cxn>
                <a:cxn ang="0">
                  <a:pos x="211" y="248"/>
                </a:cxn>
                <a:cxn ang="0">
                  <a:pos x="208" y="245"/>
                </a:cxn>
                <a:cxn ang="0">
                  <a:pos x="196" y="251"/>
                </a:cxn>
                <a:cxn ang="0">
                  <a:pos x="150" y="250"/>
                </a:cxn>
                <a:cxn ang="0">
                  <a:pos x="128" y="247"/>
                </a:cxn>
                <a:cxn ang="0">
                  <a:pos x="97" y="241"/>
                </a:cxn>
                <a:cxn ang="0">
                  <a:pos x="65" y="226"/>
                </a:cxn>
                <a:cxn ang="0">
                  <a:pos x="29" y="197"/>
                </a:cxn>
                <a:cxn ang="0">
                  <a:pos x="13" y="174"/>
                </a:cxn>
                <a:cxn ang="0">
                  <a:pos x="7" y="149"/>
                </a:cxn>
                <a:cxn ang="0">
                  <a:pos x="13" y="115"/>
                </a:cxn>
                <a:cxn ang="0">
                  <a:pos x="39" y="69"/>
                </a:cxn>
                <a:cxn ang="0">
                  <a:pos x="59" y="47"/>
                </a:cxn>
                <a:cxn ang="0">
                  <a:pos x="97" y="22"/>
                </a:cxn>
                <a:cxn ang="0">
                  <a:pos x="139" y="9"/>
                </a:cxn>
                <a:cxn ang="0">
                  <a:pos x="161" y="7"/>
                </a:cxn>
                <a:cxn ang="0">
                  <a:pos x="193" y="11"/>
                </a:cxn>
                <a:cxn ang="0">
                  <a:pos x="244" y="35"/>
                </a:cxn>
                <a:cxn ang="0">
                  <a:pos x="269" y="55"/>
                </a:cxn>
                <a:cxn ang="0">
                  <a:pos x="287" y="83"/>
                </a:cxn>
                <a:cxn ang="0">
                  <a:pos x="296" y="115"/>
                </a:cxn>
                <a:cxn ang="0">
                  <a:pos x="292" y="160"/>
                </a:cxn>
                <a:cxn ang="0">
                  <a:pos x="273" y="204"/>
                </a:cxn>
              </a:cxnLst>
              <a:rect l="0" t="0" r="r" b="b"/>
              <a:pathLst>
                <a:path w="306" h="265">
                  <a:moveTo>
                    <a:pt x="306" y="119"/>
                  </a:moveTo>
                  <a:lnTo>
                    <a:pt x="306" y="119"/>
                  </a:lnTo>
                  <a:lnTo>
                    <a:pt x="303" y="104"/>
                  </a:lnTo>
                  <a:lnTo>
                    <a:pt x="299" y="90"/>
                  </a:lnTo>
                  <a:lnTo>
                    <a:pt x="295" y="78"/>
                  </a:lnTo>
                  <a:lnTo>
                    <a:pt x="288" y="65"/>
                  </a:lnTo>
                  <a:lnTo>
                    <a:pt x="280" y="54"/>
                  </a:lnTo>
                  <a:lnTo>
                    <a:pt x="270" y="44"/>
                  </a:lnTo>
                  <a:lnTo>
                    <a:pt x="259" y="35"/>
                  </a:lnTo>
                  <a:lnTo>
                    <a:pt x="248" y="27"/>
                  </a:lnTo>
                  <a:lnTo>
                    <a:pt x="236" y="20"/>
                  </a:lnTo>
                  <a:lnTo>
                    <a:pt x="223" y="13"/>
                  </a:lnTo>
                  <a:lnTo>
                    <a:pt x="209" y="9"/>
                  </a:lnTo>
                  <a:lnTo>
                    <a:pt x="196" y="5"/>
                  </a:lnTo>
                  <a:lnTo>
                    <a:pt x="182" y="2"/>
                  </a:lnTo>
                  <a:lnTo>
                    <a:pt x="168" y="0"/>
                  </a:lnTo>
                  <a:lnTo>
                    <a:pt x="154" y="0"/>
                  </a:lnTo>
                  <a:lnTo>
                    <a:pt x="141" y="2"/>
                  </a:lnTo>
                  <a:lnTo>
                    <a:pt x="141" y="2"/>
                  </a:lnTo>
                  <a:lnTo>
                    <a:pt x="127" y="5"/>
                  </a:lnTo>
                  <a:lnTo>
                    <a:pt x="113" y="9"/>
                  </a:lnTo>
                  <a:lnTo>
                    <a:pt x="99" y="14"/>
                  </a:lnTo>
                  <a:lnTo>
                    <a:pt x="86" y="21"/>
                  </a:lnTo>
                  <a:lnTo>
                    <a:pt x="72" y="29"/>
                  </a:lnTo>
                  <a:lnTo>
                    <a:pt x="59" y="39"/>
                  </a:lnTo>
                  <a:lnTo>
                    <a:pt x="47" y="49"/>
                  </a:lnTo>
                  <a:lnTo>
                    <a:pt x="36" y="61"/>
                  </a:lnTo>
                  <a:lnTo>
                    <a:pt x="26" y="72"/>
                  </a:lnTo>
                  <a:lnTo>
                    <a:pt x="18" y="86"/>
                  </a:lnTo>
                  <a:lnTo>
                    <a:pt x="11" y="98"/>
                  </a:lnTo>
                  <a:lnTo>
                    <a:pt x="6" y="113"/>
                  </a:lnTo>
                  <a:lnTo>
                    <a:pt x="2" y="127"/>
                  </a:lnTo>
                  <a:lnTo>
                    <a:pt x="0" y="141"/>
                  </a:lnTo>
                  <a:lnTo>
                    <a:pt x="0" y="156"/>
                  </a:lnTo>
                  <a:lnTo>
                    <a:pt x="4" y="171"/>
                  </a:lnTo>
                  <a:lnTo>
                    <a:pt x="4" y="171"/>
                  </a:lnTo>
                  <a:lnTo>
                    <a:pt x="10" y="184"/>
                  </a:lnTo>
                  <a:lnTo>
                    <a:pt x="17" y="196"/>
                  </a:lnTo>
                  <a:lnTo>
                    <a:pt x="28" y="208"/>
                  </a:lnTo>
                  <a:lnTo>
                    <a:pt x="39" y="219"/>
                  </a:lnTo>
                  <a:lnTo>
                    <a:pt x="51" y="229"/>
                  </a:lnTo>
                  <a:lnTo>
                    <a:pt x="65" y="237"/>
                  </a:lnTo>
                  <a:lnTo>
                    <a:pt x="79" y="244"/>
                  </a:lnTo>
                  <a:lnTo>
                    <a:pt x="93" y="250"/>
                  </a:lnTo>
                  <a:lnTo>
                    <a:pt x="93" y="250"/>
                  </a:lnTo>
                  <a:lnTo>
                    <a:pt x="108" y="252"/>
                  </a:lnTo>
                  <a:lnTo>
                    <a:pt x="124" y="255"/>
                  </a:lnTo>
                  <a:lnTo>
                    <a:pt x="141" y="256"/>
                  </a:lnTo>
                  <a:lnTo>
                    <a:pt x="156" y="259"/>
                  </a:lnTo>
                  <a:lnTo>
                    <a:pt x="156" y="259"/>
                  </a:lnTo>
                  <a:lnTo>
                    <a:pt x="167" y="261"/>
                  </a:lnTo>
                  <a:lnTo>
                    <a:pt x="167" y="261"/>
                  </a:lnTo>
                  <a:lnTo>
                    <a:pt x="167" y="262"/>
                  </a:lnTo>
                  <a:lnTo>
                    <a:pt x="168" y="262"/>
                  </a:lnTo>
                  <a:lnTo>
                    <a:pt x="168" y="262"/>
                  </a:lnTo>
                  <a:lnTo>
                    <a:pt x="179" y="265"/>
                  </a:lnTo>
                  <a:lnTo>
                    <a:pt x="190" y="265"/>
                  </a:lnTo>
                  <a:lnTo>
                    <a:pt x="203" y="262"/>
                  </a:lnTo>
                  <a:lnTo>
                    <a:pt x="214" y="258"/>
                  </a:lnTo>
                  <a:lnTo>
                    <a:pt x="225" y="252"/>
                  </a:lnTo>
                  <a:lnTo>
                    <a:pt x="236" y="247"/>
                  </a:lnTo>
                  <a:lnTo>
                    <a:pt x="255" y="233"/>
                  </a:lnTo>
                  <a:lnTo>
                    <a:pt x="255" y="233"/>
                  </a:lnTo>
                  <a:lnTo>
                    <a:pt x="266" y="222"/>
                  </a:lnTo>
                  <a:lnTo>
                    <a:pt x="277" y="210"/>
                  </a:lnTo>
                  <a:lnTo>
                    <a:pt x="285" y="196"/>
                  </a:lnTo>
                  <a:lnTo>
                    <a:pt x="293" y="182"/>
                  </a:lnTo>
                  <a:lnTo>
                    <a:pt x="299" y="166"/>
                  </a:lnTo>
                  <a:lnTo>
                    <a:pt x="303" y="150"/>
                  </a:lnTo>
                  <a:lnTo>
                    <a:pt x="306" y="134"/>
                  </a:lnTo>
                  <a:lnTo>
                    <a:pt x="306" y="119"/>
                  </a:lnTo>
                  <a:lnTo>
                    <a:pt x="306" y="119"/>
                  </a:lnTo>
                  <a:close/>
                  <a:moveTo>
                    <a:pt x="273" y="204"/>
                  </a:moveTo>
                  <a:lnTo>
                    <a:pt x="273" y="204"/>
                  </a:lnTo>
                  <a:lnTo>
                    <a:pt x="266" y="212"/>
                  </a:lnTo>
                  <a:lnTo>
                    <a:pt x="259" y="221"/>
                  </a:lnTo>
                  <a:lnTo>
                    <a:pt x="249" y="229"/>
                  </a:lnTo>
                  <a:lnTo>
                    <a:pt x="240" y="237"/>
                  </a:lnTo>
                  <a:lnTo>
                    <a:pt x="229" y="244"/>
                  </a:lnTo>
                  <a:lnTo>
                    <a:pt x="218" y="250"/>
                  </a:lnTo>
                  <a:lnTo>
                    <a:pt x="207" y="254"/>
                  </a:lnTo>
                  <a:lnTo>
                    <a:pt x="196" y="256"/>
                  </a:lnTo>
                  <a:lnTo>
                    <a:pt x="196" y="256"/>
                  </a:lnTo>
                  <a:lnTo>
                    <a:pt x="203" y="254"/>
                  </a:lnTo>
                  <a:lnTo>
                    <a:pt x="209" y="250"/>
                  </a:lnTo>
                  <a:lnTo>
                    <a:pt x="209" y="250"/>
                  </a:lnTo>
                  <a:lnTo>
                    <a:pt x="211" y="248"/>
                  </a:lnTo>
                  <a:lnTo>
                    <a:pt x="211" y="247"/>
                  </a:lnTo>
                  <a:lnTo>
                    <a:pt x="209" y="245"/>
                  </a:lnTo>
                  <a:lnTo>
                    <a:pt x="208" y="245"/>
                  </a:lnTo>
                  <a:lnTo>
                    <a:pt x="208" y="245"/>
                  </a:lnTo>
                  <a:lnTo>
                    <a:pt x="203" y="248"/>
                  </a:lnTo>
                  <a:lnTo>
                    <a:pt x="196" y="251"/>
                  </a:lnTo>
                  <a:lnTo>
                    <a:pt x="179" y="252"/>
                  </a:lnTo>
                  <a:lnTo>
                    <a:pt x="163" y="252"/>
                  </a:lnTo>
                  <a:lnTo>
                    <a:pt x="150" y="250"/>
                  </a:lnTo>
                  <a:lnTo>
                    <a:pt x="150" y="250"/>
                  </a:lnTo>
                  <a:lnTo>
                    <a:pt x="139" y="248"/>
                  </a:lnTo>
                  <a:lnTo>
                    <a:pt x="128" y="247"/>
                  </a:lnTo>
                  <a:lnTo>
                    <a:pt x="108" y="244"/>
                  </a:lnTo>
                  <a:lnTo>
                    <a:pt x="108" y="244"/>
                  </a:lnTo>
                  <a:lnTo>
                    <a:pt x="97" y="241"/>
                  </a:lnTo>
                  <a:lnTo>
                    <a:pt x="86" y="239"/>
                  </a:lnTo>
                  <a:lnTo>
                    <a:pt x="75" y="233"/>
                  </a:lnTo>
                  <a:lnTo>
                    <a:pt x="65" y="226"/>
                  </a:lnTo>
                  <a:lnTo>
                    <a:pt x="47" y="212"/>
                  </a:lnTo>
                  <a:lnTo>
                    <a:pt x="29" y="197"/>
                  </a:lnTo>
                  <a:lnTo>
                    <a:pt x="29" y="197"/>
                  </a:lnTo>
                  <a:lnTo>
                    <a:pt x="22" y="190"/>
                  </a:lnTo>
                  <a:lnTo>
                    <a:pt x="17" y="182"/>
                  </a:lnTo>
                  <a:lnTo>
                    <a:pt x="13" y="174"/>
                  </a:lnTo>
                  <a:lnTo>
                    <a:pt x="10" y="167"/>
                  </a:lnTo>
                  <a:lnTo>
                    <a:pt x="7" y="159"/>
                  </a:lnTo>
                  <a:lnTo>
                    <a:pt x="7" y="149"/>
                  </a:lnTo>
                  <a:lnTo>
                    <a:pt x="7" y="141"/>
                  </a:lnTo>
                  <a:lnTo>
                    <a:pt x="9" y="133"/>
                  </a:lnTo>
                  <a:lnTo>
                    <a:pt x="13" y="115"/>
                  </a:lnTo>
                  <a:lnTo>
                    <a:pt x="20" y="98"/>
                  </a:lnTo>
                  <a:lnTo>
                    <a:pt x="29" y="83"/>
                  </a:lnTo>
                  <a:lnTo>
                    <a:pt x="39" y="69"/>
                  </a:lnTo>
                  <a:lnTo>
                    <a:pt x="39" y="69"/>
                  </a:lnTo>
                  <a:lnTo>
                    <a:pt x="48" y="58"/>
                  </a:lnTo>
                  <a:lnTo>
                    <a:pt x="59" y="47"/>
                  </a:lnTo>
                  <a:lnTo>
                    <a:pt x="72" y="39"/>
                  </a:lnTo>
                  <a:lnTo>
                    <a:pt x="84" y="31"/>
                  </a:lnTo>
                  <a:lnTo>
                    <a:pt x="97" y="22"/>
                  </a:lnTo>
                  <a:lnTo>
                    <a:pt x="110" y="17"/>
                  </a:lnTo>
                  <a:lnTo>
                    <a:pt x="124" y="13"/>
                  </a:lnTo>
                  <a:lnTo>
                    <a:pt x="139" y="9"/>
                  </a:lnTo>
                  <a:lnTo>
                    <a:pt x="139" y="9"/>
                  </a:lnTo>
                  <a:lnTo>
                    <a:pt x="150" y="7"/>
                  </a:lnTo>
                  <a:lnTo>
                    <a:pt x="161" y="7"/>
                  </a:lnTo>
                  <a:lnTo>
                    <a:pt x="172" y="7"/>
                  </a:lnTo>
                  <a:lnTo>
                    <a:pt x="183" y="9"/>
                  </a:lnTo>
                  <a:lnTo>
                    <a:pt x="193" y="11"/>
                  </a:lnTo>
                  <a:lnTo>
                    <a:pt x="204" y="14"/>
                  </a:lnTo>
                  <a:lnTo>
                    <a:pt x="225" y="22"/>
                  </a:lnTo>
                  <a:lnTo>
                    <a:pt x="244" y="35"/>
                  </a:lnTo>
                  <a:lnTo>
                    <a:pt x="252" y="40"/>
                  </a:lnTo>
                  <a:lnTo>
                    <a:pt x="260" y="49"/>
                  </a:lnTo>
                  <a:lnTo>
                    <a:pt x="269" y="55"/>
                  </a:lnTo>
                  <a:lnTo>
                    <a:pt x="276" y="65"/>
                  </a:lnTo>
                  <a:lnTo>
                    <a:pt x="281" y="73"/>
                  </a:lnTo>
                  <a:lnTo>
                    <a:pt x="287" y="83"/>
                  </a:lnTo>
                  <a:lnTo>
                    <a:pt x="287" y="83"/>
                  </a:lnTo>
                  <a:lnTo>
                    <a:pt x="293" y="98"/>
                  </a:lnTo>
                  <a:lnTo>
                    <a:pt x="296" y="115"/>
                  </a:lnTo>
                  <a:lnTo>
                    <a:pt x="298" y="130"/>
                  </a:lnTo>
                  <a:lnTo>
                    <a:pt x="296" y="145"/>
                  </a:lnTo>
                  <a:lnTo>
                    <a:pt x="292" y="160"/>
                  </a:lnTo>
                  <a:lnTo>
                    <a:pt x="288" y="175"/>
                  </a:lnTo>
                  <a:lnTo>
                    <a:pt x="281" y="189"/>
                  </a:lnTo>
                  <a:lnTo>
                    <a:pt x="273" y="204"/>
                  </a:lnTo>
                  <a:lnTo>
                    <a:pt x="273" y="204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grpSp>
          <p:nvGrpSpPr>
            <p:cNvPr id="48" name="组合 47"/>
            <p:cNvGrpSpPr/>
            <p:nvPr/>
          </p:nvGrpSpPr>
          <p:grpSpPr>
            <a:xfrm>
              <a:off x="3918" y="5387"/>
              <a:ext cx="776" cy="1018"/>
              <a:chOff x="5286380" y="2852739"/>
              <a:chExt cx="203200" cy="382588"/>
            </a:xfrm>
          </p:grpSpPr>
          <p:sp>
            <p:nvSpPr>
              <p:cNvPr id="49" name="Freeform 4219"/>
              <p:cNvSpPr/>
              <p:nvPr/>
            </p:nvSpPr>
            <p:spPr bwMode="auto">
              <a:xfrm>
                <a:off x="5381630" y="2867026"/>
                <a:ext cx="17463" cy="26988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8" y="0"/>
                  </a:cxn>
                  <a:cxn ang="0">
                    <a:pos x="10" y="2"/>
                  </a:cxn>
                  <a:cxn ang="0">
                    <a:pos x="11" y="4"/>
                  </a:cxn>
                  <a:cxn ang="0">
                    <a:pos x="10" y="11"/>
                  </a:cxn>
                  <a:cxn ang="0">
                    <a:pos x="8" y="14"/>
                  </a:cxn>
                  <a:cxn ang="0">
                    <a:pos x="6" y="15"/>
                  </a:cxn>
                  <a:cxn ang="0">
                    <a:pos x="4" y="17"/>
                  </a:cxn>
                  <a:cxn ang="0">
                    <a:pos x="2" y="15"/>
                  </a:cxn>
                  <a:cxn ang="0">
                    <a:pos x="2" y="15"/>
                  </a:cxn>
                  <a:cxn ang="0">
                    <a:pos x="0" y="13"/>
                  </a:cxn>
                  <a:cxn ang="0">
                    <a:pos x="0" y="7"/>
                  </a:cxn>
                  <a:cxn ang="0">
                    <a:pos x="0" y="7"/>
                  </a:cxn>
                  <a:cxn ang="0">
                    <a:pos x="2" y="6"/>
                  </a:cxn>
                  <a:cxn ang="0">
                    <a:pos x="3" y="6"/>
                  </a:cxn>
                  <a:cxn ang="0">
                    <a:pos x="3" y="6"/>
                  </a:cxn>
                  <a:cxn ang="0">
                    <a:pos x="2" y="7"/>
                  </a:cxn>
                  <a:cxn ang="0">
                    <a:pos x="2" y="10"/>
                  </a:cxn>
                  <a:cxn ang="0">
                    <a:pos x="2" y="13"/>
                  </a:cxn>
                  <a:cxn ang="0">
                    <a:pos x="3" y="14"/>
                  </a:cxn>
                  <a:cxn ang="0">
                    <a:pos x="3" y="14"/>
                  </a:cxn>
                  <a:cxn ang="0">
                    <a:pos x="6" y="14"/>
                  </a:cxn>
                  <a:cxn ang="0">
                    <a:pos x="7" y="13"/>
                  </a:cxn>
                  <a:cxn ang="0">
                    <a:pos x="8" y="8"/>
                  </a:cxn>
                  <a:cxn ang="0">
                    <a:pos x="8" y="0"/>
                  </a:cxn>
                  <a:cxn ang="0">
                    <a:pos x="8" y="0"/>
                  </a:cxn>
                </a:cxnLst>
                <a:rect l="0" t="0" r="r" b="b"/>
                <a:pathLst>
                  <a:path w="11" h="17">
                    <a:moveTo>
                      <a:pt x="8" y="0"/>
                    </a:moveTo>
                    <a:lnTo>
                      <a:pt x="8" y="0"/>
                    </a:lnTo>
                    <a:lnTo>
                      <a:pt x="10" y="2"/>
                    </a:lnTo>
                    <a:lnTo>
                      <a:pt x="11" y="4"/>
                    </a:lnTo>
                    <a:lnTo>
                      <a:pt x="10" y="11"/>
                    </a:lnTo>
                    <a:lnTo>
                      <a:pt x="8" y="14"/>
                    </a:lnTo>
                    <a:lnTo>
                      <a:pt x="6" y="15"/>
                    </a:lnTo>
                    <a:lnTo>
                      <a:pt x="4" y="17"/>
                    </a:lnTo>
                    <a:lnTo>
                      <a:pt x="2" y="15"/>
                    </a:lnTo>
                    <a:lnTo>
                      <a:pt x="2" y="15"/>
                    </a:lnTo>
                    <a:lnTo>
                      <a:pt x="0" y="13"/>
                    </a:lnTo>
                    <a:lnTo>
                      <a:pt x="0" y="7"/>
                    </a:lnTo>
                    <a:lnTo>
                      <a:pt x="0" y="7"/>
                    </a:lnTo>
                    <a:lnTo>
                      <a:pt x="2" y="6"/>
                    </a:lnTo>
                    <a:lnTo>
                      <a:pt x="3" y="6"/>
                    </a:lnTo>
                    <a:lnTo>
                      <a:pt x="3" y="6"/>
                    </a:lnTo>
                    <a:lnTo>
                      <a:pt x="2" y="7"/>
                    </a:lnTo>
                    <a:lnTo>
                      <a:pt x="2" y="10"/>
                    </a:lnTo>
                    <a:lnTo>
                      <a:pt x="2" y="13"/>
                    </a:lnTo>
                    <a:lnTo>
                      <a:pt x="3" y="14"/>
                    </a:lnTo>
                    <a:lnTo>
                      <a:pt x="3" y="14"/>
                    </a:lnTo>
                    <a:lnTo>
                      <a:pt x="6" y="14"/>
                    </a:lnTo>
                    <a:lnTo>
                      <a:pt x="7" y="13"/>
                    </a:lnTo>
                    <a:lnTo>
                      <a:pt x="8" y="8"/>
                    </a:lnTo>
                    <a:lnTo>
                      <a:pt x="8" y="0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50" name="Freeform 4220"/>
              <p:cNvSpPr/>
              <p:nvPr/>
            </p:nvSpPr>
            <p:spPr bwMode="auto">
              <a:xfrm>
                <a:off x="5400680" y="2981326"/>
                <a:ext cx="4763" cy="22225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2" y="0"/>
                  </a:cxn>
                  <a:cxn ang="0">
                    <a:pos x="3" y="6"/>
                  </a:cxn>
                  <a:cxn ang="0">
                    <a:pos x="3" y="10"/>
                  </a:cxn>
                  <a:cxn ang="0">
                    <a:pos x="2" y="14"/>
                  </a:cxn>
                  <a:cxn ang="0">
                    <a:pos x="2" y="14"/>
                  </a:cxn>
                  <a:cxn ang="0">
                    <a:pos x="0" y="11"/>
                  </a:cxn>
                  <a:cxn ang="0">
                    <a:pos x="0" y="7"/>
                  </a:cxn>
                  <a:cxn ang="0">
                    <a:pos x="2" y="0"/>
                  </a:cxn>
                  <a:cxn ang="0">
                    <a:pos x="2" y="0"/>
                  </a:cxn>
                </a:cxnLst>
                <a:rect l="0" t="0" r="r" b="b"/>
                <a:pathLst>
                  <a:path w="3" h="14">
                    <a:moveTo>
                      <a:pt x="2" y="0"/>
                    </a:moveTo>
                    <a:lnTo>
                      <a:pt x="2" y="0"/>
                    </a:lnTo>
                    <a:lnTo>
                      <a:pt x="3" y="6"/>
                    </a:lnTo>
                    <a:lnTo>
                      <a:pt x="3" y="10"/>
                    </a:lnTo>
                    <a:lnTo>
                      <a:pt x="2" y="14"/>
                    </a:lnTo>
                    <a:lnTo>
                      <a:pt x="2" y="14"/>
                    </a:lnTo>
                    <a:lnTo>
                      <a:pt x="0" y="11"/>
                    </a:lnTo>
                    <a:lnTo>
                      <a:pt x="0" y="7"/>
                    </a:lnTo>
                    <a:lnTo>
                      <a:pt x="2" y="0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51" name="Freeform 4221"/>
              <p:cNvSpPr>
                <a:spLocks noEditPoints="1"/>
              </p:cNvSpPr>
              <p:nvPr/>
            </p:nvSpPr>
            <p:spPr bwMode="auto">
              <a:xfrm>
                <a:off x="5286380" y="2852739"/>
                <a:ext cx="203200" cy="382588"/>
              </a:xfrm>
              <a:custGeom>
                <a:avLst/>
                <a:gdLst/>
                <a:ahLst/>
                <a:cxnLst>
                  <a:cxn ang="0">
                    <a:pos x="78" y="52"/>
                  </a:cxn>
                  <a:cxn ang="0">
                    <a:pos x="91" y="68"/>
                  </a:cxn>
                  <a:cxn ang="0">
                    <a:pos x="104" y="96"/>
                  </a:cxn>
                  <a:cxn ang="0">
                    <a:pos x="125" y="120"/>
                  </a:cxn>
                  <a:cxn ang="0">
                    <a:pos x="121" y="223"/>
                  </a:cxn>
                  <a:cxn ang="0">
                    <a:pos x="34" y="238"/>
                  </a:cxn>
                  <a:cxn ang="0">
                    <a:pos x="2" y="212"/>
                  </a:cxn>
                  <a:cxn ang="0">
                    <a:pos x="3" y="120"/>
                  </a:cxn>
                  <a:cxn ang="0">
                    <a:pos x="18" y="94"/>
                  </a:cxn>
                  <a:cxn ang="0">
                    <a:pos x="37" y="64"/>
                  </a:cxn>
                  <a:cxn ang="0">
                    <a:pos x="51" y="45"/>
                  </a:cxn>
                  <a:cxn ang="0">
                    <a:pos x="60" y="4"/>
                  </a:cxn>
                  <a:cxn ang="0">
                    <a:pos x="72" y="9"/>
                  </a:cxn>
                  <a:cxn ang="0">
                    <a:pos x="53" y="27"/>
                  </a:cxn>
                  <a:cxn ang="0">
                    <a:pos x="68" y="32"/>
                  </a:cxn>
                  <a:cxn ang="0">
                    <a:pos x="51" y="34"/>
                  </a:cxn>
                  <a:cxn ang="0">
                    <a:pos x="75" y="30"/>
                  </a:cxn>
                  <a:cxn ang="0">
                    <a:pos x="82" y="37"/>
                  </a:cxn>
                  <a:cxn ang="0">
                    <a:pos x="49" y="41"/>
                  </a:cxn>
                  <a:cxn ang="0">
                    <a:pos x="68" y="52"/>
                  </a:cxn>
                  <a:cxn ang="0">
                    <a:pos x="71" y="57"/>
                  </a:cxn>
                  <a:cxn ang="0">
                    <a:pos x="71" y="57"/>
                  </a:cxn>
                  <a:cxn ang="0">
                    <a:pos x="56" y="60"/>
                  </a:cxn>
                  <a:cxn ang="0">
                    <a:pos x="59" y="60"/>
                  </a:cxn>
                  <a:cxn ang="0">
                    <a:pos x="53" y="62"/>
                  </a:cxn>
                  <a:cxn ang="0">
                    <a:pos x="76" y="69"/>
                  </a:cxn>
                  <a:cxn ang="0">
                    <a:pos x="56" y="64"/>
                  </a:cxn>
                  <a:cxn ang="0">
                    <a:pos x="78" y="86"/>
                  </a:cxn>
                  <a:cxn ang="0">
                    <a:pos x="86" y="71"/>
                  </a:cxn>
                  <a:cxn ang="0">
                    <a:pos x="49" y="84"/>
                  </a:cxn>
                  <a:cxn ang="0">
                    <a:pos x="86" y="94"/>
                  </a:cxn>
                  <a:cxn ang="0">
                    <a:pos x="94" y="94"/>
                  </a:cxn>
                  <a:cxn ang="0">
                    <a:pos x="22" y="98"/>
                  </a:cxn>
                  <a:cxn ang="0">
                    <a:pos x="51" y="98"/>
                  </a:cxn>
                  <a:cxn ang="0">
                    <a:pos x="36" y="111"/>
                  </a:cxn>
                  <a:cxn ang="0">
                    <a:pos x="105" y="99"/>
                  </a:cxn>
                  <a:cxn ang="0">
                    <a:pos x="49" y="105"/>
                  </a:cxn>
                  <a:cxn ang="0">
                    <a:pos x="86" y="114"/>
                  </a:cxn>
                  <a:cxn ang="0">
                    <a:pos x="6" y="115"/>
                  </a:cxn>
                  <a:cxn ang="0">
                    <a:pos x="8" y="113"/>
                  </a:cxn>
                  <a:cxn ang="0">
                    <a:pos x="100" y="115"/>
                  </a:cxn>
                  <a:cxn ang="0">
                    <a:pos x="34" y="125"/>
                  </a:cxn>
                  <a:cxn ang="0">
                    <a:pos x="115" y="118"/>
                  </a:cxn>
                  <a:cxn ang="0">
                    <a:pos x="11" y="179"/>
                  </a:cxn>
                  <a:cxn ang="0">
                    <a:pos x="22" y="128"/>
                  </a:cxn>
                  <a:cxn ang="0">
                    <a:pos x="19" y="126"/>
                  </a:cxn>
                  <a:cxn ang="0">
                    <a:pos x="8" y="139"/>
                  </a:cxn>
                  <a:cxn ang="0">
                    <a:pos x="94" y="130"/>
                  </a:cxn>
                  <a:cxn ang="0">
                    <a:pos x="90" y="208"/>
                  </a:cxn>
                  <a:cxn ang="0">
                    <a:pos x="52" y="188"/>
                  </a:cxn>
                  <a:cxn ang="0">
                    <a:pos x="44" y="130"/>
                  </a:cxn>
                  <a:cxn ang="0">
                    <a:pos x="38" y="219"/>
                  </a:cxn>
                  <a:cxn ang="0">
                    <a:pos x="47" y="196"/>
                  </a:cxn>
                  <a:cxn ang="0">
                    <a:pos x="123" y="135"/>
                  </a:cxn>
                  <a:cxn ang="0">
                    <a:pos x="64" y="137"/>
                  </a:cxn>
                  <a:cxn ang="0">
                    <a:pos x="72" y="209"/>
                  </a:cxn>
                  <a:cxn ang="0">
                    <a:pos x="104" y="159"/>
                  </a:cxn>
                  <a:cxn ang="0">
                    <a:pos x="71" y="132"/>
                  </a:cxn>
                  <a:cxn ang="0">
                    <a:pos x="32" y="232"/>
                  </a:cxn>
                  <a:cxn ang="0">
                    <a:pos x="48" y="220"/>
                  </a:cxn>
                  <a:cxn ang="0">
                    <a:pos x="33" y="227"/>
                  </a:cxn>
                  <a:cxn ang="0">
                    <a:pos x="102" y="226"/>
                  </a:cxn>
                  <a:cxn ang="0">
                    <a:pos x="98" y="212"/>
                  </a:cxn>
                </a:cxnLst>
                <a:rect l="0" t="0" r="r" b="b"/>
                <a:pathLst>
                  <a:path w="128" h="241">
                    <a:moveTo>
                      <a:pt x="81" y="24"/>
                    </a:moveTo>
                    <a:lnTo>
                      <a:pt x="81" y="24"/>
                    </a:lnTo>
                    <a:lnTo>
                      <a:pt x="83" y="27"/>
                    </a:lnTo>
                    <a:lnTo>
                      <a:pt x="85" y="30"/>
                    </a:lnTo>
                    <a:lnTo>
                      <a:pt x="85" y="37"/>
                    </a:lnTo>
                    <a:lnTo>
                      <a:pt x="82" y="43"/>
                    </a:lnTo>
                    <a:lnTo>
                      <a:pt x="81" y="45"/>
                    </a:lnTo>
                    <a:lnTo>
                      <a:pt x="78" y="46"/>
                    </a:lnTo>
                    <a:lnTo>
                      <a:pt x="78" y="46"/>
                    </a:lnTo>
                    <a:lnTo>
                      <a:pt x="79" y="49"/>
                    </a:lnTo>
                    <a:lnTo>
                      <a:pt x="78" y="52"/>
                    </a:lnTo>
                    <a:lnTo>
                      <a:pt x="75" y="54"/>
                    </a:lnTo>
                    <a:lnTo>
                      <a:pt x="75" y="54"/>
                    </a:lnTo>
                    <a:lnTo>
                      <a:pt x="75" y="57"/>
                    </a:lnTo>
                    <a:lnTo>
                      <a:pt x="76" y="58"/>
                    </a:lnTo>
                    <a:lnTo>
                      <a:pt x="76" y="58"/>
                    </a:lnTo>
                    <a:lnTo>
                      <a:pt x="81" y="58"/>
                    </a:lnTo>
                    <a:lnTo>
                      <a:pt x="85" y="60"/>
                    </a:lnTo>
                    <a:lnTo>
                      <a:pt x="93" y="64"/>
                    </a:lnTo>
                    <a:lnTo>
                      <a:pt x="93" y="64"/>
                    </a:lnTo>
                    <a:lnTo>
                      <a:pt x="93" y="66"/>
                    </a:lnTo>
                    <a:lnTo>
                      <a:pt x="91" y="68"/>
                    </a:lnTo>
                    <a:lnTo>
                      <a:pt x="90" y="69"/>
                    </a:lnTo>
                    <a:lnTo>
                      <a:pt x="89" y="71"/>
                    </a:lnTo>
                    <a:lnTo>
                      <a:pt x="89" y="71"/>
                    </a:lnTo>
                    <a:lnTo>
                      <a:pt x="87" y="79"/>
                    </a:lnTo>
                    <a:lnTo>
                      <a:pt x="87" y="88"/>
                    </a:lnTo>
                    <a:lnTo>
                      <a:pt x="87" y="88"/>
                    </a:lnTo>
                    <a:lnTo>
                      <a:pt x="93" y="91"/>
                    </a:lnTo>
                    <a:lnTo>
                      <a:pt x="100" y="92"/>
                    </a:lnTo>
                    <a:lnTo>
                      <a:pt x="100" y="92"/>
                    </a:lnTo>
                    <a:lnTo>
                      <a:pt x="102" y="95"/>
                    </a:lnTo>
                    <a:lnTo>
                      <a:pt x="104" y="96"/>
                    </a:lnTo>
                    <a:lnTo>
                      <a:pt x="106" y="96"/>
                    </a:lnTo>
                    <a:lnTo>
                      <a:pt x="106" y="96"/>
                    </a:lnTo>
                    <a:lnTo>
                      <a:pt x="116" y="103"/>
                    </a:lnTo>
                    <a:lnTo>
                      <a:pt x="116" y="103"/>
                    </a:lnTo>
                    <a:lnTo>
                      <a:pt x="125" y="110"/>
                    </a:lnTo>
                    <a:lnTo>
                      <a:pt x="125" y="110"/>
                    </a:lnTo>
                    <a:lnTo>
                      <a:pt x="128" y="113"/>
                    </a:lnTo>
                    <a:lnTo>
                      <a:pt x="128" y="115"/>
                    </a:lnTo>
                    <a:lnTo>
                      <a:pt x="127" y="118"/>
                    </a:lnTo>
                    <a:lnTo>
                      <a:pt x="125" y="120"/>
                    </a:lnTo>
                    <a:lnTo>
                      <a:pt x="125" y="120"/>
                    </a:lnTo>
                    <a:lnTo>
                      <a:pt x="124" y="163"/>
                    </a:lnTo>
                    <a:lnTo>
                      <a:pt x="123" y="185"/>
                    </a:lnTo>
                    <a:lnTo>
                      <a:pt x="121" y="207"/>
                    </a:lnTo>
                    <a:lnTo>
                      <a:pt x="121" y="207"/>
                    </a:lnTo>
                    <a:lnTo>
                      <a:pt x="124" y="208"/>
                    </a:lnTo>
                    <a:lnTo>
                      <a:pt x="125" y="209"/>
                    </a:lnTo>
                    <a:lnTo>
                      <a:pt x="125" y="209"/>
                    </a:lnTo>
                    <a:lnTo>
                      <a:pt x="125" y="215"/>
                    </a:lnTo>
                    <a:lnTo>
                      <a:pt x="124" y="220"/>
                    </a:lnTo>
                    <a:lnTo>
                      <a:pt x="124" y="220"/>
                    </a:lnTo>
                    <a:lnTo>
                      <a:pt x="121" y="223"/>
                    </a:lnTo>
                    <a:lnTo>
                      <a:pt x="119" y="226"/>
                    </a:lnTo>
                    <a:lnTo>
                      <a:pt x="109" y="227"/>
                    </a:lnTo>
                    <a:lnTo>
                      <a:pt x="109" y="227"/>
                    </a:lnTo>
                    <a:lnTo>
                      <a:pt x="98" y="228"/>
                    </a:lnTo>
                    <a:lnTo>
                      <a:pt x="86" y="230"/>
                    </a:lnTo>
                    <a:lnTo>
                      <a:pt x="86" y="230"/>
                    </a:lnTo>
                    <a:lnTo>
                      <a:pt x="63" y="235"/>
                    </a:lnTo>
                    <a:lnTo>
                      <a:pt x="42" y="241"/>
                    </a:lnTo>
                    <a:lnTo>
                      <a:pt x="42" y="241"/>
                    </a:lnTo>
                    <a:lnTo>
                      <a:pt x="36" y="239"/>
                    </a:lnTo>
                    <a:lnTo>
                      <a:pt x="34" y="238"/>
                    </a:lnTo>
                    <a:lnTo>
                      <a:pt x="33" y="237"/>
                    </a:lnTo>
                    <a:lnTo>
                      <a:pt x="33" y="237"/>
                    </a:lnTo>
                    <a:lnTo>
                      <a:pt x="29" y="235"/>
                    </a:lnTo>
                    <a:lnTo>
                      <a:pt x="25" y="232"/>
                    </a:lnTo>
                    <a:lnTo>
                      <a:pt x="17" y="227"/>
                    </a:lnTo>
                    <a:lnTo>
                      <a:pt x="17" y="227"/>
                    </a:lnTo>
                    <a:lnTo>
                      <a:pt x="8" y="222"/>
                    </a:lnTo>
                    <a:lnTo>
                      <a:pt x="6" y="219"/>
                    </a:lnTo>
                    <a:lnTo>
                      <a:pt x="3" y="216"/>
                    </a:lnTo>
                    <a:lnTo>
                      <a:pt x="3" y="216"/>
                    </a:lnTo>
                    <a:lnTo>
                      <a:pt x="2" y="212"/>
                    </a:lnTo>
                    <a:lnTo>
                      <a:pt x="3" y="208"/>
                    </a:lnTo>
                    <a:lnTo>
                      <a:pt x="4" y="201"/>
                    </a:lnTo>
                    <a:lnTo>
                      <a:pt x="4" y="201"/>
                    </a:lnTo>
                    <a:lnTo>
                      <a:pt x="7" y="201"/>
                    </a:lnTo>
                    <a:lnTo>
                      <a:pt x="7" y="201"/>
                    </a:lnTo>
                    <a:lnTo>
                      <a:pt x="8" y="185"/>
                    </a:lnTo>
                    <a:lnTo>
                      <a:pt x="8" y="167"/>
                    </a:lnTo>
                    <a:lnTo>
                      <a:pt x="6" y="132"/>
                    </a:lnTo>
                    <a:lnTo>
                      <a:pt x="6" y="132"/>
                    </a:lnTo>
                    <a:lnTo>
                      <a:pt x="4" y="122"/>
                    </a:lnTo>
                    <a:lnTo>
                      <a:pt x="3" y="120"/>
                    </a:lnTo>
                    <a:lnTo>
                      <a:pt x="0" y="115"/>
                    </a:lnTo>
                    <a:lnTo>
                      <a:pt x="0" y="115"/>
                    </a:lnTo>
                    <a:lnTo>
                      <a:pt x="0" y="113"/>
                    </a:lnTo>
                    <a:lnTo>
                      <a:pt x="2" y="111"/>
                    </a:lnTo>
                    <a:lnTo>
                      <a:pt x="4" y="109"/>
                    </a:lnTo>
                    <a:lnTo>
                      <a:pt x="4" y="109"/>
                    </a:lnTo>
                    <a:lnTo>
                      <a:pt x="7" y="103"/>
                    </a:lnTo>
                    <a:lnTo>
                      <a:pt x="7" y="103"/>
                    </a:lnTo>
                    <a:lnTo>
                      <a:pt x="13" y="99"/>
                    </a:lnTo>
                    <a:lnTo>
                      <a:pt x="18" y="94"/>
                    </a:lnTo>
                    <a:lnTo>
                      <a:pt x="18" y="94"/>
                    </a:lnTo>
                    <a:lnTo>
                      <a:pt x="30" y="94"/>
                    </a:lnTo>
                    <a:lnTo>
                      <a:pt x="37" y="92"/>
                    </a:lnTo>
                    <a:lnTo>
                      <a:pt x="44" y="91"/>
                    </a:lnTo>
                    <a:lnTo>
                      <a:pt x="44" y="91"/>
                    </a:lnTo>
                    <a:lnTo>
                      <a:pt x="42" y="80"/>
                    </a:lnTo>
                    <a:lnTo>
                      <a:pt x="40" y="71"/>
                    </a:lnTo>
                    <a:lnTo>
                      <a:pt x="40" y="71"/>
                    </a:lnTo>
                    <a:lnTo>
                      <a:pt x="37" y="69"/>
                    </a:lnTo>
                    <a:lnTo>
                      <a:pt x="34" y="65"/>
                    </a:lnTo>
                    <a:lnTo>
                      <a:pt x="34" y="65"/>
                    </a:lnTo>
                    <a:lnTo>
                      <a:pt x="37" y="64"/>
                    </a:lnTo>
                    <a:lnTo>
                      <a:pt x="38" y="62"/>
                    </a:lnTo>
                    <a:lnTo>
                      <a:pt x="44" y="60"/>
                    </a:lnTo>
                    <a:lnTo>
                      <a:pt x="51" y="58"/>
                    </a:lnTo>
                    <a:lnTo>
                      <a:pt x="56" y="57"/>
                    </a:lnTo>
                    <a:lnTo>
                      <a:pt x="56" y="57"/>
                    </a:lnTo>
                    <a:lnTo>
                      <a:pt x="55" y="53"/>
                    </a:lnTo>
                    <a:lnTo>
                      <a:pt x="53" y="52"/>
                    </a:lnTo>
                    <a:lnTo>
                      <a:pt x="51" y="50"/>
                    </a:lnTo>
                    <a:lnTo>
                      <a:pt x="51" y="50"/>
                    </a:lnTo>
                    <a:lnTo>
                      <a:pt x="51" y="47"/>
                    </a:lnTo>
                    <a:lnTo>
                      <a:pt x="51" y="45"/>
                    </a:lnTo>
                    <a:lnTo>
                      <a:pt x="51" y="45"/>
                    </a:lnTo>
                    <a:lnTo>
                      <a:pt x="48" y="41"/>
                    </a:lnTo>
                    <a:lnTo>
                      <a:pt x="45" y="34"/>
                    </a:lnTo>
                    <a:lnTo>
                      <a:pt x="45" y="31"/>
                    </a:lnTo>
                    <a:lnTo>
                      <a:pt x="45" y="28"/>
                    </a:lnTo>
                    <a:lnTo>
                      <a:pt x="48" y="26"/>
                    </a:lnTo>
                    <a:lnTo>
                      <a:pt x="51" y="24"/>
                    </a:lnTo>
                    <a:lnTo>
                      <a:pt x="51" y="24"/>
                    </a:lnTo>
                    <a:lnTo>
                      <a:pt x="52" y="17"/>
                    </a:lnTo>
                    <a:lnTo>
                      <a:pt x="55" y="9"/>
                    </a:lnTo>
                    <a:lnTo>
                      <a:pt x="60" y="4"/>
                    </a:lnTo>
                    <a:lnTo>
                      <a:pt x="66" y="0"/>
                    </a:lnTo>
                    <a:lnTo>
                      <a:pt x="66" y="0"/>
                    </a:lnTo>
                    <a:lnTo>
                      <a:pt x="70" y="1"/>
                    </a:lnTo>
                    <a:lnTo>
                      <a:pt x="72" y="4"/>
                    </a:lnTo>
                    <a:lnTo>
                      <a:pt x="78" y="12"/>
                    </a:lnTo>
                    <a:lnTo>
                      <a:pt x="78" y="12"/>
                    </a:lnTo>
                    <a:lnTo>
                      <a:pt x="81" y="17"/>
                    </a:lnTo>
                    <a:lnTo>
                      <a:pt x="82" y="22"/>
                    </a:lnTo>
                    <a:lnTo>
                      <a:pt x="81" y="24"/>
                    </a:lnTo>
                    <a:lnTo>
                      <a:pt x="81" y="24"/>
                    </a:lnTo>
                    <a:close/>
                    <a:moveTo>
                      <a:pt x="72" y="9"/>
                    </a:moveTo>
                    <a:lnTo>
                      <a:pt x="72" y="9"/>
                    </a:lnTo>
                    <a:lnTo>
                      <a:pt x="70" y="5"/>
                    </a:lnTo>
                    <a:lnTo>
                      <a:pt x="67" y="4"/>
                    </a:lnTo>
                    <a:lnTo>
                      <a:pt x="66" y="4"/>
                    </a:lnTo>
                    <a:lnTo>
                      <a:pt x="66" y="4"/>
                    </a:lnTo>
                    <a:lnTo>
                      <a:pt x="60" y="7"/>
                    </a:lnTo>
                    <a:lnTo>
                      <a:pt x="56" y="12"/>
                    </a:lnTo>
                    <a:lnTo>
                      <a:pt x="53" y="19"/>
                    </a:lnTo>
                    <a:lnTo>
                      <a:pt x="53" y="23"/>
                    </a:lnTo>
                    <a:lnTo>
                      <a:pt x="53" y="27"/>
                    </a:lnTo>
                    <a:lnTo>
                      <a:pt x="53" y="27"/>
                    </a:lnTo>
                    <a:lnTo>
                      <a:pt x="60" y="30"/>
                    </a:lnTo>
                    <a:lnTo>
                      <a:pt x="67" y="30"/>
                    </a:lnTo>
                    <a:lnTo>
                      <a:pt x="74" y="28"/>
                    </a:lnTo>
                    <a:lnTo>
                      <a:pt x="79" y="24"/>
                    </a:lnTo>
                    <a:lnTo>
                      <a:pt x="79" y="24"/>
                    </a:lnTo>
                    <a:lnTo>
                      <a:pt x="78" y="20"/>
                    </a:lnTo>
                    <a:lnTo>
                      <a:pt x="76" y="16"/>
                    </a:lnTo>
                    <a:lnTo>
                      <a:pt x="72" y="9"/>
                    </a:lnTo>
                    <a:lnTo>
                      <a:pt x="72" y="9"/>
                    </a:lnTo>
                    <a:close/>
                    <a:moveTo>
                      <a:pt x="68" y="32"/>
                    </a:moveTo>
                    <a:lnTo>
                      <a:pt x="68" y="32"/>
                    </a:lnTo>
                    <a:lnTo>
                      <a:pt x="64" y="32"/>
                    </a:lnTo>
                    <a:lnTo>
                      <a:pt x="60" y="32"/>
                    </a:lnTo>
                    <a:lnTo>
                      <a:pt x="53" y="30"/>
                    </a:lnTo>
                    <a:lnTo>
                      <a:pt x="53" y="30"/>
                    </a:lnTo>
                    <a:lnTo>
                      <a:pt x="51" y="27"/>
                    </a:lnTo>
                    <a:lnTo>
                      <a:pt x="51" y="27"/>
                    </a:lnTo>
                    <a:lnTo>
                      <a:pt x="49" y="27"/>
                    </a:lnTo>
                    <a:lnTo>
                      <a:pt x="48" y="28"/>
                    </a:lnTo>
                    <a:lnTo>
                      <a:pt x="48" y="31"/>
                    </a:lnTo>
                    <a:lnTo>
                      <a:pt x="48" y="31"/>
                    </a:lnTo>
                    <a:lnTo>
                      <a:pt x="51" y="34"/>
                    </a:lnTo>
                    <a:lnTo>
                      <a:pt x="53" y="34"/>
                    </a:lnTo>
                    <a:lnTo>
                      <a:pt x="60" y="35"/>
                    </a:lnTo>
                    <a:lnTo>
                      <a:pt x="68" y="35"/>
                    </a:lnTo>
                    <a:lnTo>
                      <a:pt x="75" y="35"/>
                    </a:lnTo>
                    <a:lnTo>
                      <a:pt x="75" y="35"/>
                    </a:lnTo>
                    <a:lnTo>
                      <a:pt x="79" y="32"/>
                    </a:lnTo>
                    <a:lnTo>
                      <a:pt x="82" y="31"/>
                    </a:lnTo>
                    <a:lnTo>
                      <a:pt x="82" y="28"/>
                    </a:lnTo>
                    <a:lnTo>
                      <a:pt x="82" y="28"/>
                    </a:lnTo>
                    <a:lnTo>
                      <a:pt x="78" y="28"/>
                    </a:lnTo>
                    <a:lnTo>
                      <a:pt x="75" y="30"/>
                    </a:lnTo>
                    <a:lnTo>
                      <a:pt x="68" y="32"/>
                    </a:lnTo>
                    <a:lnTo>
                      <a:pt x="68" y="32"/>
                    </a:lnTo>
                    <a:close/>
                    <a:moveTo>
                      <a:pt x="53" y="43"/>
                    </a:moveTo>
                    <a:lnTo>
                      <a:pt x="53" y="43"/>
                    </a:lnTo>
                    <a:lnTo>
                      <a:pt x="59" y="46"/>
                    </a:lnTo>
                    <a:lnTo>
                      <a:pt x="67" y="47"/>
                    </a:lnTo>
                    <a:lnTo>
                      <a:pt x="74" y="46"/>
                    </a:lnTo>
                    <a:lnTo>
                      <a:pt x="79" y="42"/>
                    </a:lnTo>
                    <a:lnTo>
                      <a:pt x="79" y="42"/>
                    </a:lnTo>
                    <a:lnTo>
                      <a:pt x="81" y="39"/>
                    </a:lnTo>
                    <a:lnTo>
                      <a:pt x="82" y="37"/>
                    </a:lnTo>
                    <a:lnTo>
                      <a:pt x="82" y="35"/>
                    </a:lnTo>
                    <a:lnTo>
                      <a:pt x="82" y="35"/>
                    </a:lnTo>
                    <a:lnTo>
                      <a:pt x="76" y="38"/>
                    </a:lnTo>
                    <a:lnTo>
                      <a:pt x="71" y="38"/>
                    </a:lnTo>
                    <a:lnTo>
                      <a:pt x="59" y="38"/>
                    </a:lnTo>
                    <a:lnTo>
                      <a:pt x="59" y="38"/>
                    </a:lnTo>
                    <a:lnTo>
                      <a:pt x="53" y="38"/>
                    </a:lnTo>
                    <a:lnTo>
                      <a:pt x="48" y="35"/>
                    </a:lnTo>
                    <a:lnTo>
                      <a:pt x="48" y="35"/>
                    </a:lnTo>
                    <a:lnTo>
                      <a:pt x="49" y="38"/>
                    </a:lnTo>
                    <a:lnTo>
                      <a:pt x="49" y="41"/>
                    </a:lnTo>
                    <a:lnTo>
                      <a:pt x="53" y="43"/>
                    </a:lnTo>
                    <a:lnTo>
                      <a:pt x="53" y="43"/>
                    </a:lnTo>
                    <a:close/>
                    <a:moveTo>
                      <a:pt x="55" y="46"/>
                    </a:moveTo>
                    <a:lnTo>
                      <a:pt x="55" y="46"/>
                    </a:lnTo>
                    <a:lnTo>
                      <a:pt x="52" y="47"/>
                    </a:lnTo>
                    <a:lnTo>
                      <a:pt x="52" y="47"/>
                    </a:lnTo>
                    <a:lnTo>
                      <a:pt x="53" y="47"/>
                    </a:lnTo>
                    <a:lnTo>
                      <a:pt x="52" y="49"/>
                    </a:lnTo>
                    <a:lnTo>
                      <a:pt x="52" y="49"/>
                    </a:lnTo>
                    <a:lnTo>
                      <a:pt x="63" y="52"/>
                    </a:lnTo>
                    <a:lnTo>
                      <a:pt x="68" y="52"/>
                    </a:lnTo>
                    <a:lnTo>
                      <a:pt x="74" y="52"/>
                    </a:lnTo>
                    <a:lnTo>
                      <a:pt x="74" y="52"/>
                    </a:lnTo>
                    <a:lnTo>
                      <a:pt x="75" y="50"/>
                    </a:lnTo>
                    <a:lnTo>
                      <a:pt x="75" y="49"/>
                    </a:lnTo>
                    <a:lnTo>
                      <a:pt x="75" y="49"/>
                    </a:lnTo>
                    <a:lnTo>
                      <a:pt x="64" y="50"/>
                    </a:lnTo>
                    <a:lnTo>
                      <a:pt x="59" y="49"/>
                    </a:lnTo>
                    <a:lnTo>
                      <a:pt x="55" y="46"/>
                    </a:lnTo>
                    <a:lnTo>
                      <a:pt x="55" y="46"/>
                    </a:lnTo>
                    <a:close/>
                    <a:moveTo>
                      <a:pt x="71" y="57"/>
                    </a:moveTo>
                    <a:lnTo>
                      <a:pt x="71" y="57"/>
                    </a:lnTo>
                    <a:lnTo>
                      <a:pt x="72" y="54"/>
                    </a:lnTo>
                    <a:lnTo>
                      <a:pt x="72" y="54"/>
                    </a:lnTo>
                    <a:lnTo>
                      <a:pt x="64" y="54"/>
                    </a:lnTo>
                    <a:lnTo>
                      <a:pt x="60" y="54"/>
                    </a:lnTo>
                    <a:lnTo>
                      <a:pt x="56" y="53"/>
                    </a:lnTo>
                    <a:lnTo>
                      <a:pt x="56" y="53"/>
                    </a:lnTo>
                    <a:lnTo>
                      <a:pt x="57" y="54"/>
                    </a:lnTo>
                    <a:lnTo>
                      <a:pt x="59" y="57"/>
                    </a:lnTo>
                    <a:lnTo>
                      <a:pt x="63" y="58"/>
                    </a:lnTo>
                    <a:lnTo>
                      <a:pt x="67" y="58"/>
                    </a:lnTo>
                    <a:lnTo>
                      <a:pt x="71" y="57"/>
                    </a:lnTo>
                    <a:lnTo>
                      <a:pt x="71" y="57"/>
                    </a:lnTo>
                    <a:close/>
                    <a:moveTo>
                      <a:pt x="56" y="58"/>
                    </a:moveTo>
                    <a:lnTo>
                      <a:pt x="56" y="58"/>
                    </a:lnTo>
                    <a:lnTo>
                      <a:pt x="56" y="58"/>
                    </a:lnTo>
                    <a:lnTo>
                      <a:pt x="56" y="60"/>
                    </a:lnTo>
                    <a:lnTo>
                      <a:pt x="56" y="60"/>
                    </a:lnTo>
                    <a:lnTo>
                      <a:pt x="56" y="60"/>
                    </a:lnTo>
                    <a:lnTo>
                      <a:pt x="56" y="60"/>
                    </a:lnTo>
                    <a:lnTo>
                      <a:pt x="56" y="61"/>
                    </a:lnTo>
                    <a:lnTo>
                      <a:pt x="56" y="61"/>
                    </a:lnTo>
                    <a:lnTo>
                      <a:pt x="56" y="60"/>
                    </a:lnTo>
                    <a:lnTo>
                      <a:pt x="56" y="61"/>
                    </a:lnTo>
                    <a:lnTo>
                      <a:pt x="56" y="61"/>
                    </a:lnTo>
                    <a:lnTo>
                      <a:pt x="60" y="62"/>
                    </a:lnTo>
                    <a:lnTo>
                      <a:pt x="64" y="62"/>
                    </a:lnTo>
                    <a:lnTo>
                      <a:pt x="72" y="62"/>
                    </a:lnTo>
                    <a:lnTo>
                      <a:pt x="72" y="62"/>
                    </a:lnTo>
                    <a:lnTo>
                      <a:pt x="72" y="61"/>
                    </a:lnTo>
                    <a:lnTo>
                      <a:pt x="74" y="60"/>
                    </a:lnTo>
                    <a:lnTo>
                      <a:pt x="74" y="60"/>
                    </a:lnTo>
                    <a:lnTo>
                      <a:pt x="66" y="61"/>
                    </a:lnTo>
                    <a:lnTo>
                      <a:pt x="59" y="60"/>
                    </a:lnTo>
                    <a:lnTo>
                      <a:pt x="59" y="60"/>
                    </a:lnTo>
                    <a:lnTo>
                      <a:pt x="57" y="60"/>
                    </a:lnTo>
                    <a:lnTo>
                      <a:pt x="57" y="60"/>
                    </a:lnTo>
                    <a:lnTo>
                      <a:pt x="57" y="60"/>
                    </a:lnTo>
                    <a:lnTo>
                      <a:pt x="57" y="60"/>
                    </a:lnTo>
                    <a:lnTo>
                      <a:pt x="57" y="58"/>
                    </a:lnTo>
                    <a:lnTo>
                      <a:pt x="56" y="58"/>
                    </a:lnTo>
                    <a:lnTo>
                      <a:pt x="56" y="58"/>
                    </a:lnTo>
                    <a:close/>
                    <a:moveTo>
                      <a:pt x="56" y="64"/>
                    </a:moveTo>
                    <a:lnTo>
                      <a:pt x="56" y="64"/>
                    </a:lnTo>
                    <a:lnTo>
                      <a:pt x="53" y="62"/>
                    </a:lnTo>
                    <a:lnTo>
                      <a:pt x="51" y="61"/>
                    </a:lnTo>
                    <a:lnTo>
                      <a:pt x="51" y="61"/>
                    </a:lnTo>
                    <a:lnTo>
                      <a:pt x="48" y="61"/>
                    </a:lnTo>
                    <a:lnTo>
                      <a:pt x="44" y="62"/>
                    </a:lnTo>
                    <a:lnTo>
                      <a:pt x="38" y="65"/>
                    </a:lnTo>
                    <a:lnTo>
                      <a:pt x="38" y="65"/>
                    </a:lnTo>
                    <a:lnTo>
                      <a:pt x="44" y="69"/>
                    </a:lnTo>
                    <a:lnTo>
                      <a:pt x="49" y="72"/>
                    </a:lnTo>
                    <a:lnTo>
                      <a:pt x="56" y="73"/>
                    </a:lnTo>
                    <a:lnTo>
                      <a:pt x="62" y="72"/>
                    </a:lnTo>
                    <a:lnTo>
                      <a:pt x="76" y="69"/>
                    </a:lnTo>
                    <a:lnTo>
                      <a:pt x="89" y="66"/>
                    </a:lnTo>
                    <a:lnTo>
                      <a:pt x="89" y="66"/>
                    </a:lnTo>
                    <a:lnTo>
                      <a:pt x="87" y="64"/>
                    </a:lnTo>
                    <a:lnTo>
                      <a:pt x="83" y="62"/>
                    </a:lnTo>
                    <a:lnTo>
                      <a:pt x="76" y="62"/>
                    </a:lnTo>
                    <a:lnTo>
                      <a:pt x="76" y="62"/>
                    </a:lnTo>
                    <a:lnTo>
                      <a:pt x="72" y="64"/>
                    </a:lnTo>
                    <a:lnTo>
                      <a:pt x="67" y="65"/>
                    </a:lnTo>
                    <a:lnTo>
                      <a:pt x="62" y="65"/>
                    </a:lnTo>
                    <a:lnTo>
                      <a:pt x="56" y="64"/>
                    </a:lnTo>
                    <a:lnTo>
                      <a:pt x="56" y="64"/>
                    </a:lnTo>
                    <a:close/>
                    <a:moveTo>
                      <a:pt x="49" y="75"/>
                    </a:moveTo>
                    <a:lnTo>
                      <a:pt x="49" y="75"/>
                    </a:lnTo>
                    <a:lnTo>
                      <a:pt x="51" y="80"/>
                    </a:lnTo>
                    <a:lnTo>
                      <a:pt x="52" y="86"/>
                    </a:lnTo>
                    <a:lnTo>
                      <a:pt x="53" y="95"/>
                    </a:lnTo>
                    <a:lnTo>
                      <a:pt x="53" y="95"/>
                    </a:lnTo>
                    <a:lnTo>
                      <a:pt x="66" y="96"/>
                    </a:lnTo>
                    <a:lnTo>
                      <a:pt x="72" y="96"/>
                    </a:lnTo>
                    <a:lnTo>
                      <a:pt x="78" y="95"/>
                    </a:lnTo>
                    <a:lnTo>
                      <a:pt x="78" y="95"/>
                    </a:lnTo>
                    <a:lnTo>
                      <a:pt x="78" y="86"/>
                    </a:lnTo>
                    <a:lnTo>
                      <a:pt x="79" y="81"/>
                    </a:lnTo>
                    <a:lnTo>
                      <a:pt x="81" y="76"/>
                    </a:lnTo>
                    <a:lnTo>
                      <a:pt x="81" y="76"/>
                    </a:lnTo>
                    <a:lnTo>
                      <a:pt x="81" y="86"/>
                    </a:lnTo>
                    <a:lnTo>
                      <a:pt x="81" y="90"/>
                    </a:lnTo>
                    <a:lnTo>
                      <a:pt x="81" y="94"/>
                    </a:lnTo>
                    <a:lnTo>
                      <a:pt x="81" y="94"/>
                    </a:lnTo>
                    <a:lnTo>
                      <a:pt x="83" y="92"/>
                    </a:lnTo>
                    <a:lnTo>
                      <a:pt x="85" y="90"/>
                    </a:lnTo>
                    <a:lnTo>
                      <a:pt x="86" y="84"/>
                    </a:lnTo>
                    <a:lnTo>
                      <a:pt x="86" y="71"/>
                    </a:lnTo>
                    <a:lnTo>
                      <a:pt x="86" y="71"/>
                    </a:lnTo>
                    <a:lnTo>
                      <a:pt x="67" y="75"/>
                    </a:lnTo>
                    <a:lnTo>
                      <a:pt x="59" y="75"/>
                    </a:lnTo>
                    <a:lnTo>
                      <a:pt x="49" y="75"/>
                    </a:lnTo>
                    <a:lnTo>
                      <a:pt x="49" y="75"/>
                    </a:lnTo>
                    <a:close/>
                    <a:moveTo>
                      <a:pt x="47" y="91"/>
                    </a:moveTo>
                    <a:lnTo>
                      <a:pt x="47" y="91"/>
                    </a:lnTo>
                    <a:lnTo>
                      <a:pt x="48" y="94"/>
                    </a:lnTo>
                    <a:lnTo>
                      <a:pt x="51" y="94"/>
                    </a:lnTo>
                    <a:lnTo>
                      <a:pt x="51" y="94"/>
                    </a:lnTo>
                    <a:lnTo>
                      <a:pt x="49" y="84"/>
                    </a:lnTo>
                    <a:lnTo>
                      <a:pt x="48" y="75"/>
                    </a:lnTo>
                    <a:lnTo>
                      <a:pt x="48" y="75"/>
                    </a:lnTo>
                    <a:lnTo>
                      <a:pt x="45" y="73"/>
                    </a:lnTo>
                    <a:lnTo>
                      <a:pt x="44" y="72"/>
                    </a:lnTo>
                    <a:lnTo>
                      <a:pt x="44" y="72"/>
                    </a:lnTo>
                    <a:lnTo>
                      <a:pt x="45" y="81"/>
                    </a:lnTo>
                    <a:lnTo>
                      <a:pt x="47" y="91"/>
                    </a:lnTo>
                    <a:lnTo>
                      <a:pt x="47" y="91"/>
                    </a:lnTo>
                    <a:close/>
                    <a:moveTo>
                      <a:pt x="87" y="91"/>
                    </a:moveTo>
                    <a:lnTo>
                      <a:pt x="87" y="91"/>
                    </a:lnTo>
                    <a:lnTo>
                      <a:pt x="86" y="94"/>
                    </a:lnTo>
                    <a:lnTo>
                      <a:pt x="85" y="95"/>
                    </a:lnTo>
                    <a:lnTo>
                      <a:pt x="79" y="98"/>
                    </a:lnTo>
                    <a:lnTo>
                      <a:pt x="79" y="98"/>
                    </a:lnTo>
                    <a:lnTo>
                      <a:pt x="87" y="98"/>
                    </a:lnTo>
                    <a:lnTo>
                      <a:pt x="93" y="98"/>
                    </a:lnTo>
                    <a:lnTo>
                      <a:pt x="93" y="98"/>
                    </a:lnTo>
                    <a:lnTo>
                      <a:pt x="97" y="99"/>
                    </a:lnTo>
                    <a:lnTo>
                      <a:pt x="100" y="99"/>
                    </a:lnTo>
                    <a:lnTo>
                      <a:pt x="101" y="98"/>
                    </a:lnTo>
                    <a:lnTo>
                      <a:pt x="101" y="98"/>
                    </a:lnTo>
                    <a:lnTo>
                      <a:pt x="94" y="94"/>
                    </a:lnTo>
                    <a:lnTo>
                      <a:pt x="90" y="92"/>
                    </a:lnTo>
                    <a:lnTo>
                      <a:pt x="87" y="91"/>
                    </a:lnTo>
                    <a:lnTo>
                      <a:pt x="87" y="91"/>
                    </a:lnTo>
                    <a:close/>
                    <a:moveTo>
                      <a:pt x="51" y="98"/>
                    </a:moveTo>
                    <a:lnTo>
                      <a:pt x="51" y="98"/>
                    </a:lnTo>
                    <a:lnTo>
                      <a:pt x="45" y="94"/>
                    </a:lnTo>
                    <a:lnTo>
                      <a:pt x="45" y="94"/>
                    </a:lnTo>
                    <a:lnTo>
                      <a:pt x="33" y="95"/>
                    </a:lnTo>
                    <a:lnTo>
                      <a:pt x="21" y="96"/>
                    </a:lnTo>
                    <a:lnTo>
                      <a:pt x="21" y="96"/>
                    </a:lnTo>
                    <a:lnTo>
                      <a:pt x="22" y="98"/>
                    </a:lnTo>
                    <a:lnTo>
                      <a:pt x="25" y="99"/>
                    </a:lnTo>
                    <a:lnTo>
                      <a:pt x="29" y="100"/>
                    </a:lnTo>
                    <a:lnTo>
                      <a:pt x="29" y="100"/>
                    </a:lnTo>
                    <a:lnTo>
                      <a:pt x="40" y="103"/>
                    </a:lnTo>
                    <a:lnTo>
                      <a:pt x="49" y="103"/>
                    </a:lnTo>
                    <a:lnTo>
                      <a:pt x="59" y="102"/>
                    </a:lnTo>
                    <a:lnTo>
                      <a:pt x="68" y="99"/>
                    </a:lnTo>
                    <a:lnTo>
                      <a:pt x="68" y="99"/>
                    </a:lnTo>
                    <a:lnTo>
                      <a:pt x="59" y="99"/>
                    </a:lnTo>
                    <a:lnTo>
                      <a:pt x="51" y="98"/>
                    </a:lnTo>
                    <a:lnTo>
                      <a:pt x="51" y="98"/>
                    </a:lnTo>
                    <a:close/>
                    <a:moveTo>
                      <a:pt x="18" y="98"/>
                    </a:moveTo>
                    <a:lnTo>
                      <a:pt x="18" y="98"/>
                    </a:lnTo>
                    <a:lnTo>
                      <a:pt x="13" y="102"/>
                    </a:lnTo>
                    <a:lnTo>
                      <a:pt x="7" y="109"/>
                    </a:lnTo>
                    <a:lnTo>
                      <a:pt x="7" y="109"/>
                    </a:lnTo>
                    <a:lnTo>
                      <a:pt x="13" y="111"/>
                    </a:lnTo>
                    <a:lnTo>
                      <a:pt x="18" y="114"/>
                    </a:lnTo>
                    <a:lnTo>
                      <a:pt x="32" y="118"/>
                    </a:lnTo>
                    <a:lnTo>
                      <a:pt x="32" y="118"/>
                    </a:lnTo>
                    <a:lnTo>
                      <a:pt x="34" y="114"/>
                    </a:lnTo>
                    <a:lnTo>
                      <a:pt x="36" y="111"/>
                    </a:lnTo>
                    <a:lnTo>
                      <a:pt x="42" y="106"/>
                    </a:lnTo>
                    <a:lnTo>
                      <a:pt x="42" y="106"/>
                    </a:lnTo>
                    <a:lnTo>
                      <a:pt x="29" y="103"/>
                    </a:lnTo>
                    <a:lnTo>
                      <a:pt x="23" y="102"/>
                    </a:lnTo>
                    <a:lnTo>
                      <a:pt x="18" y="98"/>
                    </a:lnTo>
                    <a:lnTo>
                      <a:pt x="18" y="98"/>
                    </a:lnTo>
                    <a:close/>
                    <a:moveTo>
                      <a:pt x="112" y="103"/>
                    </a:moveTo>
                    <a:lnTo>
                      <a:pt x="112" y="103"/>
                    </a:lnTo>
                    <a:lnTo>
                      <a:pt x="109" y="100"/>
                    </a:lnTo>
                    <a:lnTo>
                      <a:pt x="105" y="99"/>
                    </a:lnTo>
                    <a:lnTo>
                      <a:pt x="105" y="99"/>
                    </a:lnTo>
                    <a:lnTo>
                      <a:pt x="102" y="100"/>
                    </a:lnTo>
                    <a:lnTo>
                      <a:pt x="100" y="102"/>
                    </a:lnTo>
                    <a:lnTo>
                      <a:pt x="100" y="102"/>
                    </a:lnTo>
                    <a:lnTo>
                      <a:pt x="91" y="100"/>
                    </a:lnTo>
                    <a:lnTo>
                      <a:pt x="91" y="100"/>
                    </a:lnTo>
                    <a:lnTo>
                      <a:pt x="78" y="100"/>
                    </a:lnTo>
                    <a:lnTo>
                      <a:pt x="78" y="100"/>
                    </a:lnTo>
                    <a:lnTo>
                      <a:pt x="70" y="102"/>
                    </a:lnTo>
                    <a:lnTo>
                      <a:pt x="63" y="103"/>
                    </a:lnTo>
                    <a:lnTo>
                      <a:pt x="56" y="105"/>
                    </a:lnTo>
                    <a:lnTo>
                      <a:pt x="49" y="105"/>
                    </a:lnTo>
                    <a:lnTo>
                      <a:pt x="49" y="105"/>
                    </a:lnTo>
                    <a:lnTo>
                      <a:pt x="40" y="110"/>
                    </a:lnTo>
                    <a:lnTo>
                      <a:pt x="37" y="114"/>
                    </a:lnTo>
                    <a:lnTo>
                      <a:pt x="34" y="120"/>
                    </a:lnTo>
                    <a:lnTo>
                      <a:pt x="34" y="120"/>
                    </a:lnTo>
                    <a:lnTo>
                      <a:pt x="45" y="120"/>
                    </a:lnTo>
                    <a:lnTo>
                      <a:pt x="56" y="118"/>
                    </a:lnTo>
                    <a:lnTo>
                      <a:pt x="66" y="117"/>
                    </a:lnTo>
                    <a:lnTo>
                      <a:pt x="76" y="117"/>
                    </a:lnTo>
                    <a:lnTo>
                      <a:pt x="76" y="117"/>
                    </a:lnTo>
                    <a:lnTo>
                      <a:pt x="86" y="114"/>
                    </a:lnTo>
                    <a:lnTo>
                      <a:pt x="98" y="113"/>
                    </a:lnTo>
                    <a:lnTo>
                      <a:pt x="109" y="113"/>
                    </a:lnTo>
                    <a:lnTo>
                      <a:pt x="120" y="110"/>
                    </a:lnTo>
                    <a:lnTo>
                      <a:pt x="120" y="110"/>
                    </a:lnTo>
                    <a:lnTo>
                      <a:pt x="117" y="107"/>
                    </a:lnTo>
                    <a:lnTo>
                      <a:pt x="112" y="103"/>
                    </a:lnTo>
                    <a:lnTo>
                      <a:pt x="112" y="103"/>
                    </a:lnTo>
                    <a:close/>
                    <a:moveTo>
                      <a:pt x="4" y="113"/>
                    </a:moveTo>
                    <a:lnTo>
                      <a:pt x="4" y="113"/>
                    </a:lnTo>
                    <a:lnTo>
                      <a:pt x="6" y="115"/>
                    </a:lnTo>
                    <a:lnTo>
                      <a:pt x="6" y="115"/>
                    </a:lnTo>
                    <a:lnTo>
                      <a:pt x="11" y="120"/>
                    </a:lnTo>
                    <a:lnTo>
                      <a:pt x="17" y="122"/>
                    </a:lnTo>
                    <a:lnTo>
                      <a:pt x="23" y="125"/>
                    </a:lnTo>
                    <a:lnTo>
                      <a:pt x="30" y="126"/>
                    </a:lnTo>
                    <a:lnTo>
                      <a:pt x="30" y="126"/>
                    </a:lnTo>
                    <a:lnTo>
                      <a:pt x="30" y="124"/>
                    </a:lnTo>
                    <a:lnTo>
                      <a:pt x="32" y="121"/>
                    </a:lnTo>
                    <a:lnTo>
                      <a:pt x="32" y="121"/>
                    </a:lnTo>
                    <a:lnTo>
                      <a:pt x="17" y="117"/>
                    </a:lnTo>
                    <a:lnTo>
                      <a:pt x="11" y="114"/>
                    </a:lnTo>
                    <a:lnTo>
                      <a:pt x="8" y="113"/>
                    </a:lnTo>
                    <a:lnTo>
                      <a:pt x="6" y="110"/>
                    </a:lnTo>
                    <a:lnTo>
                      <a:pt x="6" y="110"/>
                    </a:lnTo>
                    <a:lnTo>
                      <a:pt x="6" y="111"/>
                    </a:lnTo>
                    <a:lnTo>
                      <a:pt x="6" y="113"/>
                    </a:lnTo>
                    <a:lnTo>
                      <a:pt x="4" y="113"/>
                    </a:lnTo>
                    <a:lnTo>
                      <a:pt x="4" y="113"/>
                    </a:lnTo>
                    <a:close/>
                    <a:moveTo>
                      <a:pt x="124" y="113"/>
                    </a:moveTo>
                    <a:lnTo>
                      <a:pt x="124" y="113"/>
                    </a:lnTo>
                    <a:lnTo>
                      <a:pt x="116" y="114"/>
                    </a:lnTo>
                    <a:lnTo>
                      <a:pt x="108" y="115"/>
                    </a:lnTo>
                    <a:lnTo>
                      <a:pt x="100" y="115"/>
                    </a:lnTo>
                    <a:lnTo>
                      <a:pt x="91" y="115"/>
                    </a:lnTo>
                    <a:lnTo>
                      <a:pt x="91" y="115"/>
                    </a:lnTo>
                    <a:lnTo>
                      <a:pt x="76" y="120"/>
                    </a:lnTo>
                    <a:lnTo>
                      <a:pt x="76" y="120"/>
                    </a:lnTo>
                    <a:lnTo>
                      <a:pt x="57" y="121"/>
                    </a:lnTo>
                    <a:lnTo>
                      <a:pt x="57" y="121"/>
                    </a:lnTo>
                    <a:lnTo>
                      <a:pt x="44" y="122"/>
                    </a:lnTo>
                    <a:lnTo>
                      <a:pt x="38" y="122"/>
                    </a:lnTo>
                    <a:lnTo>
                      <a:pt x="33" y="124"/>
                    </a:lnTo>
                    <a:lnTo>
                      <a:pt x="33" y="124"/>
                    </a:lnTo>
                    <a:lnTo>
                      <a:pt x="34" y="125"/>
                    </a:lnTo>
                    <a:lnTo>
                      <a:pt x="36" y="126"/>
                    </a:lnTo>
                    <a:lnTo>
                      <a:pt x="40" y="128"/>
                    </a:lnTo>
                    <a:lnTo>
                      <a:pt x="40" y="128"/>
                    </a:lnTo>
                    <a:lnTo>
                      <a:pt x="53" y="126"/>
                    </a:lnTo>
                    <a:lnTo>
                      <a:pt x="68" y="125"/>
                    </a:lnTo>
                    <a:lnTo>
                      <a:pt x="68" y="125"/>
                    </a:lnTo>
                    <a:lnTo>
                      <a:pt x="83" y="124"/>
                    </a:lnTo>
                    <a:lnTo>
                      <a:pt x="98" y="121"/>
                    </a:lnTo>
                    <a:lnTo>
                      <a:pt x="98" y="121"/>
                    </a:lnTo>
                    <a:lnTo>
                      <a:pt x="115" y="118"/>
                    </a:lnTo>
                    <a:lnTo>
                      <a:pt x="115" y="118"/>
                    </a:lnTo>
                    <a:lnTo>
                      <a:pt x="120" y="118"/>
                    </a:lnTo>
                    <a:lnTo>
                      <a:pt x="120" y="118"/>
                    </a:lnTo>
                    <a:lnTo>
                      <a:pt x="123" y="117"/>
                    </a:lnTo>
                    <a:lnTo>
                      <a:pt x="125" y="115"/>
                    </a:lnTo>
                    <a:lnTo>
                      <a:pt x="125" y="115"/>
                    </a:lnTo>
                    <a:lnTo>
                      <a:pt x="125" y="114"/>
                    </a:lnTo>
                    <a:lnTo>
                      <a:pt x="124" y="113"/>
                    </a:lnTo>
                    <a:lnTo>
                      <a:pt x="124" y="113"/>
                    </a:lnTo>
                    <a:close/>
                    <a:moveTo>
                      <a:pt x="10" y="158"/>
                    </a:moveTo>
                    <a:lnTo>
                      <a:pt x="10" y="158"/>
                    </a:lnTo>
                    <a:lnTo>
                      <a:pt x="11" y="179"/>
                    </a:lnTo>
                    <a:lnTo>
                      <a:pt x="10" y="203"/>
                    </a:lnTo>
                    <a:lnTo>
                      <a:pt x="10" y="203"/>
                    </a:lnTo>
                    <a:lnTo>
                      <a:pt x="22" y="209"/>
                    </a:lnTo>
                    <a:lnTo>
                      <a:pt x="33" y="216"/>
                    </a:lnTo>
                    <a:lnTo>
                      <a:pt x="33" y="216"/>
                    </a:lnTo>
                    <a:lnTo>
                      <a:pt x="34" y="194"/>
                    </a:lnTo>
                    <a:lnTo>
                      <a:pt x="34" y="173"/>
                    </a:lnTo>
                    <a:lnTo>
                      <a:pt x="32" y="129"/>
                    </a:lnTo>
                    <a:lnTo>
                      <a:pt x="32" y="129"/>
                    </a:lnTo>
                    <a:lnTo>
                      <a:pt x="27" y="128"/>
                    </a:lnTo>
                    <a:lnTo>
                      <a:pt x="22" y="128"/>
                    </a:lnTo>
                    <a:lnTo>
                      <a:pt x="22" y="128"/>
                    </a:lnTo>
                    <a:lnTo>
                      <a:pt x="23" y="137"/>
                    </a:lnTo>
                    <a:lnTo>
                      <a:pt x="23" y="147"/>
                    </a:lnTo>
                    <a:lnTo>
                      <a:pt x="23" y="147"/>
                    </a:lnTo>
                    <a:lnTo>
                      <a:pt x="22" y="143"/>
                    </a:lnTo>
                    <a:lnTo>
                      <a:pt x="22" y="139"/>
                    </a:lnTo>
                    <a:lnTo>
                      <a:pt x="21" y="130"/>
                    </a:lnTo>
                    <a:lnTo>
                      <a:pt x="21" y="130"/>
                    </a:lnTo>
                    <a:lnTo>
                      <a:pt x="21" y="128"/>
                    </a:lnTo>
                    <a:lnTo>
                      <a:pt x="21" y="126"/>
                    </a:lnTo>
                    <a:lnTo>
                      <a:pt x="19" y="126"/>
                    </a:lnTo>
                    <a:lnTo>
                      <a:pt x="19" y="126"/>
                    </a:lnTo>
                    <a:lnTo>
                      <a:pt x="21" y="140"/>
                    </a:lnTo>
                    <a:lnTo>
                      <a:pt x="21" y="152"/>
                    </a:lnTo>
                    <a:lnTo>
                      <a:pt x="21" y="152"/>
                    </a:lnTo>
                    <a:lnTo>
                      <a:pt x="19" y="140"/>
                    </a:lnTo>
                    <a:lnTo>
                      <a:pt x="17" y="126"/>
                    </a:lnTo>
                    <a:lnTo>
                      <a:pt x="17" y="126"/>
                    </a:lnTo>
                    <a:lnTo>
                      <a:pt x="11" y="124"/>
                    </a:lnTo>
                    <a:lnTo>
                      <a:pt x="6" y="121"/>
                    </a:lnTo>
                    <a:lnTo>
                      <a:pt x="6" y="121"/>
                    </a:lnTo>
                    <a:lnTo>
                      <a:pt x="8" y="139"/>
                    </a:lnTo>
                    <a:lnTo>
                      <a:pt x="10" y="158"/>
                    </a:lnTo>
                    <a:lnTo>
                      <a:pt x="10" y="158"/>
                    </a:lnTo>
                    <a:close/>
                    <a:moveTo>
                      <a:pt x="119" y="144"/>
                    </a:moveTo>
                    <a:lnTo>
                      <a:pt x="119" y="144"/>
                    </a:lnTo>
                    <a:lnTo>
                      <a:pt x="117" y="133"/>
                    </a:lnTo>
                    <a:lnTo>
                      <a:pt x="119" y="121"/>
                    </a:lnTo>
                    <a:lnTo>
                      <a:pt x="119" y="121"/>
                    </a:lnTo>
                    <a:lnTo>
                      <a:pt x="102" y="122"/>
                    </a:lnTo>
                    <a:lnTo>
                      <a:pt x="87" y="126"/>
                    </a:lnTo>
                    <a:lnTo>
                      <a:pt x="87" y="126"/>
                    </a:lnTo>
                    <a:lnTo>
                      <a:pt x="94" y="130"/>
                    </a:lnTo>
                    <a:lnTo>
                      <a:pt x="98" y="136"/>
                    </a:lnTo>
                    <a:lnTo>
                      <a:pt x="98" y="136"/>
                    </a:lnTo>
                    <a:lnTo>
                      <a:pt x="104" y="147"/>
                    </a:lnTo>
                    <a:lnTo>
                      <a:pt x="105" y="159"/>
                    </a:lnTo>
                    <a:lnTo>
                      <a:pt x="106" y="171"/>
                    </a:lnTo>
                    <a:lnTo>
                      <a:pt x="105" y="183"/>
                    </a:lnTo>
                    <a:lnTo>
                      <a:pt x="105" y="183"/>
                    </a:lnTo>
                    <a:lnTo>
                      <a:pt x="101" y="192"/>
                    </a:lnTo>
                    <a:lnTo>
                      <a:pt x="97" y="201"/>
                    </a:lnTo>
                    <a:lnTo>
                      <a:pt x="94" y="204"/>
                    </a:lnTo>
                    <a:lnTo>
                      <a:pt x="90" y="208"/>
                    </a:lnTo>
                    <a:lnTo>
                      <a:pt x="86" y="211"/>
                    </a:lnTo>
                    <a:lnTo>
                      <a:pt x="82" y="212"/>
                    </a:lnTo>
                    <a:lnTo>
                      <a:pt x="82" y="212"/>
                    </a:lnTo>
                    <a:lnTo>
                      <a:pt x="76" y="212"/>
                    </a:lnTo>
                    <a:lnTo>
                      <a:pt x="71" y="211"/>
                    </a:lnTo>
                    <a:lnTo>
                      <a:pt x="66" y="209"/>
                    </a:lnTo>
                    <a:lnTo>
                      <a:pt x="62" y="207"/>
                    </a:lnTo>
                    <a:lnTo>
                      <a:pt x="62" y="207"/>
                    </a:lnTo>
                    <a:lnTo>
                      <a:pt x="57" y="201"/>
                    </a:lnTo>
                    <a:lnTo>
                      <a:pt x="55" y="194"/>
                    </a:lnTo>
                    <a:lnTo>
                      <a:pt x="52" y="188"/>
                    </a:lnTo>
                    <a:lnTo>
                      <a:pt x="52" y="181"/>
                    </a:lnTo>
                    <a:lnTo>
                      <a:pt x="52" y="164"/>
                    </a:lnTo>
                    <a:lnTo>
                      <a:pt x="55" y="149"/>
                    </a:lnTo>
                    <a:lnTo>
                      <a:pt x="55" y="149"/>
                    </a:lnTo>
                    <a:lnTo>
                      <a:pt x="57" y="143"/>
                    </a:lnTo>
                    <a:lnTo>
                      <a:pt x="62" y="137"/>
                    </a:lnTo>
                    <a:lnTo>
                      <a:pt x="66" y="132"/>
                    </a:lnTo>
                    <a:lnTo>
                      <a:pt x="71" y="128"/>
                    </a:lnTo>
                    <a:lnTo>
                      <a:pt x="71" y="128"/>
                    </a:lnTo>
                    <a:lnTo>
                      <a:pt x="53" y="129"/>
                    </a:lnTo>
                    <a:lnTo>
                      <a:pt x="44" y="130"/>
                    </a:lnTo>
                    <a:lnTo>
                      <a:pt x="34" y="130"/>
                    </a:lnTo>
                    <a:lnTo>
                      <a:pt x="34" y="130"/>
                    </a:lnTo>
                    <a:lnTo>
                      <a:pt x="36" y="170"/>
                    </a:lnTo>
                    <a:lnTo>
                      <a:pt x="36" y="212"/>
                    </a:lnTo>
                    <a:lnTo>
                      <a:pt x="36" y="212"/>
                    </a:lnTo>
                    <a:lnTo>
                      <a:pt x="36" y="215"/>
                    </a:lnTo>
                    <a:lnTo>
                      <a:pt x="36" y="218"/>
                    </a:lnTo>
                    <a:lnTo>
                      <a:pt x="37" y="219"/>
                    </a:lnTo>
                    <a:lnTo>
                      <a:pt x="37" y="219"/>
                    </a:lnTo>
                    <a:lnTo>
                      <a:pt x="38" y="219"/>
                    </a:lnTo>
                    <a:lnTo>
                      <a:pt x="38" y="219"/>
                    </a:lnTo>
                    <a:lnTo>
                      <a:pt x="40" y="212"/>
                    </a:lnTo>
                    <a:lnTo>
                      <a:pt x="41" y="207"/>
                    </a:lnTo>
                    <a:lnTo>
                      <a:pt x="41" y="207"/>
                    </a:lnTo>
                    <a:lnTo>
                      <a:pt x="41" y="219"/>
                    </a:lnTo>
                    <a:lnTo>
                      <a:pt x="41" y="219"/>
                    </a:lnTo>
                    <a:lnTo>
                      <a:pt x="45" y="219"/>
                    </a:lnTo>
                    <a:lnTo>
                      <a:pt x="45" y="219"/>
                    </a:lnTo>
                    <a:lnTo>
                      <a:pt x="45" y="208"/>
                    </a:lnTo>
                    <a:lnTo>
                      <a:pt x="45" y="203"/>
                    </a:lnTo>
                    <a:lnTo>
                      <a:pt x="47" y="196"/>
                    </a:lnTo>
                    <a:lnTo>
                      <a:pt x="47" y="196"/>
                    </a:lnTo>
                    <a:lnTo>
                      <a:pt x="47" y="207"/>
                    </a:lnTo>
                    <a:lnTo>
                      <a:pt x="47" y="218"/>
                    </a:lnTo>
                    <a:lnTo>
                      <a:pt x="47" y="218"/>
                    </a:lnTo>
                    <a:lnTo>
                      <a:pt x="66" y="216"/>
                    </a:lnTo>
                    <a:lnTo>
                      <a:pt x="83" y="212"/>
                    </a:lnTo>
                    <a:lnTo>
                      <a:pt x="101" y="209"/>
                    </a:lnTo>
                    <a:lnTo>
                      <a:pt x="119" y="207"/>
                    </a:lnTo>
                    <a:lnTo>
                      <a:pt x="119" y="207"/>
                    </a:lnTo>
                    <a:lnTo>
                      <a:pt x="121" y="171"/>
                    </a:lnTo>
                    <a:lnTo>
                      <a:pt x="123" y="135"/>
                    </a:lnTo>
                    <a:lnTo>
                      <a:pt x="123" y="135"/>
                    </a:lnTo>
                    <a:lnTo>
                      <a:pt x="123" y="128"/>
                    </a:lnTo>
                    <a:lnTo>
                      <a:pt x="121" y="121"/>
                    </a:lnTo>
                    <a:lnTo>
                      <a:pt x="121" y="121"/>
                    </a:lnTo>
                    <a:lnTo>
                      <a:pt x="121" y="121"/>
                    </a:lnTo>
                    <a:lnTo>
                      <a:pt x="121" y="121"/>
                    </a:lnTo>
                    <a:lnTo>
                      <a:pt x="119" y="144"/>
                    </a:lnTo>
                    <a:lnTo>
                      <a:pt x="119" y="144"/>
                    </a:lnTo>
                    <a:close/>
                    <a:moveTo>
                      <a:pt x="71" y="132"/>
                    </a:moveTo>
                    <a:lnTo>
                      <a:pt x="71" y="132"/>
                    </a:lnTo>
                    <a:lnTo>
                      <a:pt x="67" y="135"/>
                    </a:lnTo>
                    <a:lnTo>
                      <a:pt x="64" y="137"/>
                    </a:lnTo>
                    <a:lnTo>
                      <a:pt x="59" y="147"/>
                    </a:lnTo>
                    <a:lnTo>
                      <a:pt x="56" y="158"/>
                    </a:lnTo>
                    <a:lnTo>
                      <a:pt x="53" y="170"/>
                    </a:lnTo>
                    <a:lnTo>
                      <a:pt x="53" y="182"/>
                    </a:lnTo>
                    <a:lnTo>
                      <a:pt x="56" y="193"/>
                    </a:lnTo>
                    <a:lnTo>
                      <a:pt x="59" y="197"/>
                    </a:lnTo>
                    <a:lnTo>
                      <a:pt x="62" y="203"/>
                    </a:lnTo>
                    <a:lnTo>
                      <a:pt x="64" y="205"/>
                    </a:lnTo>
                    <a:lnTo>
                      <a:pt x="68" y="208"/>
                    </a:lnTo>
                    <a:lnTo>
                      <a:pt x="68" y="208"/>
                    </a:lnTo>
                    <a:lnTo>
                      <a:pt x="72" y="209"/>
                    </a:lnTo>
                    <a:lnTo>
                      <a:pt x="76" y="209"/>
                    </a:lnTo>
                    <a:lnTo>
                      <a:pt x="83" y="208"/>
                    </a:lnTo>
                    <a:lnTo>
                      <a:pt x="90" y="204"/>
                    </a:lnTo>
                    <a:lnTo>
                      <a:pt x="96" y="200"/>
                    </a:lnTo>
                    <a:lnTo>
                      <a:pt x="96" y="200"/>
                    </a:lnTo>
                    <a:lnTo>
                      <a:pt x="98" y="193"/>
                    </a:lnTo>
                    <a:lnTo>
                      <a:pt x="101" y="185"/>
                    </a:lnTo>
                    <a:lnTo>
                      <a:pt x="104" y="177"/>
                    </a:lnTo>
                    <a:lnTo>
                      <a:pt x="104" y="169"/>
                    </a:lnTo>
                    <a:lnTo>
                      <a:pt x="104" y="169"/>
                    </a:lnTo>
                    <a:lnTo>
                      <a:pt x="104" y="159"/>
                    </a:lnTo>
                    <a:lnTo>
                      <a:pt x="101" y="149"/>
                    </a:lnTo>
                    <a:lnTo>
                      <a:pt x="98" y="141"/>
                    </a:lnTo>
                    <a:lnTo>
                      <a:pt x="94" y="133"/>
                    </a:lnTo>
                    <a:lnTo>
                      <a:pt x="94" y="133"/>
                    </a:lnTo>
                    <a:lnTo>
                      <a:pt x="90" y="132"/>
                    </a:lnTo>
                    <a:lnTo>
                      <a:pt x="87" y="130"/>
                    </a:lnTo>
                    <a:lnTo>
                      <a:pt x="83" y="128"/>
                    </a:lnTo>
                    <a:lnTo>
                      <a:pt x="79" y="128"/>
                    </a:lnTo>
                    <a:lnTo>
                      <a:pt x="79" y="128"/>
                    </a:lnTo>
                    <a:lnTo>
                      <a:pt x="75" y="129"/>
                    </a:lnTo>
                    <a:lnTo>
                      <a:pt x="71" y="132"/>
                    </a:lnTo>
                    <a:lnTo>
                      <a:pt x="71" y="132"/>
                    </a:lnTo>
                    <a:close/>
                    <a:moveTo>
                      <a:pt x="7" y="204"/>
                    </a:moveTo>
                    <a:lnTo>
                      <a:pt x="7" y="204"/>
                    </a:lnTo>
                    <a:lnTo>
                      <a:pt x="6" y="207"/>
                    </a:lnTo>
                    <a:lnTo>
                      <a:pt x="4" y="209"/>
                    </a:lnTo>
                    <a:lnTo>
                      <a:pt x="6" y="213"/>
                    </a:lnTo>
                    <a:lnTo>
                      <a:pt x="6" y="218"/>
                    </a:lnTo>
                    <a:lnTo>
                      <a:pt x="6" y="218"/>
                    </a:lnTo>
                    <a:lnTo>
                      <a:pt x="18" y="226"/>
                    </a:lnTo>
                    <a:lnTo>
                      <a:pt x="32" y="232"/>
                    </a:lnTo>
                    <a:lnTo>
                      <a:pt x="32" y="232"/>
                    </a:lnTo>
                    <a:lnTo>
                      <a:pt x="30" y="226"/>
                    </a:lnTo>
                    <a:lnTo>
                      <a:pt x="32" y="222"/>
                    </a:lnTo>
                    <a:lnTo>
                      <a:pt x="33" y="219"/>
                    </a:lnTo>
                    <a:lnTo>
                      <a:pt x="33" y="219"/>
                    </a:lnTo>
                    <a:lnTo>
                      <a:pt x="21" y="211"/>
                    </a:lnTo>
                    <a:lnTo>
                      <a:pt x="7" y="204"/>
                    </a:lnTo>
                    <a:lnTo>
                      <a:pt x="7" y="204"/>
                    </a:lnTo>
                    <a:close/>
                    <a:moveTo>
                      <a:pt x="98" y="212"/>
                    </a:moveTo>
                    <a:lnTo>
                      <a:pt x="98" y="212"/>
                    </a:lnTo>
                    <a:lnTo>
                      <a:pt x="74" y="218"/>
                    </a:lnTo>
                    <a:lnTo>
                      <a:pt x="48" y="220"/>
                    </a:lnTo>
                    <a:lnTo>
                      <a:pt x="48" y="220"/>
                    </a:lnTo>
                    <a:lnTo>
                      <a:pt x="48" y="220"/>
                    </a:lnTo>
                    <a:lnTo>
                      <a:pt x="47" y="222"/>
                    </a:lnTo>
                    <a:lnTo>
                      <a:pt x="47" y="222"/>
                    </a:lnTo>
                    <a:lnTo>
                      <a:pt x="47" y="222"/>
                    </a:lnTo>
                    <a:lnTo>
                      <a:pt x="47" y="222"/>
                    </a:lnTo>
                    <a:lnTo>
                      <a:pt x="40" y="222"/>
                    </a:lnTo>
                    <a:lnTo>
                      <a:pt x="34" y="220"/>
                    </a:lnTo>
                    <a:lnTo>
                      <a:pt x="34" y="220"/>
                    </a:lnTo>
                    <a:lnTo>
                      <a:pt x="33" y="224"/>
                    </a:lnTo>
                    <a:lnTo>
                      <a:pt x="33" y="227"/>
                    </a:lnTo>
                    <a:lnTo>
                      <a:pt x="34" y="234"/>
                    </a:lnTo>
                    <a:lnTo>
                      <a:pt x="34" y="234"/>
                    </a:lnTo>
                    <a:lnTo>
                      <a:pt x="36" y="237"/>
                    </a:lnTo>
                    <a:lnTo>
                      <a:pt x="40" y="238"/>
                    </a:lnTo>
                    <a:lnTo>
                      <a:pt x="48" y="237"/>
                    </a:lnTo>
                    <a:lnTo>
                      <a:pt x="48" y="237"/>
                    </a:lnTo>
                    <a:lnTo>
                      <a:pt x="66" y="231"/>
                    </a:lnTo>
                    <a:lnTo>
                      <a:pt x="87" y="227"/>
                    </a:lnTo>
                    <a:lnTo>
                      <a:pt x="87" y="227"/>
                    </a:lnTo>
                    <a:lnTo>
                      <a:pt x="102" y="226"/>
                    </a:lnTo>
                    <a:lnTo>
                      <a:pt x="102" y="226"/>
                    </a:lnTo>
                    <a:lnTo>
                      <a:pt x="112" y="224"/>
                    </a:lnTo>
                    <a:lnTo>
                      <a:pt x="119" y="223"/>
                    </a:lnTo>
                    <a:lnTo>
                      <a:pt x="119" y="223"/>
                    </a:lnTo>
                    <a:lnTo>
                      <a:pt x="121" y="220"/>
                    </a:lnTo>
                    <a:lnTo>
                      <a:pt x="121" y="216"/>
                    </a:lnTo>
                    <a:lnTo>
                      <a:pt x="123" y="211"/>
                    </a:lnTo>
                    <a:lnTo>
                      <a:pt x="123" y="211"/>
                    </a:lnTo>
                    <a:lnTo>
                      <a:pt x="116" y="209"/>
                    </a:lnTo>
                    <a:lnTo>
                      <a:pt x="111" y="211"/>
                    </a:lnTo>
                    <a:lnTo>
                      <a:pt x="98" y="212"/>
                    </a:lnTo>
                    <a:lnTo>
                      <a:pt x="98" y="212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52" name="Freeform 4222"/>
              <p:cNvSpPr>
                <a:spLocks noEditPoints="1"/>
              </p:cNvSpPr>
              <p:nvPr/>
            </p:nvSpPr>
            <p:spPr bwMode="auto">
              <a:xfrm>
                <a:off x="5381630" y="3062289"/>
                <a:ext cx="63500" cy="115888"/>
              </a:xfrm>
              <a:custGeom>
                <a:avLst/>
                <a:gdLst/>
                <a:ahLst/>
                <a:cxnLst>
                  <a:cxn ang="0">
                    <a:pos x="31" y="11"/>
                  </a:cxn>
                  <a:cxn ang="0">
                    <a:pos x="36" y="19"/>
                  </a:cxn>
                  <a:cxn ang="0">
                    <a:pos x="40" y="34"/>
                  </a:cxn>
                  <a:cxn ang="0">
                    <a:pos x="38" y="47"/>
                  </a:cxn>
                  <a:cxn ang="0">
                    <a:pos x="38" y="57"/>
                  </a:cxn>
                  <a:cxn ang="0">
                    <a:pos x="34" y="65"/>
                  </a:cxn>
                  <a:cxn ang="0">
                    <a:pos x="19" y="72"/>
                  </a:cxn>
                  <a:cxn ang="0">
                    <a:pos x="10" y="73"/>
                  </a:cxn>
                  <a:cxn ang="0">
                    <a:pos x="3" y="62"/>
                  </a:cxn>
                  <a:cxn ang="0">
                    <a:pos x="0" y="53"/>
                  </a:cxn>
                  <a:cxn ang="0">
                    <a:pos x="2" y="37"/>
                  </a:cxn>
                  <a:cxn ang="0">
                    <a:pos x="6" y="26"/>
                  </a:cxn>
                  <a:cxn ang="0">
                    <a:pos x="10" y="13"/>
                  </a:cxn>
                  <a:cxn ang="0">
                    <a:pos x="16" y="5"/>
                  </a:cxn>
                  <a:cxn ang="0">
                    <a:pos x="23" y="1"/>
                  </a:cxn>
                  <a:cxn ang="0">
                    <a:pos x="10" y="23"/>
                  </a:cxn>
                  <a:cxn ang="0">
                    <a:pos x="23" y="19"/>
                  </a:cxn>
                  <a:cxn ang="0">
                    <a:pos x="29" y="26"/>
                  </a:cxn>
                  <a:cxn ang="0">
                    <a:pos x="26" y="35"/>
                  </a:cxn>
                  <a:cxn ang="0">
                    <a:pos x="36" y="54"/>
                  </a:cxn>
                  <a:cxn ang="0">
                    <a:pos x="37" y="45"/>
                  </a:cxn>
                  <a:cxn ang="0">
                    <a:pos x="38" y="34"/>
                  </a:cxn>
                  <a:cxn ang="0">
                    <a:pos x="37" y="23"/>
                  </a:cxn>
                  <a:cxn ang="0">
                    <a:pos x="34" y="15"/>
                  </a:cxn>
                  <a:cxn ang="0">
                    <a:pos x="29" y="5"/>
                  </a:cxn>
                  <a:cxn ang="0">
                    <a:pos x="19" y="7"/>
                  </a:cxn>
                  <a:cxn ang="0">
                    <a:pos x="11" y="13"/>
                  </a:cxn>
                  <a:cxn ang="0">
                    <a:pos x="7" y="28"/>
                  </a:cxn>
                  <a:cxn ang="0">
                    <a:pos x="7" y="43"/>
                  </a:cxn>
                  <a:cxn ang="0">
                    <a:pos x="4" y="51"/>
                  </a:cxn>
                  <a:cxn ang="0">
                    <a:pos x="6" y="62"/>
                  </a:cxn>
                  <a:cxn ang="0">
                    <a:pos x="18" y="68"/>
                  </a:cxn>
                  <a:cxn ang="0">
                    <a:pos x="23" y="56"/>
                  </a:cxn>
                  <a:cxn ang="0">
                    <a:pos x="14" y="60"/>
                  </a:cxn>
                  <a:cxn ang="0">
                    <a:pos x="11" y="45"/>
                  </a:cxn>
                  <a:cxn ang="0">
                    <a:pos x="23" y="47"/>
                  </a:cxn>
                  <a:cxn ang="0">
                    <a:pos x="27" y="62"/>
                  </a:cxn>
                  <a:cxn ang="0">
                    <a:pos x="26" y="39"/>
                  </a:cxn>
                  <a:cxn ang="0">
                    <a:pos x="11" y="37"/>
                  </a:cxn>
                  <a:cxn ang="0">
                    <a:pos x="10" y="27"/>
                  </a:cxn>
                  <a:cxn ang="0">
                    <a:pos x="11" y="34"/>
                  </a:cxn>
                  <a:cxn ang="0">
                    <a:pos x="21" y="39"/>
                  </a:cxn>
                  <a:cxn ang="0">
                    <a:pos x="19" y="37"/>
                  </a:cxn>
                  <a:cxn ang="0">
                    <a:pos x="16" y="24"/>
                  </a:cxn>
                  <a:cxn ang="0">
                    <a:pos x="18" y="20"/>
                  </a:cxn>
                  <a:cxn ang="0">
                    <a:pos x="23" y="23"/>
                  </a:cxn>
                  <a:cxn ang="0">
                    <a:pos x="23" y="22"/>
                  </a:cxn>
                  <a:cxn ang="0">
                    <a:pos x="27" y="30"/>
                  </a:cxn>
                  <a:cxn ang="0">
                    <a:pos x="26" y="32"/>
                  </a:cxn>
                  <a:cxn ang="0">
                    <a:pos x="21" y="34"/>
                  </a:cxn>
                  <a:cxn ang="0">
                    <a:pos x="19" y="51"/>
                  </a:cxn>
                  <a:cxn ang="0">
                    <a:pos x="15" y="46"/>
                  </a:cxn>
                  <a:cxn ang="0">
                    <a:pos x="14" y="50"/>
                  </a:cxn>
                  <a:cxn ang="0">
                    <a:pos x="15" y="53"/>
                  </a:cxn>
                  <a:cxn ang="0">
                    <a:pos x="15" y="47"/>
                  </a:cxn>
                  <a:cxn ang="0">
                    <a:pos x="23" y="53"/>
                  </a:cxn>
                  <a:cxn ang="0">
                    <a:pos x="22" y="51"/>
                  </a:cxn>
                  <a:cxn ang="0">
                    <a:pos x="19" y="54"/>
                  </a:cxn>
                  <a:cxn ang="0">
                    <a:pos x="14" y="57"/>
                  </a:cxn>
                  <a:cxn ang="0">
                    <a:pos x="30" y="64"/>
                  </a:cxn>
                  <a:cxn ang="0">
                    <a:pos x="21" y="69"/>
                  </a:cxn>
                  <a:cxn ang="0">
                    <a:pos x="25" y="68"/>
                  </a:cxn>
                </a:cxnLst>
                <a:rect l="0" t="0" r="r" b="b"/>
                <a:pathLst>
                  <a:path w="40" h="73">
                    <a:moveTo>
                      <a:pt x="25" y="0"/>
                    </a:moveTo>
                    <a:lnTo>
                      <a:pt x="25" y="0"/>
                    </a:lnTo>
                    <a:lnTo>
                      <a:pt x="26" y="3"/>
                    </a:lnTo>
                    <a:lnTo>
                      <a:pt x="29" y="4"/>
                    </a:lnTo>
                    <a:lnTo>
                      <a:pt x="31" y="7"/>
                    </a:lnTo>
                    <a:lnTo>
                      <a:pt x="31" y="11"/>
                    </a:lnTo>
                    <a:lnTo>
                      <a:pt x="31" y="11"/>
                    </a:lnTo>
                    <a:lnTo>
                      <a:pt x="34" y="12"/>
                    </a:lnTo>
                    <a:lnTo>
                      <a:pt x="36" y="13"/>
                    </a:lnTo>
                    <a:lnTo>
                      <a:pt x="37" y="16"/>
                    </a:lnTo>
                    <a:lnTo>
                      <a:pt x="36" y="19"/>
                    </a:lnTo>
                    <a:lnTo>
                      <a:pt x="36" y="19"/>
                    </a:lnTo>
                    <a:lnTo>
                      <a:pt x="38" y="20"/>
                    </a:lnTo>
                    <a:lnTo>
                      <a:pt x="40" y="23"/>
                    </a:lnTo>
                    <a:lnTo>
                      <a:pt x="40" y="26"/>
                    </a:lnTo>
                    <a:lnTo>
                      <a:pt x="37" y="28"/>
                    </a:lnTo>
                    <a:lnTo>
                      <a:pt x="37" y="28"/>
                    </a:lnTo>
                    <a:lnTo>
                      <a:pt x="40" y="34"/>
                    </a:lnTo>
                    <a:lnTo>
                      <a:pt x="40" y="37"/>
                    </a:lnTo>
                    <a:lnTo>
                      <a:pt x="37" y="38"/>
                    </a:lnTo>
                    <a:lnTo>
                      <a:pt x="37" y="38"/>
                    </a:lnTo>
                    <a:lnTo>
                      <a:pt x="40" y="41"/>
                    </a:lnTo>
                    <a:lnTo>
                      <a:pt x="40" y="45"/>
                    </a:lnTo>
                    <a:lnTo>
                      <a:pt x="38" y="47"/>
                    </a:lnTo>
                    <a:lnTo>
                      <a:pt x="37" y="49"/>
                    </a:lnTo>
                    <a:lnTo>
                      <a:pt x="37" y="49"/>
                    </a:lnTo>
                    <a:lnTo>
                      <a:pt x="38" y="56"/>
                    </a:lnTo>
                    <a:lnTo>
                      <a:pt x="38" y="56"/>
                    </a:lnTo>
                    <a:lnTo>
                      <a:pt x="38" y="57"/>
                    </a:lnTo>
                    <a:lnTo>
                      <a:pt x="38" y="57"/>
                    </a:lnTo>
                    <a:lnTo>
                      <a:pt x="36" y="57"/>
                    </a:lnTo>
                    <a:lnTo>
                      <a:pt x="33" y="58"/>
                    </a:lnTo>
                    <a:lnTo>
                      <a:pt x="33" y="58"/>
                    </a:lnTo>
                    <a:lnTo>
                      <a:pt x="34" y="62"/>
                    </a:lnTo>
                    <a:lnTo>
                      <a:pt x="34" y="65"/>
                    </a:lnTo>
                    <a:lnTo>
                      <a:pt x="34" y="65"/>
                    </a:lnTo>
                    <a:lnTo>
                      <a:pt x="29" y="68"/>
                    </a:lnTo>
                    <a:lnTo>
                      <a:pt x="27" y="69"/>
                    </a:lnTo>
                    <a:lnTo>
                      <a:pt x="26" y="72"/>
                    </a:lnTo>
                    <a:lnTo>
                      <a:pt x="26" y="72"/>
                    </a:lnTo>
                    <a:lnTo>
                      <a:pt x="23" y="73"/>
                    </a:lnTo>
                    <a:lnTo>
                      <a:pt x="19" y="72"/>
                    </a:lnTo>
                    <a:lnTo>
                      <a:pt x="19" y="72"/>
                    </a:lnTo>
                    <a:lnTo>
                      <a:pt x="18" y="69"/>
                    </a:lnTo>
                    <a:lnTo>
                      <a:pt x="18" y="69"/>
                    </a:lnTo>
                    <a:lnTo>
                      <a:pt x="14" y="72"/>
                    </a:lnTo>
                    <a:lnTo>
                      <a:pt x="11" y="73"/>
                    </a:lnTo>
                    <a:lnTo>
                      <a:pt x="10" y="73"/>
                    </a:lnTo>
                    <a:lnTo>
                      <a:pt x="10" y="73"/>
                    </a:lnTo>
                    <a:lnTo>
                      <a:pt x="8" y="71"/>
                    </a:lnTo>
                    <a:lnTo>
                      <a:pt x="7" y="68"/>
                    </a:lnTo>
                    <a:lnTo>
                      <a:pt x="3" y="64"/>
                    </a:lnTo>
                    <a:lnTo>
                      <a:pt x="3" y="64"/>
                    </a:lnTo>
                    <a:lnTo>
                      <a:pt x="3" y="62"/>
                    </a:lnTo>
                    <a:lnTo>
                      <a:pt x="4" y="61"/>
                    </a:lnTo>
                    <a:lnTo>
                      <a:pt x="7" y="57"/>
                    </a:lnTo>
                    <a:lnTo>
                      <a:pt x="7" y="57"/>
                    </a:lnTo>
                    <a:lnTo>
                      <a:pt x="4" y="54"/>
                    </a:lnTo>
                    <a:lnTo>
                      <a:pt x="0" y="53"/>
                    </a:lnTo>
                    <a:lnTo>
                      <a:pt x="0" y="53"/>
                    </a:lnTo>
                    <a:lnTo>
                      <a:pt x="0" y="50"/>
                    </a:lnTo>
                    <a:lnTo>
                      <a:pt x="0" y="49"/>
                    </a:lnTo>
                    <a:lnTo>
                      <a:pt x="3" y="45"/>
                    </a:lnTo>
                    <a:lnTo>
                      <a:pt x="3" y="45"/>
                    </a:lnTo>
                    <a:lnTo>
                      <a:pt x="3" y="41"/>
                    </a:lnTo>
                    <a:lnTo>
                      <a:pt x="2" y="37"/>
                    </a:lnTo>
                    <a:lnTo>
                      <a:pt x="0" y="34"/>
                    </a:lnTo>
                    <a:lnTo>
                      <a:pt x="0" y="30"/>
                    </a:lnTo>
                    <a:lnTo>
                      <a:pt x="0" y="30"/>
                    </a:lnTo>
                    <a:lnTo>
                      <a:pt x="3" y="27"/>
                    </a:lnTo>
                    <a:lnTo>
                      <a:pt x="6" y="26"/>
                    </a:lnTo>
                    <a:lnTo>
                      <a:pt x="6" y="26"/>
                    </a:lnTo>
                    <a:lnTo>
                      <a:pt x="4" y="22"/>
                    </a:lnTo>
                    <a:lnTo>
                      <a:pt x="4" y="16"/>
                    </a:lnTo>
                    <a:lnTo>
                      <a:pt x="4" y="16"/>
                    </a:lnTo>
                    <a:lnTo>
                      <a:pt x="7" y="15"/>
                    </a:lnTo>
                    <a:lnTo>
                      <a:pt x="10" y="13"/>
                    </a:lnTo>
                    <a:lnTo>
                      <a:pt x="10" y="13"/>
                    </a:lnTo>
                    <a:lnTo>
                      <a:pt x="8" y="9"/>
                    </a:lnTo>
                    <a:lnTo>
                      <a:pt x="8" y="7"/>
                    </a:lnTo>
                    <a:lnTo>
                      <a:pt x="8" y="7"/>
                    </a:lnTo>
                    <a:lnTo>
                      <a:pt x="12" y="5"/>
                    </a:lnTo>
                    <a:lnTo>
                      <a:pt x="16" y="5"/>
                    </a:lnTo>
                    <a:lnTo>
                      <a:pt x="16" y="5"/>
                    </a:lnTo>
                    <a:lnTo>
                      <a:pt x="16" y="3"/>
                    </a:lnTo>
                    <a:lnTo>
                      <a:pt x="18" y="1"/>
                    </a:lnTo>
                    <a:lnTo>
                      <a:pt x="18" y="1"/>
                    </a:lnTo>
                    <a:lnTo>
                      <a:pt x="22" y="3"/>
                    </a:lnTo>
                    <a:lnTo>
                      <a:pt x="22" y="3"/>
                    </a:lnTo>
                    <a:lnTo>
                      <a:pt x="23" y="1"/>
                    </a:lnTo>
                    <a:lnTo>
                      <a:pt x="25" y="0"/>
                    </a:lnTo>
                    <a:lnTo>
                      <a:pt x="25" y="0"/>
                    </a:lnTo>
                    <a:close/>
                    <a:moveTo>
                      <a:pt x="10" y="27"/>
                    </a:moveTo>
                    <a:lnTo>
                      <a:pt x="10" y="27"/>
                    </a:lnTo>
                    <a:lnTo>
                      <a:pt x="10" y="23"/>
                    </a:lnTo>
                    <a:lnTo>
                      <a:pt x="10" y="23"/>
                    </a:lnTo>
                    <a:lnTo>
                      <a:pt x="11" y="20"/>
                    </a:lnTo>
                    <a:lnTo>
                      <a:pt x="14" y="19"/>
                    </a:lnTo>
                    <a:lnTo>
                      <a:pt x="18" y="17"/>
                    </a:lnTo>
                    <a:lnTo>
                      <a:pt x="21" y="19"/>
                    </a:lnTo>
                    <a:lnTo>
                      <a:pt x="21" y="19"/>
                    </a:lnTo>
                    <a:lnTo>
                      <a:pt x="23" y="19"/>
                    </a:lnTo>
                    <a:lnTo>
                      <a:pt x="25" y="19"/>
                    </a:lnTo>
                    <a:lnTo>
                      <a:pt x="27" y="20"/>
                    </a:lnTo>
                    <a:lnTo>
                      <a:pt x="29" y="23"/>
                    </a:lnTo>
                    <a:lnTo>
                      <a:pt x="26" y="26"/>
                    </a:lnTo>
                    <a:lnTo>
                      <a:pt x="26" y="26"/>
                    </a:lnTo>
                    <a:lnTo>
                      <a:pt x="29" y="26"/>
                    </a:lnTo>
                    <a:lnTo>
                      <a:pt x="30" y="27"/>
                    </a:lnTo>
                    <a:lnTo>
                      <a:pt x="30" y="31"/>
                    </a:lnTo>
                    <a:lnTo>
                      <a:pt x="29" y="34"/>
                    </a:lnTo>
                    <a:lnTo>
                      <a:pt x="27" y="35"/>
                    </a:lnTo>
                    <a:lnTo>
                      <a:pt x="26" y="35"/>
                    </a:lnTo>
                    <a:lnTo>
                      <a:pt x="26" y="35"/>
                    </a:lnTo>
                    <a:lnTo>
                      <a:pt x="31" y="43"/>
                    </a:lnTo>
                    <a:lnTo>
                      <a:pt x="33" y="49"/>
                    </a:lnTo>
                    <a:lnTo>
                      <a:pt x="33" y="56"/>
                    </a:lnTo>
                    <a:lnTo>
                      <a:pt x="33" y="56"/>
                    </a:lnTo>
                    <a:lnTo>
                      <a:pt x="34" y="54"/>
                    </a:lnTo>
                    <a:lnTo>
                      <a:pt x="36" y="54"/>
                    </a:lnTo>
                    <a:lnTo>
                      <a:pt x="36" y="54"/>
                    </a:lnTo>
                    <a:lnTo>
                      <a:pt x="34" y="49"/>
                    </a:lnTo>
                    <a:lnTo>
                      <a:pt x="34" y="49"/>
                    </a:lnTo>
                    <a:lnTo>
                      <a:pt x="36" y="46"/>
                    </a:lnTo>
                    <a:lnTo>
                      <a:pt x="37" y="45"/>
                    </a:lnTo>
                    <a:lnTo>
                      <a:pt x="37" y="45"/>
                    </a:lnTo>
                    <a:lnTo>
                      <a:pt x="37" y="41"/>
                    </a:lnTo>
                    <a:lnTo>
                      <a:pt x="36" y="38"/>
                    </a:lnTo>
                    <a:lnTo>
                      <a:pt x="36" y="38"/>
                    </a:lnTo>
                    <a:lnTo>
                      <a:pt x="37" y="37"/>
                    </a:lnTo>
                    <a:lnTo>
                      <a:pt x="38" y="34"/>
                    </a:lnTo>
                    <a:lnTo>
                      <a:pt x="38" y="34"/>
                    </a:lnTo>
                    <a:lnTo>
                      <a:pt x="37" y="31"/>
                    </a:lnTo>
                    <a:lnTo>
                      <a:pt x="36" y="28"/>
                    </a:lnTo>
                    <a:lnTo>
                      <a:pt x="36" y="28"/>
                    </a:lnTo>
                    <a:lnTo>
                      <a:pt x="37" y="26"/>
                    </a:lnTo>
                    <a:lnTo>
                      <a:pt x="37" y="24"/>
                    </a:lnTo>
                    <a:lnTo>
                      <a:pt x="37" y="23"/>
                    </a:lnTo>
                    <a:lnTo>
                      <a:pt x="37" y="23"/>
                    </a:lnTo>
                    <a:lnTo>
                      <a:pt x="34" y="22"/>
                    </a:lnTo>
                    <a:lnTo>
                      <a:pt x="33" y="20"/>
                    </a:lnTo>
                    <a:lnTo>
                      <a:pt x="33" y="20"/>
                    </a:lnTo>
                    <a:lnTo>
                      <a:pt x="34" y="17"/>
                    </a:lnTo>
                    <a:lnTo>
                      <a:pt x="34" y="15"/>
                    </a:lnTo>
                    <a:lnTo>
                      <a:pt x="34" y="15"/>
                    </a:lnTo>
                    <a:lnTo>
                      <a:pt x="31" y="13"/>
                    </a:lnTo>
                    <a:lnTo>
                      <a:pt x="29" y="12"/>
                    </a:lnTo>
                    <a:lnTo>
                      <a:pt x="29" y="11"/>
                    </a:lnTo>
                    <a:lnTo>
                      <a:pt x="29" y="11"/>
                    </a:lnTo>
                    <a:lnTo>
                      <a:pt x="29" y="5"/>
                    </a:lnTo>
                    <a:lnTo>
                      <a:pt x="29" y="5"/>
                    </a:lnTo>
                    <a:lnTo>
                      <a:pt x="27" y="5"/>
                    </a:lnTo>
                    <a:lnTo>
                      <a:pt x="25" y="4"/>
                    </a:lnTo>
                    <a:lnTo>
                      <a:pt x="19" y="4"/>
                    </a:lnTo>
                    <a:lnTo>
                      <a:pt x="19" y="4"/>
                    </a:lnTo>
                    <a:lnTo>
                      <a:pt x="19" y="7"/>
                    </a:lnTo>
                    <a:lnTo>
                      <a:pt x="16" y="8"/>
                    </a:lnTo>
                    <a:lnTo>
                      <a:pt x="14" y="7"/>
                    </a:lnTo>
                    <a:lnTo>
                      <a:pt x="11" y="8"/>
                    </a:lnTo>
                    <a:lnTo>
                      <a:pt x="11" y="8"/>
                    </a:lnTo>
                    <a:lnTo>
                      <a:pt x="11" y="11"/>
                    </a:lnTo>
                    <a:lnTo>
                      <a:pt x="11" y="13"/>
                    </a:lnTo>
                    <a:lnTo>
                      <a:pt x="11" y="15"/>
                    </a:lnTo>
                    <a:lnTo>
                      <a:pt x="11" y="15"/>
                    </a:lnTo>
                    <a:lnTo>
                      <a:pt x="6" y="17"/>
                    </a:lnTo>
                    <a:lnTo>
                      <a:pt x="6" y="17"/>
                    </a:lnTo>
                    <a:lnTo>
                      <a:pt x="8" y="26"/>
                    </a:lnTo>
                    <a:lnTo>
                      <a:pt x="7" y="28"/>
                    </a:lnTo>
                    <a:lnTo>
                      <a:pt x="3" y="30"/>
                    </a:lnTo>
                    <a:lnTo>
                      <a:pt x="3" y="30"/>
                    </a:lnTo>
                    <a:lnTo>
                      <a:pt x="3" y="34"/>
                    </a:lnTo>
                    <a:lnTo>
                      <a:pt x="4" y="37"/>
                    </a:lnTo>
                    <a:lnTo>
                      <a:pt x="6" y="41"/>
                    </a:lnTo>
                    <a:lnTo>
                      <a:pt x="7" y="43"/>
                    </a:lnTo>
                    <a:lnTo>
                      <a:pt x="7" y="43"/>
                    </a:lnTo>
                    <a:lnTo>
                      <a:pt x="4" y="47"/>
                    </a:lnTo>
                    <a:lnTo>
                      <a:pt x="3" y="49"/>
                    </a:lnTo>
                    <a:lnTo>
                      <a:pt x="3" y="50"/>
                    </a:lnTo>
                    <a:lnTo>
                      <a:pt x="3" y="50"/>
                    </a:lnTo>
                    <a:lnTo>
                      <a:pt x="4" y="51"/>
                    </a:lnTo>
                    <a:lnTo>
                      <a:pt x="6" y="53"/>
                    </a:lnTo>
                    <a:lnTo>
                      <a:pt x="8" y="54"/>
                    </a:lnTo>
                    <a:lnTo>
                      <a:pt x="8" y="57"/>
                    </a:lnTo>
                    <a:lnTo>
                      <a:pt x="8" y="57"/>
                    </a:lnTo>
                    <a:lnTo>
                      <a:pt x="7" y="60"/>
                    </a:lnTo>
                    <a:lnTo>
                      <a:pt x="6" y="62"/>
                    </a:lnTo>
                    <a:lnTo>
                      <a:pt x="6" y="62"/>
                    </a:lnTo>
                    <a:lnTo>
                      <a:pt x="10" y="66"/>
                    </a:lnTo>
                    <a:lnTo>
                      <a:pt x="12" y="71"/>
                    </a:lnTo>
                    <a:lnTo>
                      <a:pt x="12" y="71"/>
                    </a:lnTo>
                    <a:lnTo>
                      <a:pt x="15" y="68"/>
                    </a:lnTo>
                    <a:lnTo>
                      <a:pt x="18" y="68"/>
                    </a:lnTo>
                    <a:lnTo>
                      <a:pt x="19" y="68"/>
                    </a:lnTo>
                    <a:lnTo>
                      <a:pt x="19" y="68"/>
                    </a:lnTo>
                    <a:lnTo>
                      <a:pt x="23" y="65"/>
                    </a:lnTo>
                    <a:lnTo>
                      <a:pt x="25" y="61"/>
                    </a:lnTo>
                    <a:lnTo>
                      <a:pt x="25" y="57"/>
                    </a:lnTo>
                    <a:lnTo>
                      <a:pt x="23" y="56"/>
                    </a:lnTo>
                    <a:lnTo>
                      <a:pt x="22" y="54"/>
                    </a:lnTo>
                    <a:lnTo>
                      <a:pt x="22" y="54"/>
                    </a:lnTo>
                    <a:lnTo>
                      <a:pt x="22" y="57"/>
                    </a:lnTo>
                    <a:lnTo>
                      <a:pt x="21" y="60"/>
                    </a:lnTo>
                    <a:lnTo>
                      <a:pt x="18" y="60"/>
                    </a:lnTo>
                    <a:lnTo>
                      <a:pt x="14" y="60"/>
                    </a:lnTo>
                    <a:lnTo>
                      <a:pt x="14" y="60"/>
                    </a:lnTo>
                    <a:lnTo>
                      <a:pt x="11" y="57"/>
                    </a:lnTo>
                    <a:lnTo>
                      <a:pt x="10" y="53"/>
                    </a:lnTo>
                    <a:lnTo>
                      <a:pt x="10" y="49"/>
                    </a:lnTo>
                    <a:lnTo>
                      <a:pt x="11" y="45"/>
                    </a:lnTo>
                    <a:lnTo>
                      <a:pt x="11" y="45"/>
                    </a:lnTo>
                    <a:lnTo>
                      <a:pt x="15" y="43"/>
                    </a:lnTo>
                    <a:lnTo>
                      <a:pt x="18" y="42"/>
                    </a:lnTo>
                    <a:lnTo>
                      <a:pt x="19" y="42"/>
                    </a:lnTo>
                    <a:lnTo>
                      <a:pt x="19" y="42"/>
                    </a:lnTo>
                    <a:lnTo>
                      <a:pt x="22" y="45"/>
                    </a:lnTo>
                    <a:lnTo>
                      <a:pt x="23" y="47"/>
                    </a:lnTo>
                    <a:lnTo>
                      <a:pt x="23" y="47"/>
                    </a:lnTo>
                    <a:lnTo>
                      <a:pt x="25" y="49"/>
                    </a:lnTo>
                    <a:lnTo>
                      <a:pt x="26" y="50"/>
                    </a:lnTo>
                    <a:lnTo>
                      <a:pt x="26" y="50"/>
                    </a:lnTo>
                    <a:lnTo>
                      <a:pt x="26" y="56"/>
                    </a:lnTo>
                    <a:lnTo>
                      <a:pt x="27" y="62"/>
                    </a:lnTo>
                    <a:lnTo>
                      <a:pt x="27" y="62"/>
                    </a:lnTo>
                    <a:lnTo>
                      <a:pt x="30" y="57"/>
                    </a:lnTo>
                    <a:lnTo>
                      <a:pt x="30" y="50"/>
                    </a:lnTo>
                    <a:lnTo>
                      <a:pt x="29" y="43"/>
                    </a:lnTo>
                    <a:lnTo>
                      <a:pt x="26" y="39"/>
                    </a:lnTo>
                    <a:lnTo>
                      <a:pt x="26" y="39"/>
                    </a:lnTo>
                    <a:lnTo>
                      <a:pt x="23" y="42"/>
                    </a:lnTo>
                    <a:lnTo>
                      <a:pt x="19" y="41"/>
                    </a:lnTo>
                    <a:lnTo>
                      <a:pt x="15" y="39"/>
                    </a:lnTo>
                    <a:lnTo>
                      <a:pt x="14" y="37"/>
                    </a:lnTo>
                    <a:lnTo>
                      <a:pt x="14" y="37"/>
                    </a:lnTo>
                    <a:lnTo>
                      <a:pt x="11" y="37"/>
                    </a:lnTo>
                    <a:lnTo>
                      <a:pt x="10" y="37"/>
                    </a:lnTo>
                    <a:lnTo>
                      <a:pt x="10" y="37"/>
                    </a:lnTo>
                    <a:lnTo>
                      <a:pt x="10" y="34"/>
                    </a:lnTo>
                    <a:lnTo>
                      <a:pt x="10" y="32"/>
                    </a:lnTo>
                    <a:lnTo>
                      <a:pt x="10" y="27"/>
                    </a:lnTo>
                    <a:lnTo>
                      <a:pt x="10" y="27"/>
                    </a:lnTo>
                    <a:close/>
                    <a:moveTo>
                      <a:pt x="12" y="23"/>
                    </a:moveTo>
                    <a:lnTo>
                      <a:pt x="12" y="23"/>
                    </a:lnTo>
                    <a:lnTo>
                      <a:pt x="12" y="26"/>
                    </a:lnTo>
                    <a:lnTo>
                      <a:pt x="12" y="28"/>
                    </a:lnTo>
                    <a:lnTo>
                      <a:pt x="11" y="31"/>
                    </a:lnTo>
                    <a:lnTo>
                      <a:pt x="11" y="34"/>
                    </a:lnTo>
                    <a:lnTo>
                      <a:pt x="11" y="34"/>
                    </a:lnTo>
                    <a:lnTo>
                      <a:pt x="12" y="32"/>
                    </a:lnTo>
                    <a:lnTo>
                      <a:pt x="14" y="34"/>
                    </a:lnTo>
                    <a:lnTo>
                      <a:pt x="16" y="35"/>
                    </a:lnTo>
                    <a:lnTo>
                      <a:pt x="18" y="38"/>
                    </a:lnTo>
                    <a:lnTo>
                      <a:pt x="21" y="39"/>
                    </a:lnTo>
                    <a:lnTo>
                      <a:pt x="21" y="39"/>
                    </a:lnTo>
                    <a:lnTo>
                      <a:pt x="23" y="38"/>
                    </a:lnTo>
                    <a:lnTo>
                      <a:pt x="23" y="35"/>
                    </a:lnTo>
                    <a:lnTo>
                      <a:pt x="23" y="35"/>
                    </a:lnTo>
                    <a:lnTo>
                      <a:pt x="22" y="37"/>
                    </a:lnTo>
                    <a:lnTo>
                      <a:pt x="19" y="37"/>
                    </a:lnTo>
                    <a:lnTo>
                      <a:pt x="19" y="37"/>
                    </a:lnTo>
                    <a:lnTo>
                      <a:pt x="16" y="34"/>
                    </a:lnTo>
                    <a:lnTo>
                      <a:pt x="14" y="31"/>
                    </a:lnTo>
                    <a:lnTo>
                      <a:pt x="14" y="27"/>
                    </a:lnTo>
                    <a:lnTo>
                      <a:pt x="15" y="26"/>
                    </a:lnTo>
                    <a:lnTo>
                      <a:pt x="16" y="24"/>
                    </a:lnTo>
                    <a:lnTo>
                      <a:pt x="16" y="24"/>
                    </a:lnTo>
                    <a:lnTo>
                      <a:pt x="19" y="24"/>
                    </a:lnTo>
                    <a:lnTo>
                      <a:pt x="22" y="24"/>
                    </a:lnTo>
                    <a:lnTo>
                      <a:pt x="22" y="24"/>
                    </a:lnTo>
                    <a:lnTo>
                      <a:pt x="21" y="22"/>
                    </a:lnTo>
                    <a:lnTo>
                      <a:pt x="18" y="20"/>
                    </a:lnTo>
                    <a:lnTo>
                      <a:pt x="15" y="20"/>
                    </a:lnTo>
                    <a:lnTo>
                      <a:pt x="12" y="23"/>
                    </a:lnTo>
                    <a:lnTo>
                      <a:pt x="12" y="23"/>
                    </a:lnTo>
                    <a:close/>
                    <a:moveTo>
                      <a:pt x="23" y="22"/>
                    </a:moveTo>
                    <a:lnTo>
                      <a:pt x="23" y="22"/>
                    </a:lnTo>
                    <a:lnTo>
                      <a:pt x="23" y="23"/>
                    </a:lnTo>
                    <a:lnTo>
                      <a:pt x="25" y="24"/>
                    </a:lnTo>
                    <a:lnTo>
                      <a:pt x="25" y="24"/>
                    </a:lnTo>
                    <a:lnTo>
                      <a:pt x="26" y="23"/>
                    </a:lnTo>
                    <a:lnTo>
                      <a:pt x="26" y="20"/>
                    </a:lnTo>
                    <a:lnTo>
                      <a:pt x="26" y="20"/>
                    </a:lnTo>
                    <a:lnTo>
                      <a:pt x="23" y="22"/>
                    </a:lnTo>
                    <a:lnTo>
                      <a:pt x="23" y="22"/>
                    </a:lnTo>
                    <a:lnTo>
                      <a:pt x="23" y="22"/>
                    </a:lnTo>
                    <a:close/>
                    <a:moveTo>
                      <a:pt x="26" y="32"/>
                    </a:moveTo>
                    <a:lnTo>
                      <a:pt x="26" y="32"/>
                    </a:lnTo>
                    <a:lnTo>
                      <a:pt x="27" y="31"/>
                    </a:lnTo>
                    <a:lnTo>
                      <a:pt x="27" y="30"/>
                    </a:lnTo>
                    <a:lnTo>
                      <a:pt x="26" y="27"/>
                    </a:lnTo>
                    <a:lnTo>
                      <a:pt x="23" y="27"/>
                    </a:lnTo>
                    <a:lnTo>
                      <a:pt x="23" y="27"/>
                    </a:lnTo>
                    <a:lnTo>
                      <a:pt x="23" y="30"/>
                    </a:lnTo>
                    <a:lnTo>
                      <a:pt x="26" y="32"/>
                    </a:lnTo>
                    <a:lnTo>
                      <a:pt x="26" y="32"/>
                    </a:lnTo>
                    <a:close/>
                    <a:moveTo>
                      <a:pt x="18" y="27"/>
                    </a:moveTo>
                    <a:lnTo>
                      <a:pt x="18" y="27"/>
                    </a:lnTo>
                    <a:lnTo>
                      <a:pt x="16" y="30"/>
                    </a:lnTo>
                    <a:lnTo>
                      <a:pt x="18" y="32"/>
                    </a:lnTo>
                    <a:lnTo>
                      <a:pt x="19" y="34"/>
                    </a:lnTo>
                    <a:lnTo>
                      <a:pt x="21" y="34"/>
                    </a:lnTo>
                    <a:lnTo>
                      <a:pt x="22" y="32"/>
                    </a:lnTo>
                    <a:lnTo>
                      <a:pt x="22" y="32"/>
                    </a:lnTo>
                    <a:lnTo>
                      <a:pt x="19" y="30"/>
                    </a:lnTo>
                    <a:lnTo>
                      <a:pt x="18" y="27"/>
                    </a:lnTo>
                    <a:lnTo>
                      <a:pt x="18" y="27"/>
                    </a:lnTo>
                    <a:close/>
                    <a:moveTo>
                      <a:pt x="19" y="51"/>
                    </a:moveTo>
                    <a:lnTo>
                      <a:pt x="19" y="51"/>
                    </a:lnTo>
                    <a:lnTo>
                      <a:pt x="19" y="50"/>
                    </a:lnTo>
                    <a:lnTo>
                      <a:pt x="21" y="49"/>
                    </a:lnTo>
                    <a:lnTo>
                      <a:pt x="19" y="45"/>
                    </a:lnTo>
                    <a:lnTo>
                      <a:pt x="19" y="45"/>
                    </a:lnTo>
                    <a:lnTo>
                      <a:pt x="15" y="46"/>
                    </a:lnTo>
                    <a:lnTo>
                      <a:pt x="15" y="46"/>
                    </a:lnTo>
                    <a:lnTo>
                      <a:pt x="18" y="47"/>
                    </a:lnTo>
                    <a:lnTo>
                      <a:pt x="19" y="49"/>
                    </a:lnTo>
                    <a:lnTo>
                      <a:pt x="19" y="51"/>
                    </a:lnTo>
                    <a:lnTo>
                      <a:pt x="19" y="51"/>
                    </a:lnTo>
                    <a:close/>
                    <a:moveTo>
                      <a:pt x="14" y="50"/>
                    </a:moveTo>
                    <a:lnTo>
                      <a:pt x="14" y="50"/>
                    </a:lnTo>
                    <a:lnTo>
                      <a:pt x="15" y="50"/>
                    </a:lnTo>
                    <a:lnTo>
                      <a:pt x="14" y="51"/>
                    </a:lnTo>
                    <a:lnTo>
                      <a:pt x="14" y="51"/>
                    </a:lnTo>
                    <a:lnTo>
                      <a:pt x="15" y="53"/>
                    </a:lnTo>
                    <a:lnTo>
                      <a:pt x="15" y="53"/>
                    </a:lnTo>
                    <a:lnTo>
                      <a:pt x="15" y="53"/>
                    </a:lnTo>
                    <a:lnTo>
                      <a:pt x="15" y="50"/>
                    </a:lnTo>
                    <a:lnTo>
                      <a:pt x="16" y="49"/>
                    </a:lnTo>
                    <a:lnTo>
                      <a:pt x="16" y="49"/>
                    </a:lnTo>
                    <a:lnTo>
                      <a:pt x="15" y="47"/>
                    </a:lnTo>
                    <a:lnTo>
                      <a:pt x="15" y="47"/>
                    </a:lnTo>
                    <a:lnTo>
                      <a:pt x="15" y="47"/>
                    </a:lnTo>
                    <a:lnTo>
                      <a:pt x="14" y="50"/>
                    </a:lnTo>
                    <a:lnTo>
                      <a:pt x="14" y="50"/>
                    </a:lnTo>
                    <a:close/>
                    <a:moveTo>
                      <a:pt x="22" y="51"/>
                    </a:moveTo>
                    <a:lnTo>
                      <a:pt x="22" y="51"/>
                    </a:lnTo>
                    <a:lnTo>
                      <a:pt x="23" y="53"/>
                    </a:lnTo>
                    <a:lnTo>
                      <a:pt x="23" y="53"/>
                    </a:lnTo>
                    <a:lnTo>
                      <a:pt x="25" y="50"/>
                    </a:lnTo>
                    <a:lnTo>
                      <a:pt x="25" y="50"/>
                    </a:lnTo>
                    <a:lnTo>
                      <a:pt x="23" y="50"/>
                    </a:lnTo>
                    <a:lnTo>
                      <a:pt x="23" y="50"/>
                    </a:lnTo>
                    <a:lnTo>
                      <a:pt x="22" y="51"/>
                    </a:lnTo>
                    <a:lnTo>
                      <a:pt x="22" y="51"/>
                    </a:lnTo>
                    <a:close/>
                    <a:moveTo>
                      <a:pt x="19" y="58"/>
                    </a:moveTo>
                    <a:lnTo>
                      <a:pt x="19" y="58"/>
                    </a:lnTo>
                    <a:lnTo>
                      <a:pt x="21" y="53"/>
                    </a:lnTo>
                    <a:lnTo>
                      <a:pt x="21" y="53"/>
                    </a:lnTo>
                    <a:lnTo>
                      <a:pt x="19" y="54"/>
                    </a:lnTo>
                    <a:lnTo>
                      <a:pt x="18" y="54"/>
                    </a:lnTo>
                    <a:lnTo>
                      <a:pt x="16" y="56"/>
                    </a:lnTo>
                    <a:lnTo>
                      <a:pt x="15" y="57"/>
                    </a:lnTo>
                    <a:lnTo>
                      <a:pt x="15" y="57"/>
                    </a:lnTo>
                    <a:lnTo>
                      <a:pt x="14" y="56"/>
                    </a:lnTo>
                    <a:lnTo>
                      <a:pt x="14" y="57"/>
                    </a:lnTo>
                    <a:lnTo>
                      <a:pt x="16" y="58"/>
                    </a:lnTo>
                    <a:lnTo>
                      <a:pt x="19" y="58"/>
                    </a:lnTo>
                    <a:lnTo>
                      <a:pt x="19" y="58"/>
                    </a:lnTo>
                    <a:close/>
                    <a:moveTo>
                      <a:pt x="29" y="64"/>
                    </a:moveTo>
                    <a:lnTo>
                      <a:pt x="29" y="64"/>
                    </a:lnTo>
                    <a:lnTo>
                      <a:pt x="30" y="64"/>
                    </a:lnTo>
                    <a:lnTo>
                      <a:pt x="31" y="62"/>
                    </a:lnTo>
                    <a:lnTo>
                      <a:pt x="31" y="60"/>
                    </a:lnTo>
                    <a:lnTo>
                      <a:pt x="31" y="60"/>
                    </a:lnTo>
                    <a:lnTo>
                      <a:pt x="29" y="64"/>
                    </a:lnTo>
                    <a:lnTo>
                      <a:pt x="29" y="64"/>
                    </a:lnTo>
                    <a:close/>
                    <a:moveTo>
                      <a:pt x="21" y="69"/>
                    </a:moveTo>
                    <a:lnTo>
                      <a:pt x="21" y="69"/>
                    </a:lnTo>
                    <a:lnTo>
                      <a:pt x="23" y="71"/>
                    </a:lnTo>
                    <a:lnTo>
                      <a:pt x="23" y="71"/>
                    </a:lnTo>
                    <a:lnTo>
                      <a:pt x="25" y="69"/>
                    </a:lnTo>
                    <a:lnTo>
                      <a:pt x="25" y="68"/>
                    </a:lnTo>
                    <a:lnTo>
                      <a:pt x="25" y="68"/>
                    </a:lnTo>
                    <a:lnTo>
                      <a:pt x="25" y="68"/>
                    </a:lnTo>
                    <a:lnTo>
                      <a:pt x="22" y="68"/>
                    </a:lnTo>
                    <a:lnTo>
                      <a:pt x="21" y="69"/>
                    </a:lnTo>
                    <a:lnTo>
                      <a:pt x="21" y="69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</p:grpSp>
      </p:grpSp>
      <p:pic>
        <p:nvPicPr>
          <p:cNvPr id="53" name="图片 52" descr="星星桌子细节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7360" y="51435"/>
            <a:ext cx="662940" cy="662940"/>
          </a:xfrm>
          <a:prstGeom prst="rect">
            <a:avLst/>
          </a:prstGeom>
        </p:spPr>
      </p:pic>
      <p:pic>
        <p:nvPicPr>
          <p:cNvPr id="54" name="图片 53" descr="星星桌子细节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7515" y="1397635"/>
            <a:ext cx="688975" cy="6889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3250">
        <p15:prstTrans prst="origami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4"/>
          <p:cNvGrpSpPr/>
          <p:nvPr/>
        </p:nvGrpSpPr>
        <p:grpSpPr bwMode="auto">
          <a:xfrm>
            <a:off x="255270" y="2629535"/>
            <a:ext cx="2032000" cy="1037590"/>
            <a:chOff x="1224528" y="3262594"/>
            <a:chExt cx="2206622" cy="439537"/>
          </a:xfrm>
        </p:grpSpPr>
        <p:sp>
          <p:nvSpPr>
            <p:cNvPr id="28" name="矩形 7"/>
            <p:cNvSpPr>
              <a:spLocks noChangeArrowheads="1"/>
            </p:cNvSpPr>
            <p:nvPr/>
          </p:nvSpPr>
          <p:spPr bwMode="auto">
            <a:xfrm>
              <a:off x="1224528" y="3262594"/>
              <a:ext cx="2206622" cy="4298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 b="1" dirty="0">
                  <a:solidFill>
                    <a:schemeClr val="bg1"/>
                  </a:solidFill>
                  <a:latin typeface="方正静蕾简体" pitchFamily="2" charset="-122"/>
                  <a:ea typeface="方正静蕾简体" pitchFamily="2" charset="-122"/>
                </a:rPr>
                <a:t>如何保证场景中的所有线索都被触发？</a:t>
              </a:r>
              <a:endParaRPr lang="zh-CN" altLang="en-US" sz="2000" b="1" dirty="0">
                <a:solidFill>
                  <a:schemeClr val="bg1"/>
                </a:solidFill>
                <a:latin typeface="方正静蕾简体" pitchFamily="2" charset="-122"/>
                <a:ea typeface="方正静蕾简体" pitchFamily="2" charset="-122"/>
              </a:endParaRPr>
            </a:p>
          </p:txBody>
        </p:sp>
        <p:cxnSp>
          <p:nvCxnSpPr>
            <p:cNvPr id="27" name="直接连接符 26"/>
            <p:cNvCxnSpPr/>
            <p:nvPr/>
          </p:nvCxnSpPr>
          <p:spPr>
            <a:xfrm flipV="1">
              <a:off x="1405970" y="3699966"/>
              <a:ext cx="1927894" cy="2165"/>
            </a:xfrm>
            <a:prstGeom prst="line">
              <a:avLst/>
            </a:prstGeom>
            <a:ln w="9525">
              <a:solidFill>
                <a:schemeClr val="bg1"/>
              </a:solidFill>
              <a:head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组合 4"/>
          <p:cNvGrpSpPr/>
          <p:nvPr/>
        </p:nvGrpSpPr>
        <p:grpSpPr bwMode="auto">
          <a:xfrm>
            <a:off x="6797675" y="2694305"/>
            <a:ext cx="2201545" cy="1938020"/>
            <a:chOff x="1218800" y="3284497"/>
            <a:chExt cx="2206622" cy="1680373"/>
          </a:xfrm>
        </p:grpSpPr>
        <p:sp>
          <p:nvSpPr>
            <p:cNvPr id="33" name="矩形 7"/>
            <p:cNvSpPr>
              <a:spLocks noChangeArrowheads="1"/>
            </p:cNvSpPr>
            <p:nvPr/>
          </p:nvSpPr>
          <p:spPr bwMode="auto">
            <a:xfrm>
              <a:off x="1218800" y="3284497"/>
              <a:ext cx="2206622" cy="16803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 b="1" dirty="0">
                  <a:solidFill>
                    <a:schemeClr val="bg1"/>
                  </a:solidFill>
                  <a:latin typeface="方正静蕾简体" pitchFamily="2" charset="-122"/>
                  <a:ea typeface="方正静蕾简体" pitchFamily="2" charset="-122"/>
                </a:rPr>
                <a:t>如何控制线索与提示物出现的顺序？</a:t>
              </a:r>
              <a:endParaRPr lang="zh-CN" altLang="en-US" sz="2000" b="1" dirty="0">
                <a:solidFill>
                  <a:schemeClr val="bg1"/>
                </a:solidFill>
                <a:latin typeface="方正静蕾简体" pitchFamily="2" charset="-122"/>
                <a:ea typeface="方正静蕾简体" pitchFamily="2" charset="-122"/>
              </a:endParaRPr>
            </a:p>
            <a:p>
              <a:pPr algn="l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2000" b="1" dirty="0">
                <a:solidFill>
                  <a:schemeClr val="bg1"/>
                </a:solidFill>
                <a:latin typeface="方正静蕾简体" pitchFamily="2" charset="-122"/>
                <a:ea typeface="方正静蕾简体" pitchFamily="2" charset="-122"/>
              </a:endParaRPr>
            </a:p>
            <a:p>
              <a:pPr algn="l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2000" b="1" dirty="0">
                <a:solidFill>
                  <a:schemeClr val="bg1"/>
                </a:solidFill>
                <a:latin typeface="方正静蕾简体" pitchFamily="2" charset="-122"/>
                <a:ea typeface="方正静蕾简体" pitchFamily="2" charset="-122"/>
              </a:endParaRPr>
            </a:p>
            <a:p>
              <a:pPr algn="l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2000" b="1" dirty="0">
                <a:solidFill>
                  <a:schemeClr val="bg1"/>
                </a:solidFill>
                <a:latin typeface="方正静蕾简体" pitchFamily="2" charset="-122"/>
                <a:ea typeface="方正静蕾简体" pitchFamily="2" charset="-122"/>
              </a:endParaRPr>
            </a:p>
          </p:txBody>
        </p:sp>
        <p:cxnSp>
          <p:nvCxnSpPr>
            <p:cNvPr id="32" name="直接连接符 31"/>
            <p:cNvCxnSpPr/>
            <p:nvPr/>
          </p:nvCxnSpPr>
          <p:spPr>
            <a:xfrm flipV="1">
              <a:off x="1353298" y="4215597"/>
              <a:ext cx="1927894" cy="2165"/>
            </a:xfrm>
            <a:prstGeom prst="line">
              <a:avLst/>
            </a:prstGeom>
            <a:ln w="9525">
              <a:solidFill>
                <a:schemeClr val="bg1"/>
              </a:solidFill>
              <a:head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TextBox 41"/>
          <p:cNvSpPr txBox="1"/>
          <p:nvPr/>
        </p:nvSpPr>
        <p:spPr>
          <a:xfrm>
            <a:off x="928370" y="153035"/>
            <a:ext cx="392938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bg1"/>
                </a:solidFill>
                <a:latin typeface="方正静蕾简体" pitchFamily="2" charset="-122"/>
                <a:ea typeface="方正静蕾简体" pitchFamily="2" charset="-122"/>
              </a:rPr>
              <a:t>难点攻克</a:t>
            </a:r>
            <a:endParaRPr lang="zh-CN" altLang="en-US" sz="2800" dirty="0">
              <a:solidFill>
                <a:schemeClr val="bg1"/>
              </a:solidFill>
              <a:latin typeface="方正静蕾简体" pitchFamily="2" charset="-122"/>
              <a:ea typeface="方正静蕾简体" pitchFamily="2" charset="-122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683260" y="1347470"/>
            <a:ext cx="1176020" cy="1176655"/>
            <a:chOff x="1419" y="1796"/>
            <a:chExt cx="1852" cy="1853"/>
          </a:xfrm>
        </p:grpSpPr>
        <p:sp>
          <p:nvSpPr>
            <p:cNvPr id="55" name="流程图: 联系 16"/>
            <p:cNvSpPr>
              <a:spLocks noChangeArrowheads="1"/>
            </p:cNvSpPr>
            <p:nvPr/>
          </p:nvSpPr>
          <p:spPr bwMode="auto">
            <a:xfrm>
              <a:off x="1419" y="1796"/>
              <a:ext cx="1835" cy="1852"/>
            </a:xfrm>
            <a:custGeom>
              <a:avLst/>
              <a:gdLst>
                <a:gd name="T0" fmla="*/ 0 w 1165044"/>
                <a:gd name="T1" fmla="*/ 0 h 1176338"/>
                <a:gd name="T2" fmla="*/ 0 60000 65536"/>
                <a:gd name="T3" fmla="*/ 0 w 1165044"/>
                <a:gd name="T4" fmla="*/ 0 h 1176338"/>
                <a:gd name="T5" fmla="*/ 1165044 w 1165044"/>
                <a:gd name="T6" fmla="*/ 1176338 h 1176338"/>
              </a:gdLst>
              <a:ahLst/>
              <a:cxnLst>
                <a:cxn ang="T2">
                  <a:pos x="T0" y="T1"/>
                </a:cxn>
              </a:cxnLst>
              <a:rect l="T3" t="T4" r="T5" b="T6"/>
              <a:pathLst>
                <a:path w="1165044" h="1176338">
                  <a:moveTo>
                    <a:pt x="576875" y="0"/>
                  </a:moveTo>
                  <a:cubicBezTo>
                    <a:pt x="901712" y="0"/>
                    <a:pt x="1165044" y="263332"/>
                    <a:pt x="1165044" y="588169"/>
                  </a:cubicBezTo>
                  <a:cubicBezTo>
                    <a:pt x="1165044" y="913006"/>
                    <a:pt x="901712" y="1176338"/>
                    <a:pt x="576875" y="1176338"/>
                  </a:cubicBezTo>
                  <a:cubicBezTo>
                    <a:pt x="290390" y="1176338"/>
                    <a:pt x="51743" y="971515"/>
                    <a:pt x="0" y="700201"/>
                  </a:cubicBezTo>
                  <a:lnTo>
                    <a:pt x="149115" y="674724"/>
                  </a:lnTo>
                  <a:cubicBezTo>
                    <a:pt x="185744" y="877542"/>
                    <a:pt x="363381" y="1031075"/>
                    <a:pt x="576877" y="1031075"/>
                  </a:cubicBezTo>
                  <a:cubicBezTo>
                    <a:pt x="817545" y="1031075"/>
                    <a:pt x="1012645" y="835975"/>
                    <a:pt x="1012645" y="595307"/>
                  </a:cubicBezTo>
                  <a:cubicBezTo>
                    <a:pt x="1012645" y="354639"/>
                    <a:pt x="817545" y="159539"/>
                    <a:pt x="576877" y="159539"/>
                  </a:cubicBezTo>
                  <a:lnTo>
                    <a:pt x="573779" y="159851"/>
                  </a:lnTo>
                  <a:lnTo>
                    <a:pt x="573779" y="312"/>
                  </a:lnTo>
                  <a:cubicBezTo>
                    <a:pt x="574809" y="3"/>
                    <a:pt x="575842" y="0"/>
                    <a:pt x="576875" y="0"/>
                  </a:cubicBezTo>
                  <a:close/>
                </a:path>
              </a:pathLst>
            </a:custGeom>
            <a:solidFill>
              <a:schemeClr val="bg1"/>
            </a:solidFill>
            <a:ln w="25400" cap="flat" cmpd="sng">
              <a:noFill/>
              <a:bevel/>
            </a:ln>
          </p:spPr>
          <p:txBody>
            <a:bodyPr anchor="ctr"/>
            <a:p>
              <a:pPr algn="ctr"/>
              <a:endParaRPr lang="zh-CN" altLang="zh-CN">
                <a:solidFill>
                  <a:srgbClr val="FFFFFF"/>
                </a:solidFill>
                <a:latin typeface="方正静蕾简体" pitchFamily="2" charset="-122"/>
                <a:ea typeface="方正静蕾简体" pitchFamily="2" charset="-122"/>
              </a:endParaRPr>
            </a:p>
          </p:txBody>
        </p:sp>
        <p:grpSp>
          <p:nvGrpSpPr>
            <p:cNvPr id="56" name="组合 55"/>
            <p:cNvGrpSpPr/>
            <p:nvPr/>
          </p:nvGrpSpPr>
          <p:grpSpPr>
            <a:xfrm>
              <a:off x="1419" y="1797"/>
              <a:ext cx="1853" cy="1852"/>
              <a:chOff x="4501" y="1472"/>
              <a:chExt cx="1853" cy="1852"/>
            </a:xfrm>
          </p:grpSpPr>
          <p:sp>
            <p:nvSpPr>
              <p:cNvPr id="57" name="流程图: 联系 16"/>
              <p:cNvSpPr>
                <a:spLocks noChangeArrowheads="1"/>
              </p:cNvSpPr>
              <p:nvPr/>
            </p:nvSpPr>
            <p:spPr bwMode="auto">
              <a:xfrm>
                <a:off x="4501" y="1472"/>
                <a:ext cx="1853" cy="1852"/>
              </a:xfrm>
              <a:custGeom>
                <a:avLst/>
                <a:gdLst>
                  <a:gd name="T0" fmla="*/ 0 w 1176338"/>
                  <a:gd name="T1" fmla="*/ 0 h 1176338"/>
                  <a:gd name="T2" fmla="*/ 0 60000 65536"/>
                  <a:gd name="T3" fmla="*/ 0 w 1176338"/>
                  <a:gd name="T4" fmla="*/ 0 h 1176338"/>
                  <a:gd name="T5" fmla="*/ 1176338 w 1176338"/>
                  <a:gd name="T6" fmla="*/ 1176338 h 1176338"/>
                </a:gdLst>
                <a:ahLst/>
                <a:cxnLst>
                  <a:cxn ang="T2">
                    <a:pos x="T0" y="T1"/>
                  </a:cxn>
                </a:cxnLst>
                <a:rect l="T3" t="T4" r="T5" b="T6"/>
                <a:pathLst>
                  <a:path w="1176338" h="1176338">
                    <a:moveTo>
                      <a:pt x="588171" y="159539"/>
                    </a:moveTo>
                    <a:cubicBezTo>
                      <a:pt x="347503" y="159539"/>
                      <a:pt x="152403" y="354639"/>
                      <a:pt x="152403" y="595307"/>
                    </a:cubicBezTo>
                    <a:cubicBezTo>
                      <a:pt x="152403" y="835975"/>
                      <a:pt x="347503" y="1031075"/>
                      <a:pt x="588171" y="1031075"/>
                    </a:cubicBezTo>
                    <a:cubicBezTo>
                      <a:pt x="828839" y="1031075"/>
                      <a:pt x="1023939" y="835975"/>
                      <a:pt x="1023939" y="595307"/>
                    </a:cubicBezTo>
                    <a:cubicBezTo>
                      <a:pt x="1023939" y="354639"/>
                      <a:pt x="828839" y="159539"/>
                      <a:pt x="588171" y="159539"/>
                    </a:cubicBezTo>
                    <a:close/>
                    <a:moveTo>
                      <a:pt x="588169" y="0"/>
                    </a:moveTo>
                    <a:cubicBezTo>
                      <a:pt x="913006" y="0"/>
                      <a:pt x="1176338" y="263332"/>
                      <a:pt x="1176338" y="588169"/>
                    </a:cubicBezTo>
                    <a:cubicBezTo>
                      <a:pt x="1176338" y="913006"/>
                      <a:pt x="913006" y="1176338"/>
                      <a:pt x="588169" y="1176338"/>
                    </a:cubicBezTo>
                    <a:cubicBezTo>
                      <a:pt x="263332" y="1176338"/>
                      <a:pt x="0" y="913006"/>
                      <a:pt x="0" y="588169"/>
                    </a:cubicBezTo>
                    <a:cubicBezTo>
                      <a:pt x="0" y="263332"/>
                      <a:pt x="263332" y="0"/>
                      <a:pt x="588169" y="0"/>
                    </a:cubicBezTo>
                    <a:close/>
                  </a:path>
                </a:pathLst>
              </a:custGeom>
              <a:solidFill>
                <a:schemeClr val="bg1">
                  <a:alpha val="50000"/>
                </a:schemeClr>
              </a:solidFill>
              <a:ln w="25400" cap="flat" cmpd="sng">
                <a:noFill/>
                <a:bevel/>
              </a:ln>
            </p:spPr>
            <p:txBody>
              <a:bodyPr anchor="ctr"/>
              <a:p>
                <a:pPr algn="ctr"/>
                <a:endParaRPr lang="zh-CN" altLang="zh-CN" dirty="0">
                  <a:solidFill>
                    <a:schemeClr val="bg1"/>
                  </a:solidFill>
                  <a:latin typeface="方正静蕾简体" pitchFamily="2" charset="-122"/>
                  <a:ea typeface="方正静蕾简体" pitchFamily="2" charset="-122"/>
                </a:endParaRPr>
              </a:p>
            </p:txBody>
          </p:sp>
          <p:sp>
            <p:nvSpPr>
              <p:cNvPr id="58" name="TextBox 19"/>
              <p:cNvSpPr>
                <a:spLocks noChangeArrowheads="1"/>
              </p:cNvSpPr>
              <p:nvPr/>
            </p:nvSpPr>
            <p:spPr bwMode="auto">
              <a:xfrm>
                <a:off x="5064" y="1938"/>
                <a:ext cx="1290" cy="919"/>
              </a:xfrm>
              <a:prstGeom prst="rect">
                <a:avLst/>
              </a:prstGeom>
              <a:noFill/>
              <a:ln w="9525" cmpd="sng">
                <a:noFill/>
                <a:miter lim="800000"/>
              </a:ln>
            </p:spPr>
            <p:txBody>
              <a:bodyPr>
                <a:spAutoFit/>
              </a:bodyPr>
              <a:p>
                <a:r>
                  <a:rPr lang="zh-CN" altLang="en-US" sz="3200" b="1" dirty="0">
                    <a:solidFill>
                      <a:schemeClr val="bg1"/>
                    </a:solidFill>
                    <a:latin typeface="方正静蕾简体" pitchFamily="2" charset="-122"/>
                    <a:ea typeface="方正静蕾简体" pitchFamily="2" charset="-122"/>
                  </a:rPr>
                  <a:t>？</a:t>
                </a:r>
                <a:endParaRPr lang="zh-CN" altLang="en-US" sz="3200" b="1" dirty="0">
                  <a:solidFill>
                    <a:schemeClr val="bg1"/>
                  </a:solidFill>
                  <a:latin typeface="方正静蕾简体" pitchFamily="2" charset="-122"/>
                  <a:ea typeface="方正静蕾简体" pitchFamily="2" charset="-122"/>
                </a:endParaRPr>
              </a:p>
            </p:txBody>
          </p:sp>
        </p:grpSp>
      </p:grpSp>
      <p:grpSp>
        <p:nvGrpSpPr>
          <p:cNvPr id="59" name="组合 58"/>
          <p:cNvGrpSpPr/>
          <p:nvPr/>
        </p:nvGrpSpPr>
        <p:grpSpPr>
          <a:xfrm>
            <a:off x="7310755" y="1348105"/>
            <a:ext cx="1176020" cy="1176655"/>
            <a:chOff x="1419" y="1796"/>
            <a:chExt cx="1852" cy="1853"/>
          </a:xfrm>
        </p:grpSpPr>
        <p:sp>
          <p:nvSpPr>
            <p:cNvPr id="60" name="流程图: 联系 16"/>
            <p:cNvSpPr>
              <a:spLocks noChangeArrowheads="1"/>
            </p:cNvSpPr>
            <p:nvPr/>
          </p:nvSpPr>
          <p:spPr bwMode="auto">
            <a:xfrm>
              <a:off x="1419" y="1796"/>
              <a:ext cx="1835" cy="1852"/>
            </a:xfrm>
            <a:custGeom>
              <a:avLst/>
              <a:gdLst>
                <a:gd name="T0" fmla="*/ 0 w 1165044"/>
                <a:gd name="T1" fmla="*/ 0 h 1176338"/>
                <a:gd name="T2" fmla="*/ 0 60000 65536"/>
                <a:gd name="T3" fmla="*/ 0 w 1165044"/>
                <a:gd name="T4" fmla="*/ 0 h 1176338"/>
                <a:gd name="T5" fmla="*/ 1165044 w 1165044"/>
                <a:gd name="T6" fmla="*/ 1176338 h 1176338"/>
              </a:gdLst>
              <a:ahLst/>
              <a:cxnLst>
                <a:cxn ang="T2">
                  <a:pos x="T0" y="T1"/>
                </a:cxn>
              </a:cxnLst>
              <a:rect l="T3" t="T4" r="T5" b="T6"/>
              <a:pathLst>
                <a:path w="1165044" h="1176338">
                  <a:moveTo>
                    <a:pt x="576875" y="0"/>
                  </a:moveTo>
                  <a:cubicBezTo>
                    <a:pt x="901712" y="0"/>
                    <a:pt x="1165044" y="263332"/>
                    <a:pt x="1165044" y="588169"/>
                  </a:cubicBezTo>
                  <a:cubicBezTo>
                    <a:pt x="1165044" y="913006"/>
                    <a:pt x="901712" y="1176338"/>
                    <a:pt x="576875" y="1176338"/>
                  </a:cubicBezTo>
                  <a:cubicBezTo>
                    <a:pt x="290390" y="1176338"/>
                    <a:pt x="51743" y="971515"/>
                    <a:pt x="0" y="700201"/>
                  </a:cubicBezTo>
                  <a:lnTo>
                    <a:pt x="149115" y="674724"/>
                  </a:lnTo>
                  <a:cubicBezTo>
                    <a:pt x="185744" y="877542"/>
                    <a:pt x="363381" y="1031075"/>
                    <a:pt x="576877" y="1031075"/>
                  </a:cubicBezTo>
                  <a:cubicBezTo>
                    <a:pt x="817545" y="1031075"/>
                    <a:pt x="1012645" y="835975"/>
                    <a:pt x="1012645" y="595307"/>
                  </a:cubicBezTo>
                  <a:cubicBezTo>
                    <a:pt x="1012645" y="354639"/>
                    <a:pt x="817545" y="159539"/>
                    <a:pt x="576877" y="159539"/>
                  </a:cubicBezTo>
                  <a:lnTo>
                    <a:pt x="573779" y="159851"/>
                  </a:lnTo>
                  <a:lnTo>
                    <a:pt x="573779" y="312"/>
                  </a:lnTo>
                  <a:cubicBezTo>
                    <a:pt x="574809" y="3"/>
                    <a:pt x="575842" y="0"/>
                    <a:pt x="576875" y="0"/>
                  </a:cubicBezTo>
                  <a:close/>
                </a:path>
              </a:pathLst>
            </a:custGeom>
            <a:solidFill>
              <a:schemeClr val="bg1"/>
            </a:solidFill>
            <a:ln w="25400" cap="flat" cmpd="sng">
              <a:noFill/>
              <a:bevel/>
            </a:ln>
          </p:spPr>
          <p:txBody>
            <a:bodyPr anchor="ctr"/>
            <a:p>
              <a:pPr algn="ctr"/>
              <a:endParaRPr lang="zh-CN" altLang="zh-CN">
                <a:solidFill>
                  <a:srgbClr val="FFFFFF"/>
                </a:solidFill>
                <a:latin typeface="方正静蕾简体" pitchFamily="2" charset="-122"/>
                <a:ea typeface="方正静蕾简体" pitchFamily="2" charset="-122"/>
              </a:endParaRPr>
            </a:p>
          </p:txBody>
        </p:sp>
        <p:grpSp>
          <p:nvGrpSpPr>
            <p:cNvPr id="61" name="组合 60"/>
            <p:cNvGrpSpPr/>
            <p:nvPr/>
          </p:nvGrpSpPr>
          <p:grpSpPr>
            <a:xfrm>
              <a:off x="1419" y="1797"/>
              <a:ext cx="1853" cy="1852"/>
              <a:chOff x="4501" y="1472"/>
              <a:chExt cx="1853" cy="1852"/>
            </a:xfrm>
          </p:grpSpPr>
          <p:sp>
            <p:nvSpPr>
              <p:cNvPr id="62" name="流程图: 联系 16"/>
              <p:cNvSpPr>
                <a:spLocks noChangeArrowheads="1"/>
              </p:cNvSpPr>
              <p:nvPr/>
            </p:nvSpPr>
            <p:spPr bwMode="auto">
              <a:xfrm>
                <a:off x="4501" y="1472"/>
                <a:ext cx="1853" cy="1852"/>
              </a:xfrm>
              <a:custGeom>
                <a:avLst/>
                <a:gdLst>
                  <a:gd name="T0" fmla="*/ 0 w 1176338"/>
                  <a:gd name="T1" fmla="*/ 0 h 1176338"/>
                  <a:gd name="T2" fmla="*/ 0 60000 65536"/>
                  <a:gd name="T3" fmla="*/ 0 w 1176338"/>
                  <a:gd name="T4" fmla="*/ 0 h 1176338"/>
                  <a:gd name="T5" fmla="*/ 1176338 w 1176338"/>
                  <a:gd name="T6" fmla="*/ 1176338 h 1176338"/>
                </a:gdLst>
                <a:ahLst/>
                <a:cxnLst>
                  <a:cxn ang="T2">
                    <a:pos x="T0" y="T1"/>
                  </a:cxn>
                </a:cxnLst>
                <a:rect l="T3" t="T4" r="T5" b="T6"/>
                <a:pathLst>
                  <a:path w="1176338" h="1176338">
                    <a:moveTo>
                      <a:pt x="588171" y="159539"/>
                    </a:moveTo>
                    <a:cubicBezTo>
                      <a:pt x="347503" y="159539"/>
                      <a:pt x="152403" y="354639"/>
                      <a:pt x="152403" y="595307"/>
                    </a:cubicBezTo>
                    <a:cubicBezTo>
                      <a:pt x="152403" y="835975"/>
                      <a:pt x="347503" y="1031075"/>
                      <a:pt x="588171" y="1031075"/>
                    </a:cubicBezTo>
                    <a:cubicBezTo>
                      <a:pt x="828839" y="1031075"/>
                      <a:pt x="1023939" y="835975"/>
                      <a:pt x="1023939" y="595307"/>
                    </a:cubicBezTo>
                    <a:cubicBezTo>
                      <a:pt x="1023939" y="354639"/>
                      <a:pt x="828839" y="159539"/>
                      <a:pt x="588171" y="159539"/>
                    </a:cubicBezTo>
                    <a:close/>
                    <a:moveTo>
                      <a:pt x="588169" y="0"/>
                    </a:moveTo>
                    <a:cubicBezTo>
                      <a:pt x="913006" y="0"/>
                      <a:pt x="1176338" y="263332"/>
                      <a:pt x="1176338" y="588169"/>
                    </a:cubicBezTo>
                    <a:cubicBezTo>
                      <a:pt x="1176338" y="913006"/>
                      <a:pt x="913006" y="1176338"/>
                      <a:pt x="588169" y="1176338"/>
                    </a:cubicBezTo>
                    <a:cubicBezTo>
                      <a:pt x="263332" y="1176338"/>
                      <a:pt x="0" y="913006"/>
                      <a:pt x="0" y="588169"/>
                    </a:cubicBezTo>
                    <a:cubicBezTo>
                      <a:pt x="0" y="263332"/>
                      <a:pt x="263332" y="0"/>
                      <a:pt x="588169" y="0"/>
                    </a:cubicBezTo>
                    <a:close/>
                  </a:path>
                </a:pathLst>
              </a:custGeom>
              <a:solidFill>
                <a:schemeClr val="bg1">
                  <a:alpha val="50000"/>
                </a:schemeClr>
              </a:solidFill>
              <a:ln w="25400" cap="flat" cmpd="sng">
                <a:noFill/>
                <a:bevel/>
              </a:ln>
            </p:spPr>
            <p:txBody>
              <a:bodyPr anchor="ctr"/>
              <a:p>
                <a:pPr algn="ctr"/>
                <a:endParaRPr lang="zh-CN" altLang="zh-CN" dirty="0">
                  <a:solidFill>
                    <a:schemeClr val="bg1"/>
                  </a:solidFill>
                  <a:latin typeface="方正静蕾简体" pitchFamily="2" charset="-122"/>
                  <a:ea typeface="方正静蕾简体" pitchFamily="2" charset="-122"/>
                </a:endParaRPr>
              </a:p>
            </p:txBody>
          </p:sp>
          <p:sp>
            <p:nvSpPr>
              <p:cNvPr id="63" name="TextBox 19"/>
              <p:cNvSpPr>
                <a:spLocks noChangeArrowheads="1"/>
              </p:cNvSpPr>
              <p:nvPr/>
            </p:nvSpPr>
            <p:spPr bwMode="auto">
              <a:xfrm>
                <a:off x="5064" y="1938"/>
                <a:ext cx="1290" cy="919"/>
              </a:xfrm>
              <a:prstGeom prst="rect">
                <a:avLst/>
              </a:prstGeom>
              <a:noFill/>
              <a:ln w="9525" cmpd="sng">
                <a:noFill/>
                <a:miter lim="800000"/>
              </a:ln>
            </p:spPr>
            <p:txBody>
              <a:bodyPr>
                <a:spAutoFit/>
              </a:bodyPr>
              <a:p>
                <a:r>
                  <a:rPr lang="zh-CN" altLang="en-US" sz="3200" b="1" dirty="0">
                    <a:solidFill>
                      <a:schemeClr val="bg1"/>
                    </a:solidFill>
                    <a:latin typeface="方正静蕾简体" pitchFamily="2" charset="-122"/>
                    <a:ea typeface="方正静蕾简体" pitchFamily="2" charset="-122"/>
                  </a:rPr>
                  <a:t>？</a:t>
                </a:r>
                <a:endParaRPr lang="zh-CN" altLang="en-US" sz="3200" b="1" dirty="0">
                  <a:solidFill>
                    <a:schemeClr val="bg1"/>
                  </a:solidFill>
                  <a:latin typeface="方正静蕾简体" pitchFamily="2" charset="-122"/>
                  <a:ea typeface="方正静蕾简体" pitchFamily="2" charset="-122"/>
                </a:endParaRPr>
              </a:p>
            </p:txBody>
          </p:sp>
        </p:grpSp>
      </p:grpSp>
      <p:pic>
        <p:nvPicPr>
          <p:cNvPr id="64" name="图片 63" descr="星星桌子细节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395" y="69215"/>
            <a:ext cx="688975" cy="68897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7270" y="553720"/>
            <a:ext cx="4170680" cy="3742055"/>
          </a:xfrm>
          <a:prstGeom prst="rect">
            <a:avLst/>
          </a:prstGeom>
        </p:spPr>
      </p:pic>
      <p:pic>
        <p:nvPicPr>
          <p:cNvPr id="5" name="图片 4" descr=")M`3GA]I[`W2NT17%}$DRTY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404745" y="553720"/>
            <a:ext cx="3999230" cy="41960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3250">
        <p15:prstTrans prst="origami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组合 36"/>
          <p:cNvGrpSpPr/>
          <p:nvPr/>
        </p:nvGrpSpPr>
        <p:grpSpPr>
          <a:xfrm>
            <a:off x="683895" y="1347470"/>
            <a:ext cx="1176020" cy="1176655"/>
            <a:chOff x="1419" y="1796"/>
            <a:chExt cx="1852" cy="1853"/>
          </a:xfrm>
        </p:grpSpPr>
        <p:sp>
          <p:nvSpPr>
            <p:cNvPr id="8" name="流程图: 联系 16"/>
            <p:cNvSpPr>
              <a:spLocks noChangeArrowheads="1"/>
            </p:cNvSpPr>
            <p:nvPr/>
          </p:nvSpPr>
          <p:spPr bwMode="auto">
            <a:xfrm>
              <a:off x="1419" y="1796"/>
              <a:ext cx="1835" cy="1852"/>
            </a:xfrm>
            <a:custGeom>
              <a:avLst/>
              <a:gdLst>
                <a:gd name="T0" fmla="*/ 0 w 1165044"/>
                <a:gd name="T1" fmla="*/ 0 h 1176338"/>
                <a:gd name="T2" fmla="*/ 0 60000 65536"/>
                <a:gd name="T3" fmla="*/ 0 w 1165044"/>
                <a:gd name="T4" fmla="*/ 0 h 1176338"/>
                <a:gd name="T5" fmla="*/ 1165044 w 1165044"/>
                <a:gd name="T6" fmla="*/ 1176338 h 1176338"/>
              </a:gdLst>
              <a:ahLst/>
              <a:cxnLst>
                <a:cxn ang="T2">
                  <a:pos x="T0" y="T1"/>
                </a:cxn>
              </a:cxnLst>
              <a:rect l="T3" t="T4" r="T5" b="T6"/>
              <a:pathLst>
                <a:path w="1165044" h="1176338">
                  <a:moveTo>
                    <a:pt x="576875" y="0"/>
                  </a:moveTo>
                  <a:cubicBezTo>
                    <a:pt x="901712" y="0"/>
                    <a:pt x="1165044" y="263332"/>
                    <a:pt x="1165044" y="588169"/>
                  </a:cubicBezTo>
                  <a:cubicBezTo>
                    <a:pt x="1165044" y="913006"/>
                    <a:pt x="901712" y="1176338"/>
                    <a:pt x="576875" y="1176338"/>
                  </a:cubicBezTo>
                  <a:cubicBezTo>
                    <a:pt x="290390" y="1176338"/>
                    <a:pt x="51743" y="971515"/>
                    <a:pt x="0" y="700201"/>
                  </a:cubicBezTo>
                  <a:lnTo>
                    <a:pt x="149115" y="674724"/>
                  </a:lnTo>
                  <a:cubicBezTo>
                    <a:pt x="185744" y="877542"/>
                    <a:pt x="363381" y="1031075"/>
                    <a:pt x="576877" y="1031075"/>
                  </a:cubicBezTo>
                  <a:cubicBezTo>
                    <a:pt x="817545" y="1031075"/>
                    <a:pt x="1012645" y="835975"/>
                    <a:pt x="1012645" y="595307"/>
                  </a:cubicBezTo>
                  <a:cubicBezTo>
                    <a:pt x="1012645" y="354639"/>
                    <a:pt x="817545" y="159539"/>
                    <a:pt x="576877" y="159539"/>
                  </a:cubicBezTo>
                  <a:lnTo>
                    <a:pt x="573779" y="159851"/>
                  </a:lnTo>
                  <a:lnTo>
                    <a:pt x="573779" y="312"/>
                  </a:lnTo>
                  <a:cubicBezTo>
                    <a:pt x="574809" y="3"/>
                    <a:pt x="575842" y="0"/>
                    <a:pt x="576875" y="0"/>
                  </a:cubicBezTo>
                  <a:close/>
                </a:path>
              </a:pathLst>
            </a:custGeom>
            <a:solidFill>
              <a:schemeClr val="bg1"/>
            </a:solidFill>
            <a:ln w="25400" cap="flat" cmpd="sng">
              <a:noFill/>
              <a:bevel/>
            </a:ln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latin typeface="方正静蕾简体" pitchFamily="2" charset="-122"/>
                <a:ea typeface="方正静蕾简体" pitchFamily="2" charset="-122"/>
              </a:endParaRPr>
            </a:p>
          </p:txBody>
        </p:sp>
        <p:grpSp>
          <p:nvGrpSpPr>
            <p:cNvPr id="36" name="组合 35"/>
            <p:cNvGrpSpPr/>
            <p:nvPr/>
          </p:nvGrpSpPr>
          <p:grpSpPr>
            <a:xfrm>
              <a:off x="1419" y="1797"/>
              <a:ext cx="1853" cy="1852"/>
              <a:chOff x="4501" y="1472"/>
              <a:chExt cx="1853" cy="1852"/>
            </a:xfrm>
          </p:grpSpPr>
          <p:sp>
            <p:nvSpPr>
              <p:cNvPr id="7" name="流程图: 联系 16"/>
              <p:cNvSpPr>
                <a:spLocks noChangeArrowheads="1"/>
              </p:cNvSpPr>
              <p:nvPr/>
            </p:nvSpPr>
            <p:spPr bwMode="auto">
              <a:xfrm>
                <a:off x="4501" y="1472"/>
                <a:ext cx="1853" cy="1852"/>
              </a:xfrm>
              <a:custGeom>
                <a:avLst/>
                <a:gdLst>
                  <a:gd name="T0" fmla="*/ 0 w 1176338"/>
                  <a:gd name="T1" fmla="*/ 0 h 1176338"/>
                  <a:gd name="T2" fmla="*/ 0 60000 65536"/>
                  <a:gd name="T3" fmla="*/ 0 w 1176338"/>
                  <a:gd name="T4" fmla="*/ 0 h 1176338"/>
                  <a:gd name="T5" fmla="*/ 1176338 w 1176338"/>
                  <a:gd name="T6" fmla="*/ 1176338 h 1176338"/>
                </a:gdLst>
                <a:ahLst/>
                <a:cxnLst>
                  <a:cxn ang="T2">
                    <a:pos x="T0" y="T1"/>
                  </a:cxn>
                </a:cxnLst>
                <a:rect l="T3" t="T4" r="T5" b="T6"/>
                <a:pathLst>
                  <a:path w="1176338" h="1176338">
                    <a:moveTo>
                      <a:pt x="588171" y="159539"/>
                    </a:moveTo>
                    <a:cubicBezTo>
                      <a:pt x="347503" y="159539"/>
                      <a:pt x="152403" y="354639"/>
                      <a:pt x="152403" y="595307"/>
                    </a:cubicBezTo>
                    <a:cubicBezTo>
                      <a:pt x="152403" y="835975"/>
                      <a:pt x="347503" y="1031075"/>
                      <a:pt x="588171" y="1031075"/>
                    </a:cubicBezTo>
                    <a:cubicBezTo>
                      <a:pt x="828839" y="1031075"/>
                      <a:pt x="1023939" y="835975"/>
                      <a:pt x="1023939" y="595307"/>
                    </a:cubicBezTo>
                    <a:cubicBezTo>
                      <a:pt x="1023939" y="354639"/>
                      <a:pt x="828839" y="159539"/>
                      <a:pt x="588171" y="159539"/>
                    </a:cubicBezTo>
                    <a:close/>
                    <a:moveTo>
                      <a:pt x="588169" y="0"/>
                    </a:moveTo>
                    <a:cubicBezTo>
                      <a:pt x="913006" y="0"/>
                      <a:pt x="1176338" y="263332"/>
                      <a:pt x="1176338" y="588169"/>
                    </a:cubicBezTo>
                    <a:cubicBezTo>
                      <a:pt x="1176338" y="913006"/>
                      <a:pt x="913006" y="1176338"/>
                      <a:pt x="588169" y="1176338"/>
                    </a:cubicBezTo>
                    <a:cubicBezTo>
                      <a:pt x="263332" y="1176338"/>
                      <a:pt x="0" y="913006"/>
                      <a:pt x="0" y="588169"/>
                    </a:cubicBezTo>
                    <a:cubicBezTo>
                      <a:pt x="0" y="263332"/>
                      <a:pt x="263332" y="0"/>
                      <a:pt x="588169" y="0"/>
                    </a:cubicBezTo>
                    <a:close/>
                  </a:path>
                </a:pathLst>
              </a:custGeom>
              <a:solidFill>
                <a:schemeClr val="bg1">
                  <a:alpha val="50000"/>
                </a:schemeClr>
              </a:solidFill>
              <a:ln w="25400" cap="flat" cmpd="sng">
                <a:noFill/>
                <a:bevel/>
              </a:ln>
            </p:spPr>
            <p:txBody>
              <a:bodyPr anchor="ctr"/>
              <a:lstStyle/>
              <a:p>
                <a:pPr algn="ctr"/>
                <a:endParaRPr lang="zh-CN" altLang="zh-CN" dirty="0">
                  <a:solidFill>
                    <a:schemeClr val="bg1"/>
                  </a:solidFill>
                  <a:latin typeface="方正静蕾简体" pitchFamily="2" charset="-122"/>
                  <a:ea typeface="方正静蕾简体" pitchFamily="2" charset="-122"/>
                </a:endParaRPr>
              </a:p>
            </p:txBody>
          </p:sp>
          <p:sp>
            <p:nvSpPr>
              <p:cNvPr id="11" name="TextBox 19"/>
              <p:cNvSpPr>
                <a:spLocks noChangeArrowheads="1"/>
              </p:cNvSpPr>
              <p:nvPr/>
            </p:nvSpPr>
            <p:spPr bwMode="auto">
              <a:xfrm>
                <a:off x="5064" y="1938"/>
                <a:ext cx="1290" cy="919"/>
              </a:xfrm>
              <a:prstGeom prst="rect">
                <a:avLst/>
              </a:prstGeom>
              <a:noFill/>
              <a:ln w="9525" cmpd="sng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r>
                  <a:rPr lang="zh-CN" altLang="en-US" sz="3200" b="1" dirty="0">
                    <a:solidFill>
                      <a:schemeClr val="bg1"/>
                    </a:solidFill>
                    <a:latin typeface="方正静蕾简体" pitchFamily="2" charset="-122"/>
                    <a:ea typeface="方正静蕾简体" pitchFamily="2" charset="-122"/>
                  </a:rPr>
                  <a:t>？</a:t>
                </a:r>
                <a:endParaRPr lang="zh-CN" altLang="en-US" sz="3200" b="1" dirty="0">
                  <a:solidFill>
                    <a:schemeClr val="bg1"/>
                  </a:solidFill>
                  <a:latin typeface="方正静蕾简体" pitchFamily="2" charset="-122"/>
                  <a:ea typeface="方正静蕾简体" pitchFamily="2" charset="-122"/>
                </a:endParaRPr>
              </a:p>
            </p:txBody>
          </p:sp>
        </p:grpSp>
      </p:grpSp>
      <p:grpSp>
        <p:nvGrpSpPr>
          <p:cNvPr id="9" name="组合 4"/>
          <p:cNvGrpSpPr/>
          <p:nvPr/>
        </p:nvGrpSpPr>
        <p:grpSpPr bwMode="auto">
          <a:xfrm>
            <a:off x="285115" y="2673350"/>
            <a:ext cx="2136140" cy="1526540"/>
            <a:chOff x="1180775" y="3262594"/>
            <a:chExt cx="2379690" cy="595698"/>
          </a:xfrm>
        </p:grpSpPr>
        <p:grpSp>
          <p:nvGrpSpPr>
            <p:cNvPr id="15" name="组合 23"/>
            <p:cNvGrpSpPr/>
            <p:nvPr/>
          </p:nvGrpSpPr>
          <p:grpSpPr bwMode="auto">
            <a:xfrm>
              <a:off x="1180775" y="3262594"/>
              <a:ext cx="2379690" cy="595698"/>
              <a:chOff x="609271" y="1333768"/>
              <a:chExt cx="2379690" cy="595698"/>
            </a:xfrm>
          </p:grpSpPr>
          <p:sp>
            <p:nvSpPr>
              <p:cNvPr id="18" name="矩形 7"/>
              <p:cNvSpPr>
                <a:spLocks noChangeArrowheads="1"/>
              </p:cNvSpPr>
              <p:nvPr/>
            </p:nvSpPr>
            <p:spPr bwMode="auto">
              <a:xfrm>
                <a:off x="653024" y="1333768"/>
                <a:ext cx="2206622" cy="2757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2000" b="1" dirty="0">
                    <a:solidFill>
                      <a:schemeClr val="bg1"/>
                    </a:solidFill>
                    <a:latin typeface="方正静蕾简体" pitchFamily="2" charset="-122"/>
                    <a:ea typeface="方正静蕾简体" pitchFamily="2" charset="-122"/>
                  </a:rPr>
                  <a:t>如何保证对话不被其他事件中断</a:t>
                </a:r>
                <a:r>
                  <a:rPr lang="zh-CN" altLang="en-US" sz="2000" b="1" dirty="0">
                    <a:solidFill>
                      <a:schemeClr val="bg1"/>
                    </a:solidFill>
                    <a:latin typeface="方正静蕾简体" pitchFamily="2" charset="-122"/>
                    <a:ea typeface="方正静蕾简体" pitchFamily="2" charset="-122"/>
                  </a:rPr>
                  <a:t>？</a:t>
                </a:r>
                <a:endParaRPr lang="zh-CN" altLang="en-US" sz="2000" b="1" dirty="0">
                  <a:solidFill>
                    <a:schemeClr val="bg1"/>
                  </a:solidFill>
                  <a:latin typeface="方正静蕾简体" pitchFamily="2" charset="-122"/>
                  <a:ea typeface="方正静蕾简体" pitchFamily="2" charset="-122"/>
                </a:endParaRPr>
              </a:p>
            </p:txBody>
          </p:sp>
          <p:sp>
            <p:nvSpPr>
              <p:cNvPr id="19" name="矩形 8"/>
              <p:cNvSpPr>
                <a:spLocks noChangeArrowheads="1"/>
              </p:cNvSpPr>
              <p:nvPr/>
            </p:nvSpPr>
            <p:spPr bwMode="auto">
              <a:xfrm>
                <a:off x="609271" y="1818399"/>
                <a:ext cx="2379690" cy="1110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altLang="zh-CN" sz="1100" dirty="0">
                  <a:solidFill>
                    <a:schemeClr val="bg1"/>
                  </a:solidFill>
                  <a:latin typeface="方正静蕾简体" pitchFamily="2" charset="-122"/>
                  <a:ea typeface="方正静蕾简体" pitchFamily="2" charset="-122"/>
                </a:endParaRPr>
              </a:p>
            </p:txBody>
          </p:sp>
        </p:grpSp>
        <p:cxnSp>
          <p:nvCxnSpPr>
            <p:cNvPr id="17" name="直接连接符 16"/>
            <p:cNvCxnSpPr/>
            <p:nvPr/>
          </p:nvCxnSpPr>
          <p:spPr>
            <a:xfrm flipV="1">
              <a:off x="1407057" y="3653842"/>
              <a:ext cx="1927894" cy="2165"/>
            </a:xfrm>
            <a:prstGeom prst="line">
              <a:avLst/>
            </a:prstGeom>
            <a:ln w="9525">
              <a:solidFill>
                <a:schemeClr val="bg1"/>
              </a:solidFill>
              <a:head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组合 4"/>
          <p:cNvGrpSpPr/>
          <p:nvPr/>
        </p:nvGrpSpPr>
        <p:grpSpPr bwMode="auto">
          <a:xfrm>
            <a:off x="6819900" y="2589530"/>
            <a:ext cx="2022475" cy="1086485"/>
            <a:chOff x="1224528" y="3294488"/>
            <a:chExt cx="2206622" cy="425973"/>
          </a:xfrm>
        </p:grpSpPr>
        <p:sp>
          <p:nvSpPr>
            <p:cNvPr id="23" name="矩形 7"/>
            <p:cNvSpPr>
              <a:spLocks noChangeArrowheads="1"/>
            </p:cNvSpPr>
            <p:nvPr/>
          </p:nvSpPr>
          <p:spPr bwMode="auto">
            <a:xfrm>
              <a:off x="1224528" y="3294488"/>
              <a:ext cx="2206622" cy="3978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bg1"/>
                  </a:solidFill>
                  <a:latin typeface="方正静蕾简体" pitchFamily="2" charset="-122"/>
                  <a:ea typeface="方正静蕾简体" pitchFamily="2" charset="-122"/>
                  <a:sym typeface="+mn-ea"/>
                </a:rPr>
                <a:t>场景切换的同时如何保证音乐连续播放或是切换</a:t>
              </a:r>
              <a:r>
                <a:rPr lang="zh-CN" altLang="en-US" sz="2000" b="1" dirty="0">
                  <a:solidFill>
                    <a:schemeClr val="bg1"/>
                  </a:solidFill>
                  <a:latin typeface="方正静蕾简体" pitchFamily="2" charset="-122"/>
                  <a:ea typeface="方正静蕾简体" pitchFamily="2" charset="-122"/>
                  <a:sym typeface="+mn-ea"/>
                </a:rPr>
                <a:t>？</a:t>
              </a:r>
              <a:endParaRPr lang="zh-CN" altLang="en-US" sz="2000" b="1" dirty="0">
                <a:solidFill>
                  <a:schemeClr val="bg1"/>
                </a:solidFill>
                <a:latin typeface="方正静蕾简体" pitchFamily="2" charset="-122"/>
                <a:ea typeface="方正静蕾简体" pitchFamily="2" charset="-122"/>
                <a:sym typeface="+mn-ea"/>
              </a:endParaRPr>
            </a:p>
          </p:txBody>
        </p:sp>
        <p:cxnSp>
          <p:nvCxnSpPr>
            <p:cNvPr id="22" name="直接连接符 21"/>
            <p:cNvCxnSpPr/>
            <p:nvPr/>
          </p:nvCxnSpPr>
          <p:spPr>
            <a:xfrm flipV="1">
              <a:off x="1363932" y="3718296"/>
              <a:ext cx="1927894" cy="2165"/>
            </a:xfrm>
            <a:prstGeom prst="line">
              <a:avLst/>
            </a:prstGeom>
            <a:ln w="9525">
              <a:solidFill>
                <a:schemeClr val="bg1"/>
              </a:solidFill>
              <a:head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TextBox 41"/>
          <p:cNvSpPr txBox="1"/>
          <p:nvPr/>
        </p:nvSpPr>
        <p:spPr>
          <a:xfrm>
            <a:off x="928370" y="152400"/>
            <a:ext cx="392938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bg1"/>
                </a:solidFill>
                <a:latin typeface="方正静蕾简体" pitchFamily="2" charset="-122"/>
                <a:ea typeface="方正静蕾简体" pitchFamily="2" charset="-122"/>
              </a:rPr>
              <a:t>难点攻克</a:t>
            </a:r>
            <a:endParaRPr lang="zh-CN" altLang="en-US" sz="2800" dirty="0">
              <a:solidFill>
                <a:schemeClr val="bg1"/>
              </a:solidFill>
              <a:latin typeface="方正静蕾简体" pitchFamily="2" charset="-122"/>
              <a:ea typeface="方正静蕾简体" pitchFamily="2" charset="-122"/>
            </a:endParaRPr>
          </a:p>
        </p:txBody>
      </p:sp>
      <p:grpSp>
        <p:nvGrpSpPr>
          <p:cNvPr id="38" name="组合 37"/>
          <p:cNvGrpSpPr/>
          <p:nvPr/>
        </p:nvGrpSpPr>
        <p:grpSpPr>
          <a:xfrm>
            <a:off x="7262495" y="1346835"/>
            <a:ext cx="1176020" cy="1176655"/>
            <a:chOff x="1419" y="1796"/>
            <a:chExt cx="1852" cy="1853"/>
          </a:xfrm>
        </p:grpSpPr>
        <p:sp>
          <p:nvSpPr>
            <p:cNvPr id="39" name="流程图: 联系 16"/>
            <p:cNvSpPr>
              <a:spLocks noChangeArrowheads="1"/>
            </p:cNvSpPr>
            <p:nvPr/>
          </p:nvSpPr>
          <p:spPr bwMode="auto">
            <a:xfrm>
              <a:off x="1419" y="1796"/>
              <a:ext cx="1835" cy="1852"/>
            </a:xfrm>
            <a:custGeom>
              <a:avLst/>
              <a:gdLst>
                <a:gd name="T0" fmla="*/ 0 w 1165044"/>
                <a:gd name="T1" fmla="*/ 0 h 1176338"/>
                <a:gd name="T2" fmla="*/ 0 60000 65536"/>
                <a:gd name="T3" fmla="*/ 0 w 1165044"/>
                <a:gd name="T4" fmla="*/ 0 h 1176338"/>
                <a:gd name="T5" fmla="*/ 1165044 w 1165044"/>
                <a:gd name="T6" fmla="*/ 1176338 h 1176338"/>
              </a:gdLst>
              <a:ahLst/>
              <a:cxnLst>
                <a:cxn ang="T2">
                  <a:pos x="T0" y="T1"/>
                </a:cxn>
              </a:cxnLst>
              <a:rect l="T3" t="T4" r="T5" b="T6"/>
              <a:pathLst>
                <a:path w="1165044" h="1176338">
                  <a:moveTo>
                    <a:pt x="576875" y="0"/>
                  </a:moveTo>
                  <a:cubicBezTo>
                    <a:pt x="901712" y="0"/>
                    <a:pt x="1165044" y="263332"/>
                    <a:pt x="1165044" y="588169"/>
                  </a:cubicBezTo>
                  <a:cubicBezTo>
                    <a:pt x="1165044" y="913006"/>
                    <a:pt x="901712" y="1176338"/>
                    <a:pt x="576875" y="1176338"/>
                  </a:cubicBezTo>
                  <a:cubicBezTo>
                    <a:pt x="290390" y="1176338"/>
                    <a:pt x="51743" y="971515"/>
                    <a:pt x="0" y="700201"/>
                  </a:cubicBezTo>
                  <a:lnTo>
                    <a:pt x="149115" y="674724"/>
                  </a:lnTo>
                  <a:cubicBezTo>
                    <a:pt x="185744" y="877542"/>
                    <a:pt x="363381" y="1031075"/>
                    <a:pt x="576877" y="1031075"/>
                  </a:cubicBezTo>
                  <a:cubicBezTo>
                    <a:pt x="817545" y="1031075"/>
                    <a:pt x="1012645" y="835975"/>
                    <a:pt x="1012645" y="595307"/>
                  </a:cubicBezTo>
                  <a:cubicBezTo>
                    <a:pt x="1012645" y="354639"/>
                    <a:pt x="817545" y="159539"/>
                    <a:pt x="576877" y="159539"/>
                  </a:cubicBezTo>
                  <a:lnTo>
                    <a:pt x="573779" y="159851"/>
                  </a:lnTo>
                  <a:lnTo>
                    <a:pt x="573779" y="312"/>
                  </a:lnTo>
                  <a:cubicBezTo>
                    <a:pt x="574809" y="3"/>
                    <a:pt x="575842" y="0"/>
                    <a:pt x="576875" y="0"/>
                  </a:cubicBezTo>
                  <a:close/>
                </a:path>
              </a:pathLst>
            </a:custGeom>
            <a:solidFill>
              <a:schemeClr val="bg1"/>
            </a:solidFill>
            <a:ln w="25400" cap="flat" cmpd="sng">
              <a:noFill/>
              <a:bevel/>
            </a:ln>
          </p:spPr>
          <p:txBody>
            <a:bodyPr anchor="ctr"/>
            <a:p>
              <a:pPr algn="ctr"/>
              <a:endParaRPr lang="zh-CN" altLang="zh-CN">
                <a:solidFill>
                  <a:srgbClr val="FFFFFF"/>
                </a:solidFill>
                <a:latin typeface="方正静蕾简体" pitchFamily="2" charset="-122"/>
                <a:ea typeface="方正静蕾简体" pitchFamily="2" charset="-122"/>
              </a:endParaRPr>
            </a:p>
          </p:txBody>
        </p:sp>
        <p:grpSp>
          <p:nvGrpSpPr>
            <p:cNvPr id="51" name="组合 50"/>
            <p:cNvGrpSpPr/>
            <p:nvPr/>
          </p:nvGrpSpPr>
          <p:grpSpPr>
            <a:xfrm>
              <a:off x="1419" y="1797"/>
              <a:ext cx="1853" cy="1852"/>
              <a:chOff x="4501" y="1472"/>
              <a:chExt cx="1853" cy="1852"/>
            </a:xfrm>
          </p:grpSpPr>
          <p:sp>
            <p:nvSpPr>
              <p:cNvPr id="52" name="流程图: 联系 16"/>
              <p:cNvSpPr>
                <a:spLocks noChangeArrowheads="1"/>
              </p:cNvSpPr>
              <p:nvPr/>
            </p:nvSpPr>
            <p:spPr bwMode="auto">
              <a:xfrm>
                <a:off x="4501" y="1472"/>
                <a:ext cx="1853" cy="1852"/>
              </a:xfrm>
              <a:custGeom>
                <a:avLst/>
                <a:gdLst>
                  <a:gd name="T0" fmla="*/ 0 w 1176338"/>
                  <a:gd name="T1" fmla="*/ 0 h 1176338"/>
                  <a:gd name="T2" fmla="*/ 0 60000 65536"/>
                  <a:gd name="T3" fmla="*/ 0 w 1176338"/>
                  <a:gd name="T4" fmla="*/ 0 h 1176338"/>
                  <a:gd name="T5" fmla="*/ 1176338 w 1176338"/>
                  <a:gd name="T6" fmla="*/ 1176338 h 1176338"/>
                </a:gdLst>
                <a:ahLst/>
                <a:cxnLst>
                  <a:cxn ang="T2">
                    <a:pos x="T0" y="T1"/>
                  </a:cxn>
                </a:cxnLst>
                <a:rect l="T3" t="T4" r="T5" b="T6"/>
                <a:pathLst>
                  <a:path w="1176338" h="1176338">
                    <a:moveTo>
                      <a:pt x="588171" y="159539"/>
                    </a:moveTo>
                    <a:cubicBezTo>
                      <a:pt x="347503" y="159539"/>
                      <a:pt x="152403" y="354639"/>
                      <a:pt x="152403" y="595307"/>
                    </a:cubicBezTo>
                    <a:cubicBezTo>
                      <a:pt x="152403" y="835975"/>
                      <a:pt x="347503" y="1031075"/>
                      <a:pt x="588171" y="1031075"/>
                    </a:cubicBezTo>
                    <a:cubicBezTo>
                      <a:pt x="828839" y="1031075"/>
                      <a:pt x="1023939" y="835975"/>
                      <a:pt x="1023939" y="595307"/>
                    </a:cubicBezTo>
                    <a:cubicBezTo>
                      <a:pt x="1023939" y="354639"/>
                      <a:pt x="828839" y="159539"/>
                      <a:pt x="588171" y="159539"/>
                    </a:cubicBezTo>
                    <a:close/>
                    <a:moveTo>
                      <a:pt x="588169" y="0"/>
                    </a:moveTo>
                    <a:cubicBezTo>
                      <a:pt x="913006" y="0"/>
                      <a:pt x="1176338" y="263332"/>
                      <a:pt x="1176338" y="588169"/>
                    </a:cubicBezTo>
                    <a:cubicBezTo>
                      <a:pt x="1176338" y="913006"/>
                      <a:pt x="913006" y="1176338"/>
                      <a:pt x="588169" y="1176338"/>
                    </a:cubicBezTo>
                    <a:cubicBezTo>
                      <a:pt x="263332" y="1176338"/>
                      <a:pt x="0" y="913006"/>
                      <a:pt x="0" y="588169"/>
                    </a:cubicBezTo>
                    <a:cubicBezTo>
                      <a:pt x="0" y="263332"/>
                      <a:pt x="263332" y="0"/>
                      <a:pt x="588169" y="0"/>
                    </a:cubicBezTo>
                    <a:close/>
                  </a:path>
                </a:pathLst>
              </a:custGeom>
              <a:solidFill>
                <a:schemeClr val="bg1">
                  <a:alpha val="50000"/>
                </a:schemeClr>
              </a:solidFill>
              <a:ln w="25400" cap="flat" cmpd="sng">
                <a:noFill/>
                <a:bevel/>
              </a:ln>
            </p:spPr>
            <p:txBody>
              <a:bodyPr anchor="ctr"/>
              <a:p>
                <a:pPr algn="ctr"/>
                <a:endParaRPr lang="zh-CN" altLang="zh-CN" dirty="0">
                  <a:solidFill>
                    <a:schemeClr val="bg1"/>
                  </a:solidFill>
                  <a:latin typeface="方正静蕾简体" pitchFamily="2" charset="-122"/>
                  <a:ea typeface="方正静蕾简体" pitchFamily="2" charset="-122"/>
                </a:endParaRPr>
              </a:p>
            </p:txBody>
          </p:sp>
          <p:sp>
            <p:nvSpPr>
              <p:cNvPr id="53" name="TextBox 19"/>
              <p:cNvSpPr>
                <a:spLocks noChangeArrowheads="1"/>
              </p:cNvSpPr>
              <p:nvPr/>
            </p:nvSpPr>
            <p:spPr bwMode="auto">
              <a:xfrm>
                <a:off x="5064" y="1938"/>
                <a:ext cx="1290" cy="919"/>
              </a:xfrm>
              <a:prstGeom prst="rect">
                <a:avLst/>
              </a:prstGeom>
              <a:noFill/>
              <a:ln w="9525" cmpd="sng">
                <a:noFill/>
                <a:miter lim="800000"/>
              </a:ln>
            </p:spPr>
            <p:txBody>
              <a:bodyPr>
                <a:spAutoFit/>
              </a:bodyPr>
              <a:p>
                <a:r>
                  <a:rPr lang="zh-CN" altLang="en-US" sz="3200" b="1" dirty="0">
                    <a:solidFill>
                      <a:schemeClr val="bg1"/>
                    </a:solidFill>
                    <a:latin typeface="方正静蕾简体" pitchFamily="2" charset="-122"/>
                    <a:ea typeface="方正静蕾简体" pitchFamily="2" charset="-122"/>
                  </a:rPr>
                  <a:t>？</a:t>
                </a:r>
                <a:endParaRPr lang="zh-CN" altLang="en-US" sz="3200" b="1" dirty="0">
                  <a:solidFill>
                    <a:schemeClr val="bg1"/>
                  </a:solidFill>
                  <a:latin typeface="方正静蕾简体" pitchFamily="2" charset="-122"/>
                  <a:ea typeface="方正静蕾简体" pitchFamily="2" charset="-122"/>
                </a:endParaRPr>
              </a:p>
            </p:txBody>
          </p:sp>
        </p:grpSp>
      </p:grpSp>
      <p:pic>
        <p:nvPicPr>
          <p:cNvPr id="64" name="图片 63" descr="星星桌子细节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395" y="69215"/>
            <a:ext cx="688975" cy="68897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9020" y="817880"/>
            <a:ext cx="4170045" cy="36671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3250">
        <p15:prstTrans prst="origami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矩形 180"/>
          <p:cNvSpPr/>
          <p:nvPr/>
        </p:nvSpPr>
        <p:spPr>
          <a:xfrm>
            <a:off x="1235075" y="1275715"/>
            <a:ext cx="6673215" cy="10147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6000" b="1" dirty="0">
                <a:solidFill>
                  <a:schemeClr val="bg1"/>
                </a:solidFill>
                <a:latin typeface="方正静蕾简体" pitchFamily="2" charset="-122"/>
                <a:ea typeface="方正静蕾简体" pitchFamily="2" charset="-122"/>
              </a:rPr>
              <a:t>PART 4 </a:t>
            </a:r>
            <a:r>
              <a:rPr lang="zh-CN" altLang="en-US" sz="6000" b="1" dirty="0">
                <a:solidFill>
                  <a:schemeClr val="bg1"/>
                </a:solidFill>
                <a:latin typeface="方正静蕾简体" pitchFamily="2" charset="-122"/>
                <a:ea typeface="方正静蕾简体" pitchFamily="2" charset="-122"/>
              </a:rPr>
              <a:t>总结反思</a:t>
            </a:r>
            <a:endParaRPr lang="zh-CN" altLang="en-US" sz="6000" b="1" dirty="0">
              <a:solidFill>
                <a:schemeClr val="bg1"/>
              </a:solidFill>
              <a:latin typeface="方正静蕾简体" pitchFamily="2" charset="-122"/>
              <a:ea typeface="方正静蕾简体" pitchFamily="2" charset="-122"/>
            </a:endParaRPr>
          </a:p>
        </p:txBody>
      </p:sp>
      <p:sp>
        <p:nvSpPr>
          <p:cNvPr id="182" name="矩形 181"/>
          <p:cNvSpPr/>
          <p:nvPr/>
        </p:nvSpPr>
        <p:spPr>
          <a:xfrm>
            <a:off x="1593215" y="2571750"/>
            <a:ext cx="5957570" cy="1630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ctr">
              <a:buFont typeface="Wingdings" panose="05000000000000000000" charset="0"/>
              <a:buChar char="l"/>
            </a:pPr>
            <a:r>
              <a:rPr lang="zh-CN" altLang="en-US" sz="2000" dirty="0">
                <a:solidFill>
                  <a:schemeClr val="bg1"/>
                </a:solidFill>
                <a:latin typeface="方正静蕾简体" pitchFamily="2" charset="-122"/>
                <a:ea typeface="方正静蕾简体" pitchFamily="2" charset="-122"/>
              </a:rPr>
              <a:t>策划回顾</a:t>
            </a:r>
            <a:endParaRPr lang="zh-CN" altLang="en-US" sz="2000" dirty="0">
              <a:solidFill>
                <a:schemeClr val="bg1"/>
              </a:solidFill>
              <a:latin typeface="方正静蕾简体" pitchFamily="2" charset="-122"/>
              <a:ea typeface="方正静蕾简体" pitchFamily="2" charset="-122"/>
            </a:endParaRPr>
          </a:p>
          <a:p>
            <a:pPr indent="0" algn="ctr">
              <a:buFont typeface="Wingdings" panose="05000000000000000000" charset="0"/>
              <a:buNone/>
            </a:pPr>
            <a:r>
              <a:rPr lang="zh-CN" altLang="en-US" sz="2000" dirty="0">
                <a:solidFill>
                  <a:schemeClr val="bg1"/>
                </a:solidFill>
                <a:latin typeface="方正静蕾简体" pitchFamily="2" charset="-122"/>
                <a:ea typeface="方正静蕾简体" pitchFamily="2" charset="-122"/>
              </a:rPr>
              <a:t> </a:t>
            </a:r>
            <a:endParaRPr lang="zh-CN" altLang="en-US" sz="2000" dirty="0">
              <a:solidFill>
                <a:schemeClr val="bg1"/>
              </a:solidFill>
              <a:latin typeface="方正静蕾简体" pitchFamily="2" charset="-122"/>
              <a:ea typeface="方正静蕾简体" pitchFamily="2" charset="-122"/>
            </a:endParaRPr>
          </a:p>
          <a:p>
            <a:pPr marL="285750" indent="-285750" algn="ctr">
              <a:buFont typeface="Wingdings" panose="05000000000000000000" charset="0"/>
              <a:buChar char="l"/>
            </a:pPr>
            <a:r>
              <a:rPr lang="zh-CN" altLang="en-US" sz="2000" dirty="0">
                <a:solidFill>
                  <a:schemeClr val="bg1"/>
                </a:solidFill>
                <a:latin typeface="方正静蕾简体" pitchFamily="2" charset="-122"/>
                <a:ea typeface="方正静蕾简体" pitchFamily="2" charset="-122"/>
              </a:rPr>
              <a:t>开发收获</a:t>
            </a:r>
            <a:endParaRPr lang="zh-CN" altLang="en-US" sz="2000" dirty="0">
              <a:solidFill>
                <a:schemeClr val="bg1"/>
              </a:solidFill>
              <a:latin typeface="方正静蕾简体" pitchFamily="2" charset="-122"/>
              <a:ea typeface="方正静蕾简体" pitchFamily="2" charset="-122"/>
            </a:endParaRPr>
          </a:p>
          <a:p>
            <a:pPr indent="0" algn="ctr">
              <a:buFont typeface="Wingdings" panose="05000000000000000000" charset="0"/>
              <a:buNone/>
            </a:pPr>
            <a:endParaRPr lang="zh-CN" altLang="en-US" sz="2000" dirty="0">
              <a:solidFill>
                <a:schemeClr val="bg1"/>
              </a:solidFill>
              <a:latin typeface="方正静蕾简体" pitchFamily="2" charset="-122"/>
              <a:ea typeface="方正静蕾简体" pitchFamily="2" charset="-122"/>
            </a:endParaRPr>
          </a:p>
          <a:p>
            <a:pPr marL="285750" indent="-285750" algn="ctr">
              <a:buFont typeface="Wingdings" panose="05000000000000000000" charset="0"/>
              <a:buChar char="l"/>
            </a:pPr>
            <a:r>
              <a:rPr lang="zh-CN" altLang="en-US" sz="2000" dirty="0">
                <a:solidFill>
                  <a:schemeClr val="bg1"/>
                </a:solidFill>
                <a:latin typeface="方正静蕾简体" pitchFamily="2" charset="-122"/>
                <a:ea typeface="方正静蕾简体" pitchFamily="2" charset="-122"/>
              </a:rPr>
              <a:t>未来展望</a:t>
            </a:r>
            <a:endParaRPr lang="zh-CN" altLang="en-US" sz="2000" dirty="0">
              <a:solidFill>
                <a:schemeClr val="bg1"/>
              </a:solidFill>
              <a:latin typeface="方正静蕾简体" pitchFamily="2" charset="-122"/>
              <a:ea typeface="方正静蕾简体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3250">
        <p15:prstTrans prst="origami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1165250" y="827675"/>
            <a:ext cx="5205412" cy="2603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just"/>
            <a:r>
              <a:rPr lang="zh-CN" altLang="en-US" sz="1100" dirty="0">
                <a:solidFill>
                  <a:schemeClr val="bg1"/>
                </a:solidFill>
                <a:latin typeface="方正静蕾简体" pitchFamily="2" charset="-122"/>
                <a:ea typeface="方正静蕾简体" pitchFamily="2" charset="-122"/>
              </a:rPr>
              <a:t>      </a:t>
            </a:r>
            <a:r>
              <a:rPr lang="zh-CN" altLang="en-US" sz="1100" dirty="0" smtClean="0">
                <a:solidFill>
                  <a:schemeClr val="bg1"/>
                </a:solidFill>
                <a:latin typeface="方正静蕾简体" pitchFamily="2" charset="-122"/>
                <a:ea typeface="方正静蕾简体" pitchFamily="2" charset="-122"/>
              </a:rPr>
              <a:t>   </a:t>
            </a:r>
            <a:endParaRPr lang="en-US" altLang="zh-CN" sz="1100" dirty="0">
              <a:solidFill>
                <a:schemeClr val="bg1"/>
              </a:solidFill>
              <a:latin typeface="方正静蕾简体" pitchFamily="2" charset="-122"/>
              <a:ea typeface="方正静蕾简体" pitchFamily="2" charset="-122"/>
            </a:endParaRPr>
          </a:p>
        </p:txBody>
      </p:sp>
      <p:grpSp>
        <p:nvGrpSpPr>
          <p:cNvPr id="141" name="组合 28"/>
          <p:cNvGrpSpPr/>
          <p:nvPr/>
        </p:nvGrpSpPr>
        <p:grpSpPr>
          <a:xfrm rot="0">
            <a:off x="329198" y="277560"/>
            <a:ext cx="599807" cy="350666"/>
            <a:chOff x="660371" y="3462343"/>
            <a:chExt cx="746126" cy="458788"/>
          </a:xfrm>
        </p:grpSpPr>
        <p:sp>
          <p:nvSpPr>
            <p:cNvPr id="145" name="Freeform 196"/>
            <p:cNvSpPr/>
            <p:nvPr/>
          </p:nvSpPr>
          <p:spPr bwMode="auto">
            <a:xfrm>
              <a:off x="685771" y="3614743"/>
              <a:ext cx="9525" cy="7938"/>
            </a:xfrm>
            <a:custGeom>
              <a:avLst/>
              <a:gdLst/>
              <a:ahLst/>
              <a:cxnLst>
                <a:cxn ang="0">
                  <a:pos x="13" y="5"/>
                </a:cxn>
                <a:cxn ang="0">
                  <a:pos x="13" y="5"/>
                </a:cxn>
                <a:cxn ang="0">
                  <a:pos x="16" y="5"/>
                </a:cxn>
                <a:cxn ang="0">
                  <a:pos x="17" y="5"/>
                </a:cxn>
                <a:cxn ang="0">
                  <a:pos x="18" y="2"/>
                </a:cxn>
                <a:cxn ang="0">
                  <a:pos x="17" y="1"/>
                </a:cxn>
                <a:cxn ang="0">
                  <a:pos x="16" y="0"/>
                </a:cxn>
                <a:cxn ang="0">
                  <a:pos x="14" y="1"/>
                </a:cxn>
                <a:cxn ang="0">
                  <a:pos x="14" y="1"/>
                </a:cxn>
                <a:cxn ang="0">
                  <a:pos x="7" y="7"/>
                </a:cxn>
                <a:cxn ang="0">
                  <a:pos x="0" y="15"/>
                </a:cxn>
                <a:cxn ang="0">
                  <a:pos x="0" y="15"/>
                </a:cxn>
                <a:cxn ang="0">
                  <a:pos x="4" y="15"/>
                </a:cxn>
                <a:cxn ang="0">
                  <a:pos x="9" y="14"/>
                </a:cxn>
                <a:cxn ang="0">
                  <a:pos x="11" y="9"/>
                </a:cxn>
                <a:cxn ang="0">
                  <a:pos x="13" y="5"/>
                </a:cxn>
                <a:cxn ang="0">
                  <a:pos x="13" y="5"/>
                </a:cxn>
              </a:cxnLst>
              <a:rect l="0" t="0" r="r" b="b"/>
              <a:pathLst>
                <a:path w="18" h="15">
                  <a:moveTo>
                    <a:pt x="13" y="5"/>
                  </a:moveTo>
                  <a:lnTo>
                    <a:pt x="13" y="5"/>
                  </a:lnTo>
                  <a:lnTo>
                    <a:pt x="16" y="5"/>
                  </a:lnTo>
                  <a:lnTo>
                    <a:pt x="17" y="5"/>
                  </a:lnTo>
                  <a:lnTo>
                    <a:pt x="18" y="2"/>
                  </a:lnTo>
                  <a:lnTo>
                    <a:pt x="17" y="1"/>
                  </a:lnTo>
                  <a:lnTo>
                    <a:pt x="16" y="0"/>
                  </a:lnTo>
                  <a:lnTo>
                    <a:pt x="14" y="1"/>
                  </a:lnTo>
                  <a:lnTo>
                    <a:pt x="14" y="1"/>
                  </a:lnTo>
                  <a:lnTo>
                    <a:pt x="7" y="7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4" y="15"/>
                  </a:lnTo>
                  <a:lnTo>
                    <a:pt x="9" y="14"/>
                  </a:lnTo>
                  <a:lnTo>
                    <a:pt x="11" y="9"/>
                  </a:lnTo>
                  <a:lnTo>
                    <a:pt x="13" y="5"/>
                  </a:lnTo>
                  <a:lnTo>
                    <a:pt x="13" y="5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6" name="Freeform 197"/>
            <p:cNvSpPr/>
            <p:nvPr/>
          </p:nvSpPr>
          <p:spPr bwMode="auto">
            <a:xfrm>
              <a:off x="660371" y="3706818"/>
              <a:ext cx="7938" cy="9525"/>
            </a:xfrm>
            <a:custGeom>
              <a:avLst/>
              <a:gdLst/>
              <a:ahLst/>
              <a:cxnLst>
                <a:cxn ang="0">
                  <a:pos x="0" y="15"/>
                </a:cxn>
                <a:cxn ang="0">
                  <a:pos x="0" y="15"/>
                </a:cxn>
                <a:cxn ang="0">
                  <a:pos x="0" y="17"/>
                </a:cxn>
                <a:cxn ang="0">
                  <a:pos x="2" y="20"/>
                </a:cxn>
                <a:cxn ang="0">
                  <a:pos x="2" y="20"/>
                </a:cxn>
                <a:cxn ang="0">
                  <a:pos x="6" y="17"/>
                </a:cxn>
                <a:cxn ang="0">
                  <a:pos x="12" y="13"/>
                </a:cxn>
                <a:cxn ang="0">
                  <a:pos x="14" y="7"/>
                </a:cxn>
                <a:cxn ang="0">
                  <a:pos x="14" y="4"/>
                </a:cxn>
                <a:cxn ang="0">
                  <a:pos x="14" y="0"/>
                </a:cxn>
                <a:cxn ang="0">
                  <a:pos x="14" y="0"/>
                </a:cxn>
                <a:cxn ang="0">
                  <a:pos x="12" y="4"/>
                </a:cxn>
                <a:cxn ang="0">
                  <a:pos x="7" y="8"/>
                </a:cxn>
                <a:cxn ang="0">
                  <a:pos x="3" y="11"/>
                </a:cxn>
                <a:cxn ang="0">
                  <a:pos x="0" y="15"/>
                </a:cxn>
                <a:cxn ang="0">
                  <a:pos x="0" y="15"/>
                </a:cxn>
              </a:cxnLst>
              <a:rect l="0" t="0" r="r" b="b"/>
              <a:pathLst>
                <a:path w="14" h="20">
                  <a:moveTo>
                    <a:pt x="0" y="15"/>
                  </a:moveTo>
                  <a:lnTo>
                    <a:pt x="0" y="15"/>
                  </a:lnTo>
                  <a:lnTo>
                    <a:pt x="0" y="17"/>
                  </a:lnTo>
                  <a:lnTo>
                    <a:pt x="2" y="20"/>
                  </a:lnTo>
                  <a:lnTo>
                    <a:pt x="2" y="20"/>
                  </a:lnTo>
                  <a:lnTo>
                    <a:pt x="6" y="17"/>
                  </a:lnTo>
                  <a:lnTo>
                    <a:pt x="12" y="13"/>
                  </a:lnTo>
                  <a:lnTo>
                    <a:pt x="14" y="7"/>
                  </a:lnTo>
                  <a:lnTo>
                    <a:pt x="14" y="4"/>
                  </a:lnTo>
                  <a:lnTo>
                    <a:pt x="14" y="0"/>
                  </a:lnTo>
                  <a:lnTo>
                    <a:pt x="14" y="0"/>
                  </a:lnTo>
                  <a:lnTo>
                    <a:pt x="12" y="4"/>
                  </a:lnTo>
                  <a:lnTo>
                    <a:pt x="7" y="8"/>
                  </a:lnTo>
                  <a:lnTo>
                    <a:pt x="3" y="11"/>
                  </a:lnTo>
                  <a:lnTo>
                    <a:pt x="0" y="15"/>
                  </a:lnTo>
                  <a:lnTo>
                    <a:pt x="0" y="15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7" name="Freeform 198"/>
            <p:cNvSpPr/>
            <p:nvPr/>
          </p:nvSpPr>
          <p:spPr bwMode="auto">
            <a:xfrm>
              <a:off x="715934" y="3787780"/>
              <a:ext cx="6350" cy="7938"/>
            </a:xfrm>
            <a:custGeom>
              <a:avLst/>
              <a:gdLst/>
              <a:ahLst/>
              <a:cxnLst>
                <a:cxn ang="0">
                  <a:pos x="11" y="2"/>
                </a:cxn>
                <a:cxn ang="0">
                  <a:pos x="11" y="2"/>
                </a:cxn>
                <a:cxn ang="0">
                  <a:pos x="7" y="6"/>
                </a:cxn>
                <a:cxn ang="0">
                  <a:pos x="5" y="10"/>
                </a:cxn>
                <a:cxn ang="0">
                  <a:pos x="0" y="16"/>
                </a:cxn>
                <a:cxn ang="0">
                  <a:pos x="0" y="16"/>
                </a:cxn>
                <a:cxn ang="0">
                  <a:pos x="4" y="16"/>
                </a:cxn>
                <a:cxn ang="0">
                  <a:pos x="7" y="15"/>
                </a:cxn>
                <a:cxn ang="0">
                  <a:pos x="10" y="10"/>
                </a:cxn>
                <a:cxn ang="0">
                  <a:pos x="11" y="7"/>
                </a:cxn>
                <a:cxn ang="0">
                  <a:pos x="12" y="2"/>
                </a:cxn>
                <a:cxn ang="0">
                  <a:pos x="12" y="0"/>
                </a:cxn>
                <a:cxn ang="0">
                  <a:pos x="11" y="2"/>
                </a:cxn>
                <a:cxn ang="0">
                  <a:pos x="11" y="2"/>
                </a:cxn>
              </a:cxnLst>
              <a:rect l="0" t="0" r="r" b="b"/>
              <a:pathLst>
                <a:path w="12" h="16">
                  <a:moveTo>
                    <a:pt x="11" y="2"/>
                  </a:moveTo>
                  <a:lnTo>
                    <a:pt x="11" y="2"/>
                  </a:lnTo>
                  <a:lnTo>
                    <a:pt x="7" y="6"/>
                  </a:lnTo>
                  <a:lnTo>
                    <a:pt x="5" y="10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4" y="16"/>
                  </a:lnTo>
                  <a:lnTo>
                    <a:pt x="7" y="15"/>
                  </a:lnTo>
                  <a:lnTo>
                    <a:pt x="10" y="10"/>
                  </a:lnTo>
                  <a:lnTo>
                    <a:pt x="11" y="7"/>
                  </a:lnTo>
                  <a:lnTo>
                    <a:pt x="12" y="2"/>
                  </a:lnTo>
                  <a:lnTo>
                    <a:pt x="12" y="0"/>
                  </a:lnTo>
                  <a:lnTo>
                    <a:pt x="11" y="2"/>
                  </a:lnTo>
                  <a:lnTo>
                    <a:pt x="11" y="2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8" name="Freeform 199"/>
            <p:cNvSpPr/>
            <p:nvPr/>
          </p:nvSpPr>
          <p:spPr bwMode="auto">
            <a:xfrm>
              <a:off x="815946" y="3913193"/>
              <a:ext cx="3175" cy="7938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5" y="0"/>
                </a:cxn>
                <a:cxn ang="0">
                  <a:pos x="2" y="8"/>
                </a:cxn>
                <a:cxn ang="0">
                  <a:pos x="0" y="11"/>
                </a:cxn>
                <a:cxn ang="0">
                  <a:pos x="0" y="15"/>
                </a:cxn>
                <a:cxn ang="0">
                  <a:pos x="6" y="0"/>
                </a:cxn>
                <a:cxn ang="0">
                  <a:pos x="6" y="0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6" h="15">
                  <a:moveTo>
                    <a:pt x="5" y="0"/>
                  </a:moveTo>
                  <a:lnTo>
                    <a:pt x="5" y="0"/>
                  </a:lnTo>
                  <a:lnTo>
                    <a:pt x="2" y="8"/>
                  </a:lnTo>
                  <a:lnTo>
                    <a:pt x="0" y="11"/>
                  </a:lnTo>
                  <a:lnTo>
                    <a:pt x="0" y="15"/>
                  </a:lnTo>
                  <a:lnTo>
                    <a:pt x="6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9" name="Rectangle 200"/>
            <p:cNvSpPr>
              <a:spLocks noChangeArrowheads="1"/>
            </p:cNvSpPr>
            <p:nvPr/>
          </p:nvSpPr>
          <p:spPr bwMode="auto">
            <a:xfrm>
              <a:off x="819121" y="3913193"/>
              <a:ext cx="1588" cy="1588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0" name="Freeform 381"/>
            <p:cNvSpPr/>
            <p:nvPr/>
          </p:nvSpPr>
          <p:spPr bwMode="auto">
            <a:xfrm>
              <a:off x="1404909" y="3462343"/>
              <a:ext cx="1588" cy="3175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0"/>
                </a:cxn>
                <a:cxn ang="0">
                  <a:pos x="1" y="0"/>
                </a:cxn>
                <a:cxn ang="0">
                  <a:pos x="0" y="3"/>
                </a:cxn>
                <a:cxn ang="0">
                  <a:pos x="0" y="6"/>
                </a:cxn>
                <a:cxn ang="0">
                  <a:pos x="2" y="6"/>
                </a:cxn>
                <a:cxn ang="0">
                  <a:pos x="2" y="6"/>
                </a:cxn>
                <a:cxn ang="0">
                  <a:pos x="4" y="4"/>
                </a:cxn>
                <a:cxn ang="0">
                  <a:pos x="4" y="1"/>
                </a:cxn>
                <a:cxn ang="0">
                  <a:pos x="4" y="0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4" h="6">
                  <a:moveTo>
                    <a:pt x="2" y="0"/>
                  </a:moveTo>
                  <a:lnTo>
                    <a:pt x="2" y="0"/>
                  </a:lnTo>
                  <a:lnTo>
                    <a:pt x="1" y="0"/>
                  </a:lnTo>
                  <a:lnTo>
                    <a:pt x="0" y="3"/>
                  </a:lnTo>
                  <a:lnTo>
                    <a:pt x="0" y="6"/>
                  </a:lnTo>
                  <a:lnTo>
                    <a:pt x="2" y="6"/>
                  </a:lnTo>
                  <a:lnTo>
                    <a:pt x="2" y="6"/>
                  </a:lnTo>
                  <a:lnTo>
                    <a:pt x="4" y="4"/>
                  </a:lnTo>
                  <a:lnTo>
                    <a:pt x="4" y="1"/>
                  </a:lnTo>
                  <a:lnTo>
                    <a:pt x="4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142" name="TextBox 141"/>
          <p:cNvSpPr txBox="1"/>
          <p:nvPr/>
        </p:nvSpPr>
        <p:spPr>
          <a:xfrm>
            <a:off x="3227705" y="776605"/>
            <a:ext cx="314325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solidFill>
                  <a:schemeClr val="bg1"/>
                </a:solidFill>
                <a:latin typeface="方正静蕾简体" pitchFamily="2" charset="-122"/>
                <a:ea typeface="方正静蕾简体" pitchFamily="2" charset="-122"/>
              </a:rPr>
              <a:t>策划回顾</a:t>
            </a:r>
            <a:endParaRPr lang="zh-CN" altLang="en-US" sz="4000" b="1" dirty="0">
              <a:solidFill>
                <a:schemeClr val="bg1"/>
              </a:solidFill>
              <a:latin typeface="方正静蕾简体" pitchFamily="2" charset="-122"/>
              <a:ea typeface="方正静蕾简体" pitchFamily="2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276985" y="1923415"/>
            <a:ext cx="7045325" cy="2214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2400">
                <a:solidFill>
                  <a:schemeClr val="bg1"/>
                </a:solidFill>
              </a:rPr>
              <a:t>游戏定位</a:t>
            </a:r>
            <a:r>
              <a:rPr lang="en-US" altLang="zh-CN" sz="2400">
                <a:solidFill>
                  <a:schemeClr val="bg1"/>
                </a:solidFill>
              </a:rPr>
              <a:t>——</a:t>
            </a:r>
            <a:r>
              <a:rPr lang="zh-CN" altLang="en-US" sz="2400">
                <a:solidFill>
                  <a:schemeClr val="bg1"/>
                </a:solidFill>
              </a:rPr>
              <a:t>恐怖解谜，密室逃脱                                                   </a:t>
            </a:r>
            <a:endParaRPr lang="zh-CN" altLang="en-US" sz="2400">
              <a:solidFill>
                <a:schemeClr val="bg1"/>
              </a:solidFill>
            </a:endParaRPr>
          </a:p>
          <a:p>
            <a:pPr algn="l"/>
            <a:r>
              <a:rPr lang="zh-CN" altLang="en-US" sz="2400">
                <a:solidFill>
                  <a:schemeClr val="bg1"/>
                </a:solidFill>
              </a:rPr>
              <a:t>游戏操作</a:t>
            </a:r>
            <a:r>
              <a:rPr lang="en-US" altLang="zh-CN" sz="2400">
                <a:solidFill>
                  <a:schemeClr val="bg1"/>
                </a:solidFill>
              </a:rPr>
              <a:t>——</a:t>
            </a:r>
            <a:r>
              <a:rPr lang="zh-CN" altLang="en-US" sz="2400">
                <a:solidFill>
                  <a:schemeClr val="bg1"/>
                </a:solidFill>
              </a:rPr>
              <a:t>鼠标点击，触发剧情对话                                              </a:t>
            </a:r>
            <a:endParaRPr lang="zh-CN" altLang="en-US" sz="2400">
              <a:solidFill>
                <a:schemeClr val="bg1"/>
              </a:solidFill>
            </a:endParaRPr>
          </a:p>
          <a:p>
            <a:pPr algn="l"/>
            <a:r>
              <a:rPr lang="zh-CN" altLang="en-US" sz="2400">
                <a:solidFill>
                  <a:schemeClr val="bg1"/>
                </a:solidFill>
              </a:rPr>
              <a:t>游戏风格</a:t>
            </a:r>
            <a:r>
              <a:rPr lang="en-US" altLang="zh-CN" sz="2400">
                <a:solidFill>
                  <a:schemeClr val="bg1"/>
                </a:solidFill>
              </a:rPr>
              <a:t>——</a:t>
            </a:r>
            <a:r>
              <a:rPr lang="zh-CN" altLang="en-US" sz="2400">
                <a:solidFill>
                  <a:schemeClr val="bg1"/>
                </a:solidFill>
              </a:rPr>
              <a:t>整个场景与相关物品使用</a:t>
            </a:r>
            <a:r>
              <a:rPr lang="en-US" altLang="zh-CN" sz="2400">
                <a:solidFill>
                  <a:schemeClr val="bg1"/>
                </a:solidFill>
              </a:rPr>
              <a:t>2D</a:t>
            </a:r>
            <a:r>
              <a:rPr lang="zh-CN" altLang="en-US" sz="2400">
                <a:solidFill>
                  <a:schemeClr val="bg1"/>
                </a:solidFill>
              </a:rPr>
              <a:t>像素风格                   </a:t>
            </a:r>
            <a:endParaRPr lang="zh-CN" altLang="en-US" sz="2400">
              <a:solidFill>
                <a:schemeClr val="bg1"/>
              </a:solidFill>
            </a:endParaRPr>
          </a:p>
          <a:p>
            <a:pPr algn="l"/>
            <a:r>
              <a:rPr lang="zh-CN" altLang="en-US" sz="2400">
                <a:solidFill>
                  <a:schemeClr val="bg1"/>
                </a:solidFill>
              </a:rPr>
              <a:t>游戏画面</a:t>
            </a:r>
            <a:r>
              <a:rPr lang="en-US" altLang="zh-CN" sz="2400">
                <a:solidFill>
                  <a:schemeClr val="bg1"/>
                </a:solidFill>
              </a:rPr>
              <a:t>——</a:t>
            </a:r>
            <a:r>
              <a:rPr lang="zh-CN" altLang="en-US" sz="2400">
                <a:solidFill>
                  <a:schemeClr val="bg1"/>
                </a:solidFill>
              </a:rPr>
              <a:t>按照剧情推动，实现画面转换                                                   </a:t>
            </a:r>
            <a:endParaRPr lang="zh-CN" altLang="en-US" sz="2400">
              <a:solidFill>
                <a:schemeClr val="bg1"/>
              </a:solidFill>
            </a:endParaRPr>
          </a:p>
          <a:p>
            <a:pPr algn="l"/>
            <a:r>
              <a:rPr lang="zh-CN" altLang="en-US" sz="2400">
                <a:solidFill>
                  <a:schemeClr val="bg1"/>
                </a:solidFill>
              </a:rPr>
              <a:t>游戏线索</a:t>
            </a:r>
            <a:r>
              <a:rPr lang="en-US" altLang="zh-CN" sz="2400">
                <a:solidFill>
                  <a:schemeClr val="bg1"/>
                </a:solidFill>
              </a:rPr>
              <a:t>——</a:t>
            </a:r>
            <a:r>
              <a:rPr lang="zh-CN" altLang="en-US" sz="2400">
                <a:solidFill>
                  <a:schemeClr val="bg1"/>
                </a:solidFill>
              </a:rPr>
              <a:t>相关提示与道具，依照剧情进展显示</a:t>
            </a:r>
            <a:r>
              <a:rPr lang="zh-CN" altLang="en-US" sz="2000">
                <a:solidFill>
                  <a:schemeClr val="bg1"/>
                </a:solidFill>
              </a:rPr>
              <a:t>                    </a:t>
            </a:r>
            <a:endParaRPr lang="zh-CN" altLang="en-US"/>
          </a:p>
          <a:p>
            <a:pPr algn="l"/>
            <a:endParaRPr lang="en-US" altLang="zh-CN"/>
          </a:p>
        </p:txBody>
      </p:sp>
      <p:pic>
        <p:nvPicPr>
          <p:cNvPr id="22" name="图片 21" descr="小钥匙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3530" y="827405"/>
            <a:ext cx="713105" cy="6559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3250">
        <p15:prstTrans prst="origami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" name="TextBox 141"/>
          <p:cNvSpPr txBox="1"/>
          <p:nvPr/>
        </p:nvSpPr>
        <p:spPr>
          <a:xfrm>
            <a:off x="3203575" y="843280"/>
            <a:ext cx="314325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4000" b="1" dirty="0">
                <a:solidFill>
                  <a:schemeClr val="bg1"/>
                </a:solidFill>
                <a:latin typeface="方正静蕾简体" pitchFamily="2" charset="-122"/>
                <a:ea typeface="方正静蕾简体" pitchFamily="2" charset="-122"/>
              </a:rPr>
              <a:t>项目收获</a:t>
            </a:r>
            <a:endParaRPr lang="zh-CN" altLang="en-US" sz="4000" b="1" dirty="0">
              <a:solidFill>
                <a:schemeClr val="bg1"/>
              </a:solidFill>
              <a:latin typeface="方正静蕾简体" pitchFamily="2" charset="-122"/>
              <a:ea typeface="方正静蕾简体" pitchFamily="2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2285365" y="1923415"/>
            <a:ext cx="457327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buClrTx/>
              <a:buSzTx/>
              <a:buFont typeface="Wingdings" panose="05000000000000000000" charset="0"/>
              <a:buChar char="l"/>
            </a:pPr>
            <a:r>
              <a:rPr lang="zh-CN" altLang="en-US" sz="2400">
                <a:solidFill>
                  <a:schemeClr val="bg1"/>
                </a:solidFill>
              </a:rPr>
              <a:t>游戏策划涵盖的内容要点</a:t>
            </a:r>
            <a:endParaRPr lang="zh-CN" altLang="en-US" sz="2400">
              <a:solidFill>
                <a:schemeClr val="bg1"/>
              </a:solidFill>
            </a:endParaRPr>
          </a:p>
          <a:p>
            <a:pPr indent="0" algn="ctr">
              <a:buClrTx/>
              <a:buSzTx/>
              <a:buFont typeface="Wingdings" panose="05000000000000000000" charset="0"/>
              <a:buNone/>
            </a:pPr>
            <a:endParaRPr lang="zh-CN" altLang="en-US" sz="2400">
              <a:solidFill>
                <a:schemeClr val="bg1"/>
              </a:solidFill>
            </a:endParaRPr>
          </a:p>
          <a:p>
            <a:pPr algn="ctr">
              <a:buClrTx/>
              <a:buSzTx/>
              <a:buFont typeface="Wingdings" panose="05000000000000000000" charset="0"/>
              <a:buChar char="l"/>
            </a:pPr>
            <a:r>
              <a:rPr lang="zh-CN" altLang="en-US" sz="2400">
                <a:solidFill>
                  <a:schemeClr val="bg1"/>
                </a:solidFill>
              </a:rPr>
              <a:t>使用unity进行小游戏开发</a:t>
            </a:r>
            <a:endParaRPr lang="zh-CN" altLang="en-US" sz="2400">
              <a:solidFill>
                <a:schemeClr val="bg1"/>
              </a:solidFill>
            </a:endParaRPr>
          </a:p>
          <a:p>
            <a:pPr indent="0" algn="ctr">
              <a:buClrTx/>
              <a:buSzTx/>
              <a:buFont typeface="Wingdings" panose="05000000000000000000" charset="0"/>
              <a:buNone/>
            </a:pPr>
            <a:endParaRPr lang="zh-CN" altLang="en-US" sz="2400">
              <a:solidFill>
                <a:schemeClr val="bg1"/>
              </a:solidFill>
            </a:endParaRPr>
          </a:p>
          <a:p>
            <a:pPr algn="ctr">
              <a:buClrTx/>
              <a:buSzTx/>
              <a:buFont typeface="Wingdings" panose="05000000000000000000" charset="0"/>
              <a:buChar char="l"/>
            </a:pPr>
            <a:r>
              <a:rPr lang="zh-CN" altLang="en-US" sz="2400">
                <a:solidFill>
                  <a:schemeClr val="bg1"/>
                </a:solidFill>
              </a:rPr>
              <a:t>团队unity开发的任务分工</a:t>
            </a:r>
            <a:endParaRPr lang="zh-CN" altLang="en-US" sz="2400">
              <a:solidFill>
                <a:schemeClr val="bg1"/>
              </a:solidFill>
            </a:endParaRPr>
          </a:p>
          <a:p>
            <a:pPr marL="342900" indent="-342900"/>
            <a:endParaRPr lang="zh-CN" altLang="en-US" sz="2400" b="1">
              <a:solidFill>
                <a:schemeClr val="bg1"/>
              </a:solidFill>
            </a:endParaRPr>
          </a:p>
          <a:p>
            <a:endParaRPr lang="zh-CN" altLang="en-US"/>
          </a:p>
          <a:p>
            <a:endParaRPr lang="zh-CN" altLang="en-US"/>
          </a:p>
        </p:txBody>
      </p:sp>
      <p:pic>
        <p:nvPicPr>
          <p:cNvPr id="23" name="图片 22" descr="小钥匙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3530" y="858520"/>
            <a:ext cx="733425" cy="6756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3250">
        <p15:prstTrans prst="origami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4559960" y="5650500"/>
            <a:ext cx="5205412" cy="44926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just"/>
            <a:endParaRPr lang="zh-CN" altLang="en-US" sz="2400" dirty="0">
              <a:solidFill>
                <a:schemeClr val="bg1"/>
              </a:solidFill>
              <a:latin typeface="方正静蕾简体" pitchFamily="2" charset="-122"/>
              <a:ea typeface="方正静蕾简体" pitchFamily="2" charset="-122"/>
            </a:endParaRPr>
          </a:p>
          <a:p>
            <a:pPr algn="just"/>
            <a:endParaRPr lang="zh-CN" altLang="en-US" sz="2400" dirty="0">
              <a:solidFill>
                <a:schemeClr val="bg1"/>
              </a:solidFill>
              <a:latin typeface="方正静蕾简体" pitchFamily="2" charset="-122"/>
              <a:ea typeface="方正静蕾简体" pitchFamily="2" charset="-122"/>
            </a:endParaRPr>
          </a:p>
          <a:p>
            <a:pPr algn="just"/>
            <a:r>
              <a:rPr lang="zh-CN" altLang="en-US" sz="2400" dirty="0">
                <a:solidFill>
                  <a:schemeClr val="bg1"/>
                </a:solidFill>
                <a:latin typeface="方正静蕾简体" pitchFamily="2" charset="-122"/>
                <a:ea typeface="方正静蕾简体" pitchFamily="2" charset="-122"/>
                <a:sym typeface="+mn-ea"/>
              </a:rPr>
              <a:t>更多样的解谜方式</a:t>
            </a:r>
            <a:endParaRPr lang="zh-CN" altLang="en-US" sz="2400" dirty="0">
              <a:solidFill>
                <a:schemeClr val="bg1"/>
              </a:solidFill>
              <a:latin typeface="方正静蕾简体" pitchFamily="2" charset="-122"/>
              <a:ea typeface="方正静蕾简体" pitchFamily="2" charset="-122"/>
            </a:endParaRPr>
          </a:p>
          <a:p>
            <a:pPr algn="just"/>
            <a:endParaRPr lang="zh-CN" altLang="en-US" sz="2400" dirty="0">
              <a:solidFill>
                <a:schemeClr val="bg1"/>
              </a:solidFill>
              <a:latin typeface="方正静蕾简体" pitchFamily="2" charset="-122"/>
              <a:ea typeface="方正静蕾简体" pitchFamily="2" charset="-122"/>
            </a:endParaRPr>
          </a:p>
          <a:p>
            <a:pPr algn="just"/>
            <a:endParaRPr lang="zh-CN" altLang="en-US" sz="2400" dirty="0">
              <a:solidFill>
                <a:schemeClr val="bg1"/>
              </a:solidFill>
              <a:latin typeface="方正静蕾简体" pitchFamily="2" charset="-122"/>
              <a:ea typeface="方正静蕾简体" pitchFamily="2" charset="-122"/>
            </a:endParaRPr>
          </a:p>
          <a:p>
            <a:pPr algn="just"/>
            <a:r>
              <a:rPr lang="zh-CN" altLang="en-US" sz="2400" dirty="0">
                <a:solidFill>
                  <a:schemeClr val="bg1"/>
                </a:solidFill>
                <a:latin typeface="方正静蕾简体" pitchFamily="2" charset="-122"/>
                <a:ea typeface="方正静蕾简体" pitchFamily="2" charset="-122"/>
              </a:rPr>
              <a:t>实现背包系统开发</a:t>
            </a:r>
            <a:endParaRPr lang="zh-CN" altLang="en-US" sz="2400" dirty="0">
              <a:solidFill>
                <a:schemeClr val="bg1"/>
              </a:solidFill>
              <a:latin typeface="方正静蕾简体" pitchFamily="2" charset="-122"/>
              <a:ea typeface="方正静蕾简体" pitchFamily="2" charset="-122"/>
            </a:endParaRPr>
          </a:p>
          <a:p>
            <a:pPr algn="just"/>
            <a:endParaRPr lang="zh-CN" altLang="en-US" sz="2400" dirty="0">
              <a:solidFill>
                <a:schemeClr val="bg1"/>
              </a:solidFill>
              <a:latin typeface="方正静蕾简体" pitchFamily="2" charset="-122"/>
              <a:ea typeface="方正静蕾简体" pitchFamily="2" charset="-122"/>
            </a:endParaRPr>
          </a:p>
          <a:p>
            <a:pPr algn="just"/>
            <a:r>
              <a:rPr lang="zh-CN" altLang="en-US" sz="2400" dirty="0">
                <a:solidFill>
                  <a:schemeClr val="bg1"/>
                </a:solidFill>
                <a:latin typeface="方正静蕾简体" pitchFamily="2" charset="-122"/>
                <a:ea typeface="方正静蕾简体" pitchFamily="2" charset="-122"/>
              </a:rPr>
              <a:t>实现游戏进程存档</a:t>
            </a:r>
            <a:endParaRPr lang="zh-CN" altLang="en-US" sz="2400" dirty="0">
              <a:solidFill>
                <a:schemeClr val="bg1"/>
              </a:solidFill>
              <a:latin typeface="方正静蕾简体" pitchFamily="2" charset="-122"/>
              <a:ea typeface="方正静蕾简体" pitchFamily="2" charset="-122"/>
            </a:endParaRPr>
          </a:p>
          <a:p>
            <a:pPr algn="just"/>
            <a:endParaRPr lang="zh-CN" altLang="en-US" sz="2400" dirty="0">
              <a:solidFill>
                <a:schemeClr val="bg1"/>
              </a:solidFill>
              <a:latin typeface="方正静蕾简体" pitchFamily="2" charset="-122"/>
              <a:ea typeface="方正静蕾简体" pitchFamily="2" charset="-122"/>
            </a:endParaRPr>
          </a:p>
          <a:p>
            <a:pPr algn="just"/>
            <a:r>
              <a:rPr lang="zh-CN" altLang="en-US" sz="2400" dirty="0">
                <a:solidFill>
                  <a:schemeClr val="bg1"/>
                </a:solidFill>
                <a:latin typeface="方正静蕾简体" pitchFamily="2" charset="-122"/>
                <a:ea typeface="方正静蕾简体" pitchFamily="2" charset="-122"/>
              </a:rPr>
              <a:t>实现已触发剧情保存</a:t>
            </a:r>
            <a:endParaRPr lang="zh-CN" altLang="en-US" sz="2400" dirty="0">
              <a:solidFill>
                <a:schemeClr val="bg1"/>
              </a:solidFill>
              <a:latin typeface="方正静蕾简体" pitchFamily="2" charset="-122"/>
              <a:ea typeface="方正静蕾简体" pitchFamily="2" charset="-122"/>
            </a:endParaRPr>
          </a:p>
          <a:p>
            <a:pPr algn="just"/>
            <a:endParaRPr lang="zh-CN" altLang="en-US" sz="2400" dirty="0">
              <a:solidFill>
                <a:schemeClr val="bg1"/>
              </a:solidFill>
              <a:latin typeface="方正静蕾简体" pitchFamily="2" charset="-122"/>
              <a:ea typeface="方正静蕾简体" pitchFamily="2" charset="-122"/>
            </a:endParaRPr>
          </a:p>
          <a:p>
            <a:pPr algn="just"/>
            <a:endParaRPr lang="zh-CN" altLang="en-US" sz="1100" dirty="0">
              <a:solidFill>
                <a:schemeClr val="bg1"/>
              </a:solidFill>
              <a:latin typeface="方正静蕾简体" pitchFamily="2" charset="-122"/>
              <a:ea typeface="方正静蕾简体" pitchFamily="2" charset="-122"/>
            </a:endParaRPr>
          </a:p>
          <a:p>
            <a:pPr algn="just"/>
            <a:r>
              <a:rPr lang="zh-CN" altLang="en-US" sz="1100" dirty="0">
                <a:solidFill>
                  <a:schemeClr val="bg1"/>
                </a:solidFill>
                <a:latin typeface="方正静蕾简体" pitchFamily="2" charset="-122"/>
                <a:ea typeface="方正静蕾简体" pitchFamily="2" charset="-122"/>
              </a:rPr>
              <a:t>      </a:t>
            </a:r>
            <a:r>
              <a:rPr lang="zh-CN" altLang="en-US" sz="1100" dirty="0" smtClean="0">
                <a:solidFill>
                  <a:schemeClr val="bg1"/>
                </a:solidFill>
                <a:latin typeface="方正静蕾简体" pitchFamily="2" charset="-122"/>
                <a:ea typeface="方正静蕾简体" pitchFamily="2" charset="-122"/>
              </a:rPr>
              <a:t>   </a:t>
            </a:r>
            <a:endParaRPr lang="en-US" altLang="zh-CN" sz="1100" dirty="0">
              <a:solidFill>
                <a:schemeClr val="bg1"/>
              </a:solidFill>
              <a:latin typeface="方正静蕾简体" pitchFamily="2" charset="-122"/>
              <a:ea typeface="方正静蕾简体" pitchFamily="2" charset="-122"/>
            </a:endParaRPr>
          </a:p>
        </p:txBody>
      </p:sp>
      <p:sp>
        <p:nvSpPr>
          <p:cNvPr id="142" name="TextBox 141"/>
          <p:cNvSpPr txBox="1"/>
          <p:nvPr/>
        </p:nvSpPr>
        <p:spPr>
          <a:xfrm>
            <a:off x="1137285" y="192405"/>
            <a:ext cx="18427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bg1"/>
                </a:solidFill>
                <a:latin typeface="方正静蕾简体" pitchFamily="2" charset="-122"/>
                <a:ea typeface="方正静蕾简体" pitchFamily="2" charset="-122"/>
              </a:rPr>
              <a:t>未来展望</a:t>
            </a:r>
            <a:endParaRPr lang="zh-CN" altLang="en-US" sz="2800" b="1" dirty="0">
              <a:solidFill>
                <a:schemeClr val="bg1"/>
              </a:solidFill>
              <a:latin typeface="方正静蕾简体" pitchFamily="2" charset="-122"/>
              <a:ea typeface="方正静蕾简体" pitchFamily="2" charset="-122"/>
            </a:endParaRPr>
          </a:p>
        </p:txBody>
      </p:sp>
      <p:sp>
        <p:nvSpPr>
          <p:cNvPr id="3" name="Freeform 245"/>
          <p:cNvSpPr>
            <a:spLocks noEditPoints="1"/>
          </p:cNvSpPr>
          <p:nvPr/>
        </p:nvSpPr>
        <p:spPr bwMode="auto">
          <a:xfrm>
            <a:off x="3923665" y="915670"/>
            <a:ext cx="1637665" cy="1759585"/>
          </a:xfrm>
          <a:custGeom>
            <a:avLst/>
            <a:gdLst/>
            <a:ahLst/>
            <a:cxnLst>
              <a:cxn ang="0">
                <a:pos x="21" y="858"/>
              </a:cxn>
              <a:cxn ang="0">
                <a:pos x="117" y="878"/>
              </a:cxn>
              <a:cxn ang="0">
                <a:pos x="540" y="901"/>
              </a:cxn>
              <a:cxn ang="0">
                <a:pos x="676" y="878"/>
              </a:cxn>
              <a:cxn ang="0">
                <a:pos x="704" y="829"/>
              </a:cxn>
              <a:cxn ang="0">
                <a:pos x="710" y="473"/>
              </a:cxn>
              <a:cxn ang="0">
                <a:pos x="687" y="79"/>
              </a:cxn>
              <a:cxn ang="0">
                <a:pos x="662" y="15"/>
              </a:cxn>
              <a:cxn ang="0">
                <a:pos x="465" y="0"/>
              </a:cxn>
              <a:cxn ang="0">
                <a:pos x="263" y="10"/>
              </a:cxn>
              <a:cxn ang="0">
                <a:pos x="103" y="102"/>
              </a:cxn>
              <a:cxn ang="0">
                <a:pos x="21" y="197"/>
              </a:cxn>
              <a:cxn ang="0">
                <a:pos x="0" y="277"/>
              </a:cxn>
              <a:cxn ang="0">
                <a:pos x="0" y="645"/>
              </a:cxn>
              <a:cxn ang="0">
                <a:pos x="573" y="891"/>
              </a:cxn>
              <a:cxn ang="0">
                <a:pos x="351" y="878"/>
              </a:cxn>
              <a:cxn ang="0">
                <a:pos x="614" y="877"/>
              </a:cxn>
              <a:cxn ang="0">
                <a:pos x="669" y="870"/>
              </a:cxn>
              <a:cxn ang="0">
                <a:pos x="600" y="891"/>
              </a:cxn>
              <a:cxn ang="0">
                <a:pos x="551" y="10"/>
              </a:cxn>
              <a:cxn ang="0">
                <a:pos x="655" y="27"/>
              </a:cxn>
              <a:cxn ang="0">
                <a:pos x="637" y="41"/>
              </a:cxn>
              <a:cxn ang="0">
                <a:pos x="419" y="18"/>
              </a:cxn>
              <a:cxn ang="0">
                <a:pos x="395" y="14"/>
              </a:cxn>
              <a:cxn ang="0">
                <a:pos x="253" y="77"/>
              </a:cxn>
              <a:cxn ang="0">
                <a:pos x="253" y="201"/>
              </a:cxn>
              <a:cxn ang="0">
                <a:pos x="187" y="220"/>
              </a:cxn>
              <a:cxn ang="0">
                <a:pos x="35" y="216"/>
              </a:cxn>
              <a:cxn ang="0">
                <a:pos x="65" y="181"/>
              </a:cxn>
              <a:cxn ang="0">
                <a:pos x="244" y="28"/>
              </a:cxn>
              <a:cxn ang="0">
                <a:pos x="27" y="198"/>
              </a:cxn>
              <a:cxn ang="0">
                <a:pos x="146" y="79"/>
              </a:cxn>
              <a:cxn ang="0">
                <a:pos x="240" y="15"/>
              </a:cxn>
              <a:cxn ang="0">
                <a:pos x="188" y="60"/>
              </a:cxn>
              <a:cxn ang="0">
                <a:pos x="52" y="183"/>
              </a:cxn>
              <a:cxn ang="0">
                <a:pos x="29" y="204"/>
              </a:cxn>
              <a:cxn ang="0">
                <a:pos x="27" y="198"/>
              </a:cxn>
              <a:cxn ang="0">
                <a:pos x="249" y="222"/>
              </a:cxn>
              <a:cxn ang="0">
                <a:pos x="249" y="237"/>
              </a:cxn>
              <a:cxn ang="0">
                <a:pos x="24" y="240"/>
              </a:cxn>
              <a:cxn ang="0">
                <a:pos x="62" y="233"/>
              </a:cxn>
              <a:cxn ang="0">
                <a:pos x="15" y="368"/>
              </a:cxn>
              <a:cxn ang="0">
                <a:pos x="11" y="249"/>
              </a:cxn>
              <a:cxn ang="0">
                <a:pos x="263" y="226"/>
              </a:cxn>
              <a:cxn ang="0">
                <a:pos x="263" y="71"/>
              </a:cxn>
              <a:cxn ang="0">
                <a:pos x="327" y="25"/>
              </a:cxn>
              <a:cxn ang="0">
                <a:pos x="566" y="41"/>
              </a:cxn>
              <a:cxn ang="0">
                <a:pos x="672" y="66"/>
              </a:cxn>
              <a:cxn ang="0">
                <a:pos x="694" y="357"/>
              </a:cxn>
              <a:cxn ang="0">
                <a:pos x="697" y="798"/>
              </a:cxn>
              <a:cxn ang="0">
                <a:pos x="676" y="856"/>
              </a:cxn>
              <a:cxn ang="0">
                <a:pos x="651" y="865"/>
              </a:cxn>
              <a:cxn ang="0">
                <a:pos x="208" y="865"/>
              </a:cxn>
              <a:cxn ang="0">
                <a:pos x="34" y="851"/>
              </a:cxn>
              <a:cxn ang="0">
                <a:pos x="15" y="722"/>
              </a:cxn>
            </a:cxnLst>
            <a:rect l="0" t="0" r="r" b="b"/>
            <a:pathLst>
              <a:path w="711" h="901">
                <a:moveTo>
                  <a:pt x="7" y="830"/>
                </a:moveTo>
                <a:lnTo>
                  <a:pt x="7" y="830"/>
                </a:lnTo>
                <a:lnTo>
                  <a:pt x="10" y="839"/>
                </a:lnTo>
                <a:lnTo>
                  <a:pt x="13" y="846"/>
                </a:lnTo>
                <a:lnTo>
                  <a:pt x="15" y="853"/>
                </a:lnTo>
                <a:lnTo>
                  <a:pt x="21" y="858"/>
                </a:lnTo>
                <a:lnTo>
                  <a:pt x="27" y="863"/>
                </a:lnTo>
                <a:lnTo>
                  <a:pt x="34" y="867"/>
                </a:lnTo>
                <a:lnTo>
                  <a:pt x="41" y="868"/>
                </a:lnTo>
                <a:lnTo>
                  <a:pt x="48" y="870"/>
                </a:lnTo>
                <a:lnTo>
                  <a:pt x="48" y="870"/>
                </a:lnTo>
                <a:lnTo>
                  <a:pt x="117" y="878"/>
                </a:lnTo>
                <a:lnTo>
                  <a:pt x="185" y="884"/>
                </a:lnTo>
                <a:lnTo>
                  <a:pt x="254" y="889"/>
                </a:lnTo>
                <a:lnTo>
                  <a:pt x="325" y="894"/>
                </a:lnTo>
                <a:lnTo>
                  <a:pt x="395" y="898"/>
                </a:lnTo>
                <a:lnTo>
                  <a:pt x="467" y="899"/>
                </a:lnTo>
                <a:lnTo>
                  <a:pt x="540" y="901"/>
                </a:lnTo>
                <a:lnTo>
                  <a:pt x="613" y="899"/>
                </a:lnTo>
                <a:lnTo>
                  <a:pt x="613" y="899"/>
                </a:lnTo>
                <a:lnTo>
                  <a:pt x="631" y="898"/>
                </a:lnTo>
                <a:lnTo>
                  <a:pt x="648" y="894"/>
                </a:lnTo>
                <a:lnTo>
                  <a:pt x="663" y="887"/>
                </a:lnTo>
                <a:lnTo>
                  <a:pt x="676" y="878"/>
                </a:lnTo>
                <a:lnTo>
                  <a:pt x="687" y="867"/>
                </a:lnTo>
                <a:lnTo>
                  <a:pt x="693" y="860"/>
                </a:lnTo>
                <a:lnTo>
                  <a:pt x="696" y="853"/>
                </a:lnTo>
                <a:lnTo>
                  <a:pt x="700" y="844"/>
                </a:lnTo>
                <a:lnTo>
                  <a:pt x="703" y="837"/>
                </a:lnTo>
                <a:lnTo>
                  <a:pt x="704" y="829"/>
                </a:lnTo>
                <a:lnTo>
                  <a:pt x="705" y="819"/>
                </a:lnTo>
                <a:lnTo>
                  <a:pt x="705" y="819"/>
                </a:lnTo>
                <a:lnTo>
                  <a:pt x="710" y="733"/>
                </a:lnTo>
                <a:lnTo>
                  <a:pt x="711" y="646"/>
                </a:lnTo>
                <a:lnTo>
                  <a:pt x="711" y="561"/>
                </a:lnTo>
                <a:lnTo>
                  <a:pt x="710" y="473"/>
                </a:lnTo>
                <a:lnTo>
                  <a:pt x="705" y="386"/>
                </a:lnTo>
                <a:lnTo>
                  <a:pt x="701" y="299"/>
                </a:lnTo>
                <a:lnTo>
                  <a:pt x="691" y="128"/>
                </a:lnTo>
                <a:lnTo>
                  <a:pt x="691" y="128"/>
                </a:lnTo>
                <a:lnTo>
                  <a:pt x="690" y="94"/>
                </a:lnTo>
                <a:lnTo>
                  <a:pt x="687" y="79"/>
                </a:lnTo>
                <a:lnTo>
                  <a:pt x="684" y="63"/>
                </a:lnTo>
                <a:lnTo>
                  <a:pt x="680" y="49"/>
                </a:lnTo>
                <a:lnTo>
                  <a:pt x="676" y="36"/>
                </a:lnTo>
                <a:lnTo>
                  <a:pt x="669" y="25"/>
                </a:lnTo>
                <a:lnTo>
                  <a:pt x="662" y="15"/>
                </a:lnTo>
                <a:lnTo>
                  <a:pt x="662" y="15"/>
                </a:lnTo>
                <a:lnTo>
                  <a:pt x="638" y="11"/>
                </a:lnTo>
                <a:lnTo>
                  <a:pt x="615" y="7"/>
                </a:lnTo>
                <a:lnTo>
                  <a:pt x="590" y="4"/>
                </a:lnTo>
                <a:lnTo>
                  <a:pt x="566" y="3"/>
                </a:lnTo>
                <a:lnTo>
                  <a:pt x="516" y="0"/>
                </a:lnTo>
                <a:lnTo>
                  <a:pt x="465" y="0"/>
                </a:lnTo>
                <a:lnTo>
                  <a:pt x="465" y="0"/>
                </a:lnTo>
                <a:lnTo>
                  <a:pt x="407" y="3"/>
                </a:lnTo>
                <a:lnTo>
                  <a:pt x="348" y="7"/>
                </a:lnTo>
                <a:lnTo>
                  <a:pt x="319" y="8"/>
                </a:lnTo>
                <a:lnTo>
                  <a:pt x="291" y="10"/>
                </a:lnTo>
                <a:lnTo>
                  <a:pt x="263" y="10"/>
                </a:lnTo>
                <a:lnTo>
                  <a:pt x="235" y="7"/>
                </a:lnTo>
                <a:lnTo>
                  <a:pt x="235" y="7"/>
                </a:lnTo>
                <a:lnTo>
                  <a:pt x="180" y="42"/>
                </a:lnTo>
                <a:lnTo>
                  <a:pt x="155" y="62"/>
                </a:lnTo>
                <a:lnTo>
                  <a:pt x="128" y="81"/>
                </a:lnTo>
                <a:lnTo>
                  <a:pt x="103" y="102"/>
                </a:lnTo>
                <a:lnTo>
                  <a:pt x="79" y="123"/>
                </a:lnTo>
                <a:lnTo>
                  <a:pt x="56" y="147"/>
                </a:lnTo>
                <a:lnTo>
                  <a:pt x="35" y="173"/>
                </a:lnTo>
                <a:lnTo>
                  <a:pt x="35" y="173"/>
                </a:lnTo>
                <a:lnTo>
                  <a:pt x="28" y="184"/>
                </a:lnTo>
                <a:lnTo>
                  <a:pt x="21" y="197"/>
                </a:lnTo>
                <a:lnTo>
                  <a:pt x="17" y="204"/>
                </a:lnTo>
                <a:lnTo>
                  <a:pt x="13" y="208"/>
                </a:lnTo>
                <a:lnTo>
                  <a:pt x="7" y="213"/>
                </a:lnTo>
                <a:lnTo>
                  <a:pt x="0" y="216"/>
                </a:lnTo>
                <a:lnTo>
                  <a:pt x="0" y="216"/>
                </a:lnTo>
                <a:lnTo>
                  <a:pt x="0" y="277"/>
                </a:lnTo>
                <a:lnTo>
                  <a:pt x="1" y="337"/>
                </a:lnTo>
                <a:lnTo>
                  <a:pt x="3" y="396"/>
                </a:lnTo>
                <a:lnTo>
                  <a:pt x="4" y="457"/>
                </a:lnTo>
                <a:lnTo>
                  <a:pt x="4" y="457"/>
                </a:lnTo>
                <a:lnTo>
                  <a:pt x="1" y="549"/>
                </a:lnTo>
                <a:lnTo>
                  <a:pt x="0" y="645"/>
                </a:lnTo>
                <a:lnTo>
                  <a:pt x="0" y="691"/>
                </a:lnTo>
                <a:lnTo>
                  <a:pt x="0" y="739"/>
                </a:lnTo>
                <a:lnTo>
                  <a:pt x="3" y="785"/>
                </a:lnTo>
                <a:lnTo>
                  <a:pt x="7" y="830"/>
                </a:lnTo>
                <a:lnTo>
                  <a:pt x="7" y="830"/>
                </a:lnTo>
                <a:close/>
                <a:moveTo>
                  <a:pt x="573" y="891"/>
                </a:moveTo>
                <a:lnTo>
                  <a:pt x="573" y="891"/>
                </a:lnTo>
                <a:lnTo>
                  <a:pt x="507" y="889"/>
                </a:lnTo>
                <a:lnTo>
                  <a:pt x="443" y="887"/>
                </a:lnTo>
                <a:lnTo>
                  <a:pt x="315" y="881"/>
                </a:lnTo>
                <a:lnTo>
                  <a:pt x="315" y="881"/>
                </a:lnTo>
                <a:lnTo>
                  <a:pt x="351" y="878"/>
                </a:lnTo>
                <a:lnTo>
                  <a:pt x="389" y="878"/>
                </a:lnTo>
                <a:lnTo>
                  <a:pt x="464" y="879"/>
                </a:lnTo>
                <a:lnTo>
                  <a:pt x="538" y="881"/>
                </a:lnTo>
                <a:lnTo>
                  <a:pt x="576" y="879"/>
                </a:lnTo>
                <a:lnTo>
                  <a:pt x="614" y="877"/>
                </a:lnTo>
                <a:lnTo>
                  <a:pt x="614" y="877"/>
                </a:lnTo>
                <a:lnTo>
                  <a:pt x="632" y="877"/>
                </a:lnTo>
                <a:lnTo>
                  <a:pt x="642" y="875"/>
                </a:lnTo>
                <a:lnTo>
                  <a:pt x="651" y="872"/>
                </a:lnTo>
                <a:lnTo>
                  <a:pt x="651" y="872"/>
                </a:lnTo>
                <a:lnTo>
                  <a:pt x="659" y="871"/>
                </a:lnTo>
                <a:lnTo>
                  <a:pt x="669" y="870"/>
                </a:lnTo>
                <a:lnTo>
                  <a:pt x="669" y="870"/>
                </a:lnTo>
                <a:lnTo>
                  <a:pt x="659" y="875"/>
                </a:lnTo>
                <a:lnTo>
                  <a:pt x="649" y="881"/>
                </a:lnTo>
                <a:lnTo>
                  <a:pt x="638" y="885"/>
                </a:lnTo>
                <a:lnTo>
                  <a:pt x="625" y="888"/>
                </a:lnTo>
                <a:lnTo>
                  <a:pt x="600" y="891"/>
                </a:lnTo>
                <a:lnTo>
                  <a:pt x="573" y="891"/>
                </a:lnTo>
                <a:lnTo>
                  <a:pt x="573" y="891"/>
                </a:lnTo>
                <a:close/>
                <a:moveTo>
                  <a:pt x="481" y="11"/>
                </a:moveTo>
                <a:lnTo>
                  <a:pt x="481" y="11"/>
                </a:lnTo>
                <a:lnTo>
                  <a:pt x="527" y="10"/>
                </a:lnTo>
                <a:lnTo>
                  <a:pt x="551" y="10"/>
                </a:lnTo>
                <a:lnTo>
                  <a:pt x="573" y="11"/>
                </a:lnTo>
                <a:lnTo>
                  <a:pt x="594" y="12"/>
                </a:lnTo>
                <a:lnTo>
                  <a:pt x="617" y="17"/>
                </a:lnTo>
                <a:lnTo>
                  <a:pt x="637" y="21"/>
                </a:lnTo>
                <a:lnTo>
                  <a:pt x="655" y="27"/>
                </a:lnTo>
                <a:lnTo>
                  <a:pt x="655" y="27"/>
                </a:lnTo>
                <a:lnTo>
                  <a:pt x="660" y="31"/>
                </a:lnTo>
                <a:lnTo>
                  <a:pt x="665" y="36"/>
                </a:lnTo>
                <a:lnTo>
                  <a:pt x="667" y="42"/>
                </a:lnTo>
                <a:lnTo>
                  <a:pt x="669" y="49"/>
                </a:lnTo>
                <a:lnTo>
                  <a:pt x="669" y="49"/>
                </a:lnTo>
                <a:lnTo>
                  <a:pt x="637" y="41"/>
                </a:lnTo>
                <a:lnTo>
                  <a:pt x="603" y="35"/>
                </a:lnTo>
                <a:lnTo>
                  <a:pt x="568" y="29"/>
                </a:lnTo>
                <a:lnTo>
                  <a:pt x="533" y="25"/>
                </a:lnTo>
                <a:lnTo>
                  <a:pt x="496" y="21"/>
                </a:lnTo>
                <a:lnTo>
                  <a:pt x="458" y="19"/>
                </a:lnTo>
                <a:lnTo>
                  <a:pt x="419" y="18"/>
                </a:lnTo>
                <a:lnTo>
                  <a:pt x="379" y="18"/>
                </a:lnTo>
                <a:lnTo>
                  <a:pt x="379" y="18"/>
                </a:lnTo>
                <a:lnTo>
                  <a:pt x="372" y="18"/>
                </a:lnTo>
                <a:lnTo>
                  <a:pt x="367" y="17"/>
                </a:lnTo>
                <a:lnTo>
                  <a:pt x="367" y="17"/>
                </a:lnTo>
                <a:lnTo>
                  <a:pt x="395" y="14"/>
                </a:lnTo>
                <a:lnTo>
                  <a:pt x="423" y="12"/>
                </a:lnTo>
                <a:lnTo>
                  <a:pt x="481" y="11"/>
                </a:lnTo>
                <a:lnTo>
                  <a:pt x="481" y="11"/>
                </a:lnTo>
                <a:close/>
                <a:moveTo>
                  <a:pt x="252" y="38"/>
                </a:moveTo>
                <a:lnTo>
                  <a:pt x="252" y="38"/>
                </a:lnTo>
                <a:lnTo>
                  <a:pt x="253" y="77"/>
                </a:lnTo>
                <a:lnTo>
                  <a:pt x="254" y="116"/>
                </a:lnTo>
                <a:lnTo>
                  <a:pt x="256" y="156"/>
                </a:lnTo>
                <a:lnTo>
                  <a:pt x="256" y="175"/>
                </a:lnTo>
                <a:lnTo>
                  <a:pt x="254" y="195"/>
                </a:lnTo>
                <a:lnTo>
                  <a:pt x="254" y="195"/>
                </a:lnTo>
                <a:lnTo>
                  <a:pt x="253" y="201"/>
                </a:lnTo>
                <a:lnTo>
                  <a:pt x="249" y="208"/>
                </a:lnTo>
                <a:lnTo>
                  <a:pt x="243" y="212"/>
                </a:lnTo>
                <a:lnTo>
                  <a:pt x="236" y="215"/>
                </a:lnTo>
                <a:lnTo>
                  <a:pt x="236" y="215"/>
                </a:lnTo>
                <a:lnTo>
                  <a:pt x="212" y="218"/>
                </a:lnTo>
                <a:lnTo>
                  <a:pt x="187" y="220"/>
                </a:lnTo>
                <a:lnTo>
                  <a:pt x="135" y="220"/>
                </a:lnTo>
                <a:lnTo>
                  <a:pt x="81" y="220"/>
                </a:lnTo>
                <a:lnTo>
                  <a:pt x="56" y="222"/>
                </a:lnTo>
                <a:lnTo>
                  <a:pt x="31" y="223"/>
                </a:lnTo>
                <a:lnTo>
                  <a:pt x="31" y="223"/>
                </a:lnTo>
                <a:lnTo>
                  <a:pt x="35" y="216"/>
                </a:lnTo>
                <a:lnTo>
                  <a:pt x="38" y="212"/>
                </a:lnTo>
                <a:lnTo>
                  <a:pt x="41" y="209"/>
                </a:lnTo>
                <a:lnTo>
                  <a:pt x="42" y="209"/>
                </a:lnTo>
                <a:lnTo>
                  <a:pt x="42" y="208"/>
                </a:lnTo>
                <a:lnTo>
                  <a:pt x="42" y="208"/>
                </a:lnTo>
                <a:lnTo>
                  <a:pt x="65" y="181"/>
                </a:lnTo>
                <a:lnTo>
                  <a:pt x="87" y="157"/>
                </a:lnTo>
                <a:lnTo>
                  <a:pt x="112" y="133"/>
                </a:lnTo>
                <a:lnTo>
                  <a:pt x="138" y="112"/>
                </a:lnTo>
                <a:lnTo>
                  <a:pt x="191" y="70"/>
                </a:lnTo>
                <a:lnTo>
                  <a:pt x="244" y="28"/>
                </a:lnTo>
                <a:lnTo>
                  <a:pt x="244" y="28"/>
                </a:lnTo>
                <a:lnTo>
                  <a:pt x="247" y="28"/>
                </a:lnTo>
                <a:lnTo>
                  <a:pt x="250" y="29"/>
                </a:lnTo>
                <a:lnTo>
                  <a:pt x="252" y="32"/>
                </a:lnTo>
                <a:lnTo>
                  <a:pt x="252" y="38"/>
                </a:lnTo>
                <a:lnTo>
                  <a:pt x="252" y="38"/>
                </a:lnTo>
                <a:close/>
                <a:moveTo>
                  <a:pt x="27" y="198"/>
                </a:moveTo>
                <a:lnTo>
                  <a:pt x="27" y="198"/>
                </a:lnTo>
                <a:lnTo>
                  <a:pt x="48" y="170"/>
                </a:lnTo>
                <a:lnTo>
                  <a:pt x="70" y="145"/>
                </a:lnTo>
                <a:lnTo>
                  <a:pt x="94" y="121"/>
                </a:lnTo>
                <a:lnTo>
                  <a:pt x="119" y="100"/>
                </a:lnTo>
                <a:lnTo>
                  <a:pt x="146" y="79"/>
                </a:lnTo>
                <a:lnTo>
                  <a:pt x="173" y="59"/>
                </a:lnTo>
                <a:lnTo>
                  <a:pt x="229" y="19"/>
                </a:lnTo>
                <a:lnTo>
                  <a:pt x="229" y="19"/>
                </a:lnTo>
                <a:lnTo>
                  <a:pt x="236" y="17"/>
                </a:lnTo>
                <a:lnTo>
                  <a:pt x="236" y="17"/>
                </a:lnTo>
                <a:lnTo>
                  <a:pt x="240" y="15"/>
                </a:lnTo>
                <a:lnTo>
                  <a:pt x="242" y="17"/>
                </a:lnTo>
                <a:lnTo>
                  <a:pt x="240" y="17"/>
                </a:lnTo>
                <a:lnTo>
                  <a:pt x="237" y="21"/>
                </a:lnTo>
                <a:lnTo>
                  <a:pt x="237" y="21"/>
                </a:lnTo>
                <a:lnTo>
                  <a:pt x="214" y="41"/>
                </a:lnTo>
                <a:lnTo>
                  <a:pt x="188" y="60"/>
                </a:lnTo>
                <a:lnTo>
                  <a:pt x="141" y="98"/>
                </a:lnTo>
                <a:lnTo>
                  <a:pt x="117" y="118"/>
                </a:lnTo>
                <a:lnTo>
                  <a:pt x="94" y="138"/>
                </a:lnTo>
                <a:lnTo>
                  <a:pt x="73" y="160"/>
                </a:lnTo>
                <a:lnTo>
                  <a:pt x="52" y="183"/>
                </a:lnTo>
                <a:lnTo>
                  <a:pt x="52" y="183"/>
                </a:lnTo>
                <a:lnTo>
                  <a:pt x="37" y="201"/>
                </a:lnTo>
                <a:lnTo>
                  <a:pt x="20" y="218"/>
                </a:lnTo>
                <a:lnTo>
                  <a:pt x="20" y="218"/>
                </a:lnTo>
                <a:lnTo>
                  <a:pt x="21" y="213"/>
                </a:lnTo>
                <a:lnTo>
                  <a:pt x="25" y="208"/>
                </a:lnTo>
                <a:lnTo>
                  <a:pt x="29" y="204"/>
                </a:lnTo>
                <a:lnTo>
                  <a:pt x="32" y="199"/>
                </a:lnTo>
                <a:lnTo>
                  <a:pt x="32" y="199"/>
                </a:lnTo>
                <a:lnTo>
                  <a:pt x="29" y="201"/>
                </a:lnTo>
                <a:lnTo>
                  <a:pt x="28" y="201"/>
                </a:lnTo>
                <a:lnTo>
                  <a:pt x="27" y="199"/>
                </a:lnTo>
                <a:lnTo>
                  <a:pt x="27" y="198"/>
                </a:lnTo>
                <a:lnTo>
                  <a:pt x="27" y="198"/>
                </a:lnTo>
                <a:close/>
                <a:moveTo>
                  <a:pt x="222" y="227"/>
                </a:moveTo>
                <a:lnTo>
                  <a:pt x="222" y="227"/>
                </a:lnTo>
                <a:lnTo>
                  <a:pt x="236" y="225"/>
                </a:lnTo>
                <a:lnTo>
                  <a:pt x="249" y="222"/>
                </a:lnTo>
                <a:lnTo>
                  <a:pt x="249" y="222"/>
                </a:lnTo>
                <a:lnTo>
                  <a:pt x="252" y="220"/>
                </a:lnTo>
                <a:lnTo>
                  <a:pt x="252" y="220"/>
                </a:lnTo>
                <a:lnTo>
                  <a:pt x="253" y="225"/>
                </a:lnTo>
                <a:lnTo>
                  <a:pt x="252" y="232"/>
                </a:lnTo>
                <a:lnTo>
                  <a:pt x="250" y="234"/>
                </a:lnTo>
                <a:lnTo>
                  <a:pt x="249" y="237"/>
                </a:lnTo>
                <a:lnTo>
                  <a:pt x="246" y="239"/>
                </a:lnTo>
                <a:lnTo>
                  <a:pt x="242" y="240"/>
                </a:lnTo>
                <a:lnTo>
                  <a:pt x="242" y="240"/>
                </a:lnTo>
                <a:lnTo>
                  <a:pt x="191" y="242"/>
                </a:lnTo>
                <a:lnTo>
                  <a:pt x="136" y="242"/>
                </a:lnTo>
                <a:lnTo>
                  <a:pt x="24" y="240"/>
                </a:lnTo>
                <a:lnTo>
                  <a:pt x="24" y="240"/>
                </a:lnTo>
                <a:lnTo>
                  <a:pt x="17" y="240"/>
                </a:lnTo>
                <a:lnTo>
                  <a:pt x="11" y="237"/>
                </a:lnTo>
                <a:lnTo>
                  <a:pt x="11" y="237"/>
                </a:lnTo>
                <a:lnTo>
                  <a:pt x="37" y="234"/>
                </a:lnTo>
                <a:lnTo>
                  <a:pt x="62" y="233"/>
                </a:lnTo>
                <a:lnTo>
                  <a:pt x="117" y="232"/>
                </a:lnTo>
                <a:lnTo>
                  <a:pt x="170" y="230"/>
                </a:lnTo>
                <a:lnTo>
                  <a:pt x="197" y="229"/>
                </a:lnTo>
                <a:lnTo>
                  <a:pt x="222" y="227"/>
                </a:lnTo>
                <a:lnTo>
                  <a:pt x="222" y="227"/>
                </a:lnTo>
                <a:close/>
                <a:moveTo>
                  <a:pt x="15" y="368"/>
                </a:moveTo>
                <a:lnTo>
                  <a:pt x="15" y="368"/>
                </a:lnTo>
                <a:lnTo>
                  <a:pt x="13" y="338"/>
                </a:lnTo>
                <a:lnTo>
                  <a:pt x="13" y="309"/>
                </a:lnTo>
                <a:lnTo>
                  <a:pt x="13" y="278"/>
                </a:lnTo>
                <a:lnTo>
                  <a:pt x="11" y="249"/>
                </a:lnTo>
                <a:lnTo>
                  <a:pt x="11" y="249"/>
                </a:lnTo>
                <a:lnTo>
                  <a:pt x="73" y="250"/>
                </a:lnTo>
                <a:lnTo>
                  <a:pt x="133" y="251"/>
                </a:lnTo>
                <a:lnTo>
                  <a:pt x="253" y="249"/>
                </a:lnTo>
                <a:lnTo>
                  <a:pt x="253" y="249"/>
                </a:lnTo>
                <a:lnTo>
                  <a:pt x="259" y="237"/>
                </a:lnTo>
                <a:lnTo>
                  <a:pt x="263" y="226"/>
                </a:lnTo>
                <a:lnTo>
                  <a:pt x="264" y="213"/>
                </a:lnTo>
                <a:lnTo>
                  <a:pt x="266" y="199"/>
                </a:lnTo>
                <a:lnTo>
                  <a:pt x="266" y="199"/>
                </a:lnTo>
                <a:lnTo>
                  <a:pt x="267" y="157"/>
                </a:lnTo>
                <a:lnTo>
                  <a:pt x="266" y="115"/>
                </a:lnTo>
                <a:lnTo>
                  <a:pt x="263" y="71"/>
                </a:lnTo>
                <a:lnTo>
                  <a:pt x="261" y="28"/>
                </a:lnTo>
                <a:lnTo>
                  <a:pt x="261" y="28"/>
                </a:lnTo>
                <a:lnTo>
                  <a:pt x="263" y="25"/>
                </a:lnTo>
                <a:lnTo>
                  <a:pt x="266" y="24"/>
                </a:lnTo>
                <a:lnTo>
                  <a:pt x="266" y="24"/>
                </a:lnTo>
                <a:lnTo>
                  <a:pt x="327" y="25"/>
                </a:lnTo>
                <a:lnTo>
                  <a:pt x="360" y="25"/>
                </a:lnTo>
                <a:lnTo>
                  <a:pt x="391" y="27"/>
                </a:lnTo>
                <a:lnTo>
                  <a:pt x="391" y="27"/>
                </a:lnTo>
                <a:lnTo>
                  <a:pt x="459" y="31"/>
                </a:lnTo>
                <a:lnTo>
                  <a:pt x="531" y="36"/>
                </a:lnTo>
                <a:lnTo>
                  <a:pt x="566" y="41"/>
                </a:lnTo>
                <a:lnTo>
                  <a:pt x="600" y="46"/>
                </a:lnTo>
                <a:lnTo>
                  <a:pt x="634" y="52"/>
                </a:lnTo>
                <a:lnTo>
                  <a:pt x="665" y="62"/>
                </a:lnTo>
                <a:lnTo>
                  <a:pt x="665" y="62"/>
                </a:lnTo>
                <a:lnTo>
                  <a:pt x="669" y="63"/>
                </a:lnTo>
                <a:lnTo>
                  <a:pt x="672" y="66"/>
                </a:lnTo>
                <a:lnTo>
                  <a:pt x="676" y="74"/>
                </a:lnTo>
                <a:lnTo>
                  <a:pt x="677" y="84"/>
                </a:lnTo>
                <a:lnTo>
                  <a:pt x="679" y="94"/>
                </a:lnTo>
                <a:lnTo>
                  <a:pt x="679" y="94"/>
                </a:lnTo>
                <a:lnTo>
                  <a:pt x="690" y="270"/>
                </a:lnTo>
                <a:lnTo>
                  <a:pt x="694" y="357"/>
                </a:lnTo>
                <a:lnTo>
                  <a:pt x="697" y="444"/>
                </a:lnTo>
                <a:lnTo>
                  <a:pt x="700" y="531"/>
                </a:lnTo>
                <a:lnTo>
                  <a:pt x="701" y="620"/>
                </a:lnTo>
                <a:lnTo>
                  <a:pt x="700" y="708"/>
                </a:lnTo>
                <a:lnTo>
                  <a:pt x="697" y="798"/>
                </a:lnTo>
                <a:lnTo>
                  <a:pt x="697" y="798"/>
                </a:lnTo>
                <a:lnTo>
                  <a:pt x="696" y="816"/>
                </a:lnTo>
                <a:lnTo>
                  <a:pt x="691" y="832"/>
                </a:lnTo>
                <a:lnTo>
                  <a:pt x="684" y="846"/>
                </a:lnTo>
                <a:lnTo>
                  <a:pt x="682" y="851"/>
                </a:lnTo>
                <a:lnTo>
                  <a:pt x="676" y="856"/>
                </a:lnTo>
                <a:lnTo>
                  <a:pt x="676" y="856"/>
                </a:lnTo>
                <a:lnTo>
                  <a:pt x="673" y="858"/>
                </a:lnTo>
                <a:lnTo>
                  <a:pt x="669" y="860"/>
                </a:lnTo>
                <a:lnTo>
                  <a:pt x="660" y="861"/>
                </a:lnTo>
                <a:lnTo>
                  <a:pt x="653" y="863"/>
                </a:lnTo>
                <a:lnTo>
                  <a:pt x="646" y="864"/>
                </a:lnTo>
                <a:lnTo>
                  <a:pt x="651" y="865"/>
                </a:lnTo>
                <a:lnTo>
                  <a:pt x="651" y="865"/>
                </a:lnTo>
                <a:lnTo>
                  <a:pt x="578" y="868"/>
                </a:lnTo>
                <a:lnTo>
                  <a:pt x="503" y="870"/>
                </a:lnTo>
                <a:lnTo>
                  <a:pt x="430" y="870"/>
                </a:lnTo>
                <a:lnTo>
                  <a:pt x="356" y="870"/>
                </a:lnTo>
                <a:lnTo>
                  <a:pt x="208" y="865"/>
                </a:lnTo>
                <a:lnTo>
                  <a:pt x="59" y="861"/>
                </a:lnTo>
                <a:lnTo>
                  <a:pt x="59" y="861"/>
                </a:lnTo>
                <a:lnTo>
                  <a:pt x="48" y="860"/>
                </a:lnTo>
                <a:lnTo>
                  <a:pt x="42" y="858"/>
                </a:lnTo>
                <a:lnTo>
                  <a:pt x="38" y="856"/>
                </a:lnTo>
                <a:lnTo>
                  <a:pt x="34" y="851"/>
                </a:lnTo>
                <a:lnTo>
                  <a:pt x="29" y="847"/>
                </a:lnTo>
                <a:lnTo>
                  <a:pt x="28" y="843"/>
                </a:lnTo>
                <a:lnTo>
                  <a:pt x="27" y="837"/>
                </a:lnTo>
                <a:lnTo>
                  <a:pt x="27" y="837"/>
                </a:lnTo>
                <a:lnTo>
                  <a:pt x="20" y="781"/>
                </a:lnTo>
                <a:lnTo>
                  <a:pt x="15" y="722"/>
                </a:lnTo>
                <a:lnTo>
                  <a:pt x="14" y="663"/>
                </a:lnTo>
                <a:lnTo>
                  <a:pt x="13" y="604"/>
                </a:lnTo>
                <a:lnTo>
                  <a:pt x="14" y="485"/>
                </a:lnTo>
                <a:lnTo>
                  <a:pt x="15" y="368"/>
                </a:lnTo>
                <a:lnTo>
                  <a:pt x="15" y="368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/>
          </a:p>
        </p:txBody>
      </p:sp>
      <p:sp>
        <p:nvSpPr>
          <p:cNvPr id="4" name="Freeform 245"/>
          <p:cNvSpPr>
            <a:spLocks noEditPoints="1"/>
          </p:cNvSpPr>
          <p:nvPr/>
        </p:nvSpPr>
        <p:spPr bwMode="auto">
          <a:xfrm>
            <a:off x="3923665" y="2931795"/>
            <a:ext cx="1637665" cy="1750695"/>
          </a:xfrm>
          <a:custGeom>
            <a:avLst/>
            <a:gdLst/>
            <a:ahLst/>
            <a:cxnLst>
              <a:cxn ang="0">
                <a:pos x="21" y="858"/>
              </a:cxn>
              <a:cxn ang="0">
                <a:pos x="117" y="878"/>
              </a:cxn>
              <a:cxn ang="0">
                <a:pos x="540" y="901"/>
              </a:cxn>
              <a:cxn ang="0">
                <a:pos x="676" y="878"/>
              </a:cxn>
              <a:cxn ang="0">
                <a:pos x="704" y="829"/>
              </a:cxn>
              <a:cxn ang="0">
                <a:pos x="710" y="473"/>
              </a:cxn>
              <a:cxn ang="0">
                <a:pos x="687" y="79"/>
              </a:cxn>
              <a:cxn ang="0">
                <a:pos x="662" y="15"/>
              </a:cxn>
              <a:cxn ang="0">
                <a:pos x="465" y="0"/>
              </a:cxn>
              <a:cxn ang="0">
                <a:pos x="263" y="10"/>
              </a:cxn>
              <a:cxn ang="0">
                <a:pos x="103" y="102"/>
              </a:cxn>
              <a:cxn ang="0">
                <a:pos x="21" y="197"/>
              </a:cxn>
              <a:cxn ang="0">
                <a:pos x="0" y="277"/>
              </a:cxn>
              <a:cxn ang="0">
                <a:pos x="0" y="645"/>
              </a:cxn>
              <a:cxn ang="0">
                <a:pos x="573" y="891"/>
              </a:cxn>
              <a:cxn ang="0">
                <a:pos x="351" y="878"/>
              </a:cxn>
              <a:cxn ang="0">
                <a:pos x="614" y="877"/>
              </a:cxn>
              <a:cxn ang="0">
                <a:pos x="669" y="870"/>
              </a:cxn>
              <a:cxn ang="0">
                <a:pos x="600" y="891"/>
              </a:cxn>
              <a:cxn ang="0">
                <a:pos x="551" y="10"/>
              </a:cxn>
              <a:cxn ang="0">
                <a:pos x="655" y="27"/>
              </a:cxn>
              <a:cxn ang="0">
                <a:pos x="637" y="41"/>
              </a:cxn>
              <a:cxn ang="0">
                <a:pos x="419" y="18"/>
              </a:cxn>
              <a:cxn ang="0">
                <a:pos x="395" y="14"/>
              </a:cxn>
              <a:cxn ang="0">
                <a:pos x="253" y="77"/>
              </a:cxn>
              <a:cxn ang="0">
                <a:pos x="253" y="201"/>
              </a:cxn>
              <a:cxn ang="0">
                <a:pos x="187" y="220"/>
              </a:cxn>
              <a:cxn ang="0">
                <a:pos x="35" y="216"/>
              </a:cxn>
              <a:cxn ang="0">
                <a:pos x="65" y="181"/>
              </a:cxn>
              <a:cxn ang="0">
                <a:pos x="244" y="28"/>
              </a:cxn>
              <a:cxn ang="0">
                <a:pos x="27" y="198"/>
              </a:cxn>
              <a:cxn ang="0">
                <a:pos x="146" y="79"/>
              </a:cxn>
              <a:cxn ang="0">
                <a:pos x="240" y="15"/>
              </a:cxn>
              <a:cxn ang="0">
                <a:pos x="188" y="60"/>
              </a:cxn>
              <a:cxn ang="0">
                <a:pos x="52" y="183"/>
              </a:cxn>
              <a:cxn ang="0">
                <a:pos x="29" y="204"/>
              </a:cxn>
              <a:cxn ang="0">
                <a:pos x="27" y="198"/>
              </a:cxn>
              <a:cxn ang="0">
                <a:pos x="249" y="222"/>
              </a:cxn>
              <a:cxn ang="0">
                <a:pos x="249" y="237"/>
              </a:cxn>
              <a:cxn ang="0">
                <a:pos x="24" y="240"/>
              </a:cxn>
              <a:cxn ang="0">
                <a:pos x="62" y="233"/>
              </a:cxn>
              <a:cxn ang="0">
                <a:pos x="15" y="368"/>
              </a:cxn>
              <a:cxn ang="0">
                <a:pos x="11" y="249"/>
              </a:cxn>
              <a:cxn ang="0">
                <a:pos x="263" y="226"/>
              </a:cxn>
              <a:cxn ang="0">
                <a:pos x="263" y="71"/>
              </a:cxn>
              <a:cxn ang="0">
                <a:pos x="327" y="25"/>
              </a:cxn>
              <a:cxn ang="0">
                <a:pos x="566" y="41"/>
              </a:cxn>
              <a:cxn ang="0">
                <a:pos x="672" y="66"/>
              </a:cxn>
              <a:cxn ang="0">
                <a:pos x="694" y="357"/>
              </a:cxn>
              <a:cxn ang="0">
                <a:pos x="697" y="798"/>
              </a:cxn>
              <a:cxn ang="0">
                <a:pos x="676" y="856"/>
              </a:cxn>
              <a:cxn ang="0">
                <a:pos x="651" y="865"/>
              </a:cxn>
              <a:cxn ang="0">
                <a:pos x="208" y="865"/>
              </a:cxn>
              <a:cxn ang="0">
                <a:pos x="34" y="851"/>
              </a:cxn>
              <a:cxn ang="0">
                <a:pos x="15" y="722"/>
              </a:cxn>
            </a:cxnLst>
            <a:rect l="0" t="0" r="r" b="b"/>
            <a:pathLst>
              <a:path w="711" h="901">
                <a:moveTo>
                  <a:pt x="7" y="830"/>
                </a:moveTo>
                <a:lnTo>
                  <a:pt x="7" y="830"/>
                </a:lnTo>
                <a:lnTo>
                  <a:pt x="10" y="839"/>
                </a:lnTo>
                <a:lnTo>
                  <a:pt x="13" y="846"/>
                </a:lnTo>
                <a:lnTo>
                  <a:pt x="15" y="853"/>
                </a:lnTo>
                <a:lnTo>
                  <a:pt x="21" y="858"/>
                </a:lnTo>
                <a:lnTo>
                  <a:pt x="27" y="863"/>
                </a:lnTo>
                <a:lnTo>
                  <a:pt x="34" y="867"/>
                </a:lnTo>
                <a:lnTo>
                  <a:pt x="41" y="868"/>
                </a:lnTo>
                <a:lnTo>
                  <a:pt x="48" y="870"/>
                </a:lnTo>
                <a:lnTo>
                  <a:pt x="48" y="870"/>
                </a:lnTo>
                <a:lnTo>
                  <a:pt x="117" y="878"/>
                </a:lnTo>
                <a:lnTo>
                  <a:pt x="185" y="884"/>
                </a:lnTo>
                <a:lnTo>
                  <a:pt x="254" y="889"/>
                </a:lnTo>
                <a:lnTo>
                  <a:pt x="325" y="894"/>
                </a:lnTo>
                <a:lnTo>
                  <a:pt x="395" y="898"/>
                </a:lnTo>
                <a:lnTo>
                  <a:pt x="467" y="899"/>
                </a:lnTo>
                <a:lnTo>
                  <a:pt x="540" y="901"/>
                </a:lnTo>
                <a:lnTo>
                  <a:pt x="613" y="899"/>
                </a:lnTo>
                <a:lnTo>
                  <a:pt x="613" y="899"/>
                </a:lnTo>
                <a:lnTo>
                  <a:pt x="631" y="898"/>
                </a:lnTo>
                <a:lnTo>
                  <a:pt x="648" y="894"/>
                </a:lnTo>
                <a:lnTo>
                  <a:pt x="663" y="887"/>
                </a:lnTo>
                <a:lnTo>
                  <a:pt x="676" y="878"/>
                </a:lnTo>
                <a:lnTo>
                  <a:pt x="687" y="867"/>
                </a:lnTo>
                <a:lnTo>
                  <a:pt x="693" y="860"/>
                </a:lnTo>
                <a:lnTo>
                  <a:pt x="696" y="853"/>
                </a:lnTo>
                <a:lnTo>
                  <a:pt x="700" y="844"/>
                </a:lnTo>
                <a:lnTo>
                  <a:pt x="703" y="837"/>
                </a:lnTo>
                <a:lnTo>
                  <a:pt x="704" y="829"/>
                </a:lnTo>
                <a:lnTo>
                  <a:pt x="705" y="819"/>
                </a:lnTo>
                <a:lnTo>
                  <a:pt x="705" y="819"/>
                </a:lnTo>
                <a:lnTo>
                  <a:pt x="710" y="733"/>
                </a:lnTo>
                <a:lnTo>
                  <a:pt x="711" y="646"/>
                </a:lnTo>
                <a:lnTo>
                  <a:pt x="711" y="561"/>
                </a:lnTo>
                <a:lnTo>
                  <a:pt x="710" y="473"/>
                </a:lnTo>
                <a:lnTo>
                  <a:pt x="705" y="386"/>
                </a:lnTo>
                <a:lnTo>
                  <a:pt x="701" y="299"/>
                </a:lnTo>
                <a:lnTo>
                  <a:pt x="691" y="128"/>
                </a:lnTo>
                <a:lnTo>
                  <a:pt x="691" y="128"/>
                </a:lnTo>
                <a:lnTo>
                  <a:pt x="690" y="94"/>
                </a:lnTo>
                <a:lnTo>
                  <a:pt x="687" y="79"/>
                </a:lnTo>
                <a:lnTo>
                  <a:pt x="684" y="63"/>
                </a:lnTo>
                <a:lnTo>
                  <a:pt x="680" y="49"/>
                </a:lnTo>
                <a:lnTo>
                  <a:pt x="676" y="36"/>
                </a:lnTo>
                <a:lnTo>
                  <a:pt x="669" y="25"/>
                </a:lnTo>
                <a:lnTo>
                  <a:pt x="662" y="15"/>
                </a:lnTo>
                <a:lnTo>
                  <a:pt x="662" y="15"/>
                </a:lnTo>
                <a:lnTo>
                  <a:pt x="638" y="11"/>
                </a:lnTo>
                <a:lnTo>
                  <a:pt x="615" y="7"/>
                </a:lnTo>
                <a:lnTo>
                  <a:pt x="590" y="4"/>
                </a:lnTo>
                <a:lnTo>
                  <a:pt x="566" y="3"/>
                </a:lnTo>
                <a:lnTo>
                  <a:pt x="516" y="0"/>
                </a:lnTo>
                <a:lnTo>
                  <a:pt x="465" y="0"/>
                </a:lnTo>
                <a:lnTo>
                  <a:pt x="465" y="0"/>
                </a:lnTo>
                <a:lnTo>
                  <a:pt x="407" y="3"/>
                </a:lnTo>
                <a:lnTo>
                  <a:pt x="348" y="7"/>
                </a:lnTo>
                <a:lnTo>
                  <a:pt x="319" y="8"/>
                </a:lnTo>
                <a:lnTo>
                  <a:pt x="291" y="10"/>
                </a:lnTo>
                <a:lnTo>
                  <a:pt x="263" y="10"/>
                </a:lnTo>
                <a:lnTo>
                  <a:pt x="235" y="7"/>
                </a:lnTo>
                <a:lnTo>
                  <a:pt x="235" y="7"/>
                </a:lnTo>
                <a:lnTo>
                  <a:pt x="180" y="42"/>
                </a:lnTo>
                <a:lnTo>
                  <a:pt x="155" y="62"/>
                </a:lnTo>
                <a:lnTo>
                  <a:pt x="128" y="81"/>
                </a:lnTo>
                <a:lnTo>
                  <a:pt x="103" y="102"/>
                </a:lnTo>
                <a:lnTo>
                  <a:pt x="79" y="123"/>
                </a:lnTo>
                <a:lnTo>
                  <a:pt x="56" y="147"/>
                </a:lnTo>
                <a:lnTo>
                  <a:pt x="35" y="173"/>
                </a:lnTo>
                <a:lnTo>
                  <a:pt x="35" y="173"/>
                </a:lnTo>
                <a:lnTo>
                  <a:pt x="28" y="184"/>
                </a:lnTo>
                <a:lnTo>
                  <a:pt x="21" y="197"/>
                </a:lnTo>
                <a:lnTo>
                  <a:pt x="17" y="204"/>
                </a:lnTo>
                <a:lnTo>
                  <a:pt x="13" y="208"/>
                </a:lnTo>
                <a:lnTo>
                  <a:pt x="7" y="213"/>
                </a:lnTo>
                <a:lnTo>
                  <a:pt x="0" y="216"/>
                </a:lnTo>
                <a:lnTo>
                  <a:pt x="0" y="216"/>
                </a:lnTo>
                <a:lnTo>
                  <a:pt x="0" y="277"/>
                </a:lnTo>
                <a:lnTo>
                  <a:pt x="1" y="337"/>
                </a:lnTo>
                <a:lnTo>
                  <a:pt x="3" y="396"/>
                </a:lnTo>
                <a:lnTo>
                  <a:pt x="4" y="457"/>
                </a:lnTo>
                <a:lnTo>
                  <a:pt x="4" y="457"/>
                </a:lnTo>
                <a:lnTo>
                  <a:pt x="1" y="549"/>
                </a:lnTo>
                <a:lnTo>
                  <a:pt x="0" y="645"/>
                </a:lnTo>
                <a:lnTo>
                  <a:pt x="0" y="691"/>
                </a:lnTo>
                <a:lnTo>
                  <a:pt x="0" y="739"/>
                </a:lnTo>
                <a:lnTo>
                  <a:pt x="3" y="785"/>
                </a:lnTo>
                <a:lnTo>
                  <a:pt x="7" y="830"/>
                </a:lnTo>
                <a:lnTo>
                  <a:pt x="7" y="830"/>
                </a:lnTo>
                <a:close/>
                <a:moveTo>
                  <a:pt x="573" y="891"/>
                </a:moveTo>
                <a:lnTo>
                  <a:pt x="573" y="891"/>
                </a:lnTo>
                <a:lnTo>
                  <a:pt x="507" y="889"/>
                </a:lnTo>
                <a:lnTo>
                  <a:pt x="443" y="887"/>
                </a:lnTo>
                <a:lnTo>
                  <a:pt x="315" y="881"/>
                </a:lnTo>
                <a:lnTo>
                  <a:pt x="315" y="881"/>
                </a:lnTo>
                <a:lnTo>
                  <a:pt x="351" y="878"/>
                </a:lnTo>
                <a:lnTo>
                  <a:pt x="389" y="878"/>
                </a:lnTo>
                <a:lnTo>
                  <a:pt x="464" y="879"/>
                </a:lnTo>
                <a:lnTo>
                  <a:pt x="538" y="881"/>
                </a:lnTo>
                <a:lnTo>
                  <a:pt x="576" y="879"/>
                </a:lnTo>
                <a:lnTo>
                  <a:pt x="614" y="877"/>
                </a:lnTo>
                <a:lnTo>
                  <a:pt x="614" y="877"/>
                </a:lnTo>
                <a:lnTo>
                  <a:pt x="632" y="877"/>
                </a:lnTo>
                <a:lnTo>
                  <a:pt x="642" y="875"/>
                </a:lnTo>
                <a:lnTo>
                  <a:pt x="651" y="872"/>
                </a:lnTo>
                <a:lnTo>
                  <a:pt x="651" y="872"/>
                </a:lnTo>
                <a:lnTo>
                  <a:pt x="659" y="871"/>
                </a:lnTo>
                <a:lnTo>
                  <a:pt x="669" y="870"/>
                </a:lnTo>
                <a:lnTo>
                  <a:pt x="669" y="870"/>
                </a:lnTo>
                <a:lnTo>
                  <a:pt x="659" y="875"/>
                </a:lnTo>
                <a:lnTo>
                  <a:pt x="649" y="881"/>
                </a:lnTo>
                <a:lnTo>
                  <a:pt x="638" y="885"/>
                </a:lnTo>
                <a:lnTo>
                  <a:pt x="625" y="888"/>
                </a:lnTo>
                <a:lnTo>
                  <a:pt x="600" y="891"/>
                </a:lnTo>
                <a:lnTo>
                  <a:pt x="573" y="891"/>
                </a:lnTo>
                <a:lnTo>
                  <a:pt x="573" y="891"/>
                </a:lnTo>
                <a:close/>
                <a:moveTo>
                  <a:pt x="481" y="11"/>
                </a:moveTo>
                <a:lnTo>
                  <a:pt x="481" y="11"/>
                </a:lnTo>
                <a:lnTo>
                  <a:pt x="527" y="10"/>
                </a:lnTo>
                <a:lnTo>
                  <a:pt x="551" y="10"/>
                </a:lnTo>
                <a:lnTo>
                  <a:pt x="573" y="11"/>
                </a:lnTo>
                <a:lnTo>
                  <a:pt x="594" y="12"/>
                </a:lnTo>
                <a:lnTo>
                  <a:pt x="617" y="17"/>
                </a:lnTo>
                <a:lnTo>
                  <a:pt x="637" y="21"/>
                </a:lnTo>
                <a:lnTo>
                  <a:pt x="655" y="27"/>
                </a:lnTo>
                <a:lnTo>
                  <a:pt x="655" y="27"/>
                </a:lnTo>
                <a:lnTo>
                  <a:pt x="660" y="31"/>
                </a:lnTo>
                <a:lnTo>
                  <a:pt x="665" y="36"/>
                </a:lnTo>
                <a:lnTo>
                  <a:pt x="667" y="42"/>
                </a:lnTo>
                <a:lnTo>
                  <a:pt x="669" y="49"/>
                </a:lnTo>
                <a:lnTo>
                  <a:pt x="669" y="49"/>
                </a:lnTo>
                <a:lnTo>
                  <a:pt x="637" y="41"/>
                </a:lnTo>
                <a:lnTo>
                  <a:pt x="603" y="35"/>
                </a:lnTo>
                <a:lnTo>
                  <a:pt x="568" y="29"/>
                </a:lnTo>
                <a:lnTo>
                  <a:pt x="533" y="25"/>
                </a:lnTo>
                <a:lnTo>
                  <a:pt x="496" y="21"/>
                </a:lnTo>
                <a:lnTo>
                  <a:pt x="458" y="19"/>
                </a:lnTo>
                <a:lnTo>
                  <a:pt x="419" y="18"/>
                </a:lnTo>
                <a:lnTo>
                  <a:pt x="379" y="18"/>
                </a:lnTo>
                <a:lnTo>
                  <a:pt x="379" y="18"/>
                </a:lnTo>
                <a:lnTo>
                  <a:pt x="372" y="18"/>
                </a:lnTo>
                <a:lnTo>
                  <a:pt x="367" y="17"/>
                </a:lnTo>
                <a:lnTo>
                  <a:pt x="367" y="17"/>
                </a:lnTo>
                <a:lnTo>
                  <a:pt x="395" y="14"/>
                </a:lnTo>
                <a:lnTo>
                  <a:pt x="423" y="12"/>
                </a:lnTo>
                <a:lnTo>
                  <a:pt x="481" y="11"/>
                </a:lnTo>
                <a:lnTo>
                  <a:pt x="481" y="11"/>
                </a:lnTo>
                <a:close/>
                <a:moveTo>
                  <a:pt x="252" y="38"/>
                </a:moveTo>
                <a:lnTo>
                  <a:pt x="252" y="38"/>
                </a:lnTo>
                <a:lnTo>
                  <a:pt x="253" y="77"/>
                </a:lnTo>
                <a:lnTo>
                  <a:pt x="254" y="116"/>
                </a:lnTo>
                <a:lnTo>
                  <a:pt x="256" y="156"/>
                </a:lnTo>
                <a:lnTo>
                  <a:pt x="256" y="175"/>
                </a:lnTo>
                <a:lnTo>
                  <a:pt x="254" y="195"/>
                </a:lnTo>
                <a:lnTo>
                  <a:pt x="254" y="195"/>
                </a:lnTo>
                <a:lnTo>
                  <a:pt x="253" y="201"/>
                </a:lnTo>
                <a:lnTo>
                  <a:pt x="249" y="208"/>
                </a:lnTo>
                <a:lnTo>
                  <a:pt x="243" y="212"/>
                </a:lnTo>
                <a:lnTo>
                  <a:pt x="236" y="215"/>
                </a:lnTo>
                <a:lnTo>
                  <a:pt x="236" y="215"/>
                </a:lnTo>
                <a:lnTo>
                  <a:pt x="212" y="218"/>
                </a:lnTo>
                <a:lnTo>
                  <a:pt x="187" y="220"/>
                </a:lnTo>
                <a:lnTo>
                  <a:pt x="135" y="220"/>
                </a:lnTo>
                <a:lnTo>
                  <a:pt x="81" y="220"/>
                </a:lnTo>
                <a:lnTo>
                  <a:pt x="56" y="222"/>
                </a:lnTo>
                <a:lnTo>
                  <a:pt x="31" y="223"/>
                </a:lnTo>
                <a:lnTo>
                  <a:pt x="31" y="223"/>
                </a:lnTo>
                <a:lnTo>
                  <a:pt x="35" y="216"/>
                </a:lnTo>
                <a:lnTo>
                  <a:pt x="38" y="212"/>
                </a:lnTo>
                <a:lnTo>
                  <a:pt x="41" y="209"/>
                </a:lnTo>
                <a:lnTo>
                  <a:pt x="42" y="209"/>
                </a:lnTo>
                <a:lnTo>
                  <a:pt x="42" y="208"/>
                </a:lnTo>
                <a:lnTo>
                  <a:pt x="42" y="208"/>
                </a:lnTo>
                <a:lnTo>
                  <a:pt x="65" y="181"/>
                </a:lnTo>
                <a:lnTo>
                  <a:pt x="87" y="157"/>
                </a:lnTo>
                <a:lnTo>
                  <a:pt x="112" y="133"/>
                </a:lnTo>
                <a:lnTo>
                  <a:pt x="138" y="112"/>
                </a:lnTo>
                <a:lnTo>
                  <a:pt x="191" y="70"/>
                </a:lnTo>
                <a:lnTo>
                  <a:pt x="244" y="28"/>
                </a:lnTo>
                <a:lnTo>
                  <a:pt x="244" y="28"/>
                </a:lnTo>
                <a:lnTo>
                  <a:pt x="247" y="28"/>
                </a:lnTo>
                <a:lnTo>
                  <a:pt x="250" y="29"/>
                </a:lnTo>
                <a:lnTo>
                  <a:pt x="252" y="32"/>
                </a:lnTo>
                <a:lnTo>
                  <a:pt x="252" y="38"/>
                </a:lnTo>
                <a:lnTo>
                  <a:pt x="252" y="38"/>
                </a:lnTo>
                <a:close/>
                <a:moveTo>
                  <a:pt x="27" y="198"/>
                </a:moveTo>
                <a:lnTo>
                  <a:pt x="27" y="198"/>
                </a:lnTo>
                <a:lnTo>
                  <a:pt x="48" y="170"/>
                </a:lnTo>
                <a:lnTo>
                  <a:pt x="70" y="145"/>
                </a:lnTo>
                <a:lnTo>
                  <a:pt x="94" y="121"/>
                </a:lnTo>
                <a:lnTo>
                  <a:pt x="119" y="100"/>
                </a:lnTo>
                <a:lnTo>
                  <a:pt x="146" y="79"/>
                </a:lnTo>
                <a:lnTo>
                  <a:pt x="173" y="59"/>
                </a:lnTo>
                <a:lnTo>
                  <a:pt x="229" y="19"/>
                </a:lnTo>
                <a:lnTo>
                  <a:pt x="229" y="19"/>
                </a:lnTo>
                <a:lnTo>
                  <a:pt x="236" y="17"/>
                </a:lnTo>
                <a:lnTo>
                  <a:pt x="236" y="17"/>
                </a:lnTo>
                <a:lnTo>
                  <a:pt x="240" y="15"/>
                </a:lnTo>
                <a:lnTo>
                  <a:pt x="242" y="17"/>
                </a:lnTo>
                <a:lnTo>
                  <a:pt x="240" y="17"/>
                </a:lnTo>
                <a:lnTo>
                  <a:pt x="237" y="21"/>
                </a:lnTo>
                <a:lnTo>
                  <a:pt x="237" y="21"/>
                </a:lnTo>
                <a:lnTo>
                  <a:pt x="214" y="41"/>
                </a:lnTo>
                <a:lnTo>
                  <a:pt x="188" y="60"/>
                </a:lnTo>
                <a:lnTo>
                  <a:pt x="141" y="98"/>
                </a:lnTo>
                <a:lnTo>
                  <a:pt x="117" y="118"/>
                </a:lnTo>
                <a:lnTo>
                  <a:pt x="94" y="138"/>
                </a:lnTo>
                <a:lnTo>
                  <a:pt x="73" y="160"/>
                </a:lnTo>
                <a:lnTo>
                  <a:pt x="52" y="183"/>
                </a:lnTo>
                <a:lnTo>
                  <a:pt x="52" y="183"/>
                </a:lnTo>
                <a:lnTo>
                  <a:pt x="37" y="201"/>
                </a:lnTo>
                <a:lnTo>
                  <a:pt x="20" y="218"/>
                </a:lnTo>
                <a:lnTo>
                  <a:pt x="20" y="218"/>
                </a:lnTo>
                <a:lnTo>
                  <a:pt x="21" y="213"/>
                </a:lnTo>
                <a:lnTo>
                  <a:pt x="25" y="208"/>
                </a:lnTo>
                <a:lnTo>
                  <a:pt x="29" y="204"/>
                </a:lnTo>
                <a:lnTo>
                  <a:pt x="32" y="199"/>
                </a:lnTo>
                <a:lnTo>
                  <a:pt x="32" y="199"/>
                </a:lnTo>
                <a:lnTo>
                  <a:pt x="29" y="201"/>
                </a:lnTo>
                <a:lnTo>
                  <a:pt x="28" y="201"/>
                </a:lnTo>
                <a:lnTo>
                  <a:pt x="27" y="199"/>
                </a:lnTo>
                <a:lnTo>
                  <a:pt x="27" y="198"/>
                </a:lnTo>
                <a:lnTo>
                  <a:pt x="27" y="198"/>
                </a:lnTo>
                <a:close/>
                <a:moveTo>
                  <a:pt x="222" y="227"/>
                </a:moveTo>
                <a:lnTo>
                  <a:pt x="222" y="227"/>
                </a:lnTo>
                <a:lnTo>
                  <a:pt x="236" y="225"/>
                </a:lnTo>
                <a:lnTo>
                  <a:pt x="249" y="222"/>
                </a:lnTo>
                <a:lnTo>
                  <a:pt x="249" y="222"/>
                </a:lnTo>
                <a:lnTo>
                  <a:pt x="252" y="220"/>
                </a:lnTo>
                <a:lnTo>
                  <a:pt x="252" y="220"/>
                </a:lnTo>
                <a:lnTo>
                  <a:pt x="253" y="225"/>
                </a:lnTo>
                <a:lnTo>
                  <a:pt x="252" y="232"/>
                </a:lnTo>
                <a:lnTo>
                  <a:pt x="250" y="234"/>
                </a:lnTo>
                <a:lnTo>
                  <a:pt x="249" y="237"/>
                </a:lnTo>
                <a:lnTo>
                  <a:pt x="246" y="239"/>
                </a:lnTo>
                <a:lnTo>
                  <a:pt x="242" y="240"/>
                </a:lnTo>
                <a:lnTo>
                  <a:pt x="242" y="240"/>
                </a:lnTo>
                <a:lnTo>
                  <a:pt x="191" y="242"/>
                </a:lnTo>
                <a:lnTo>
                  <a:pt x="136" y="242"/>
                </a:lnTo>
                <a:lnTo>
                  <a:pt x="24" y="240"/>
                </a:lnTo>
                <a:lnTo>
                  <a:pt x="24" y="240"/>
                </a:lnTo>
                <a:lnTo>
                  <a:pt x="17" y="240"/>
                </a:lnTo>
                <a:lnTo>
                  <a:pt x="11" y="237"/>
                </a:lnTo>
                <a:lnTo>
                  <a:pt x="11" y="237"/>
                </a:lnTo>
                <a:lnTo>
                  <a:pt x="37" y="234"/>
                </a:lnTo>
                <a:lnTo>
                  <a:pt x="62" y="233"/>
                </a:lnTo>
                <a:lnTo>
                  <a:pt x="117" y="232"/>
                </a:lnTo>
                <a:lnTo>
                  <a:pt x="170" y="230"/>
                </a:lnTo>
                <a:lnTo>
                  <a:pt x="197" y="229"/>
                </a:lnTo>
                <a:lnTo>
                  <a:pt x="222" y="227"/>
                </a:lnTo>
                <a:lnTo>
                  <a:pt x="222" y="227"/>
                </a:lnTo>
                <a:close/>
                <a:moveTo>
                  <a:pt x="15" y="368"/>
                </a:moveTo>
                <a:lnTo>
                  <a:pt x="15" y="368"/>
                </a:lnTo>
                <a:lnTo>
                  <a:pt x="13" y="338"/>
                </a:lnTo>
                <a:lnTo>
                  <a:pt x="13" y="309"/>
                </a:lnTo>
                <a:lnTo>
                  <a:pt x="13" y="278"/>
                </a:lnTo>
                <a:lnTo>
                  <a:pt x="11" y="249"/>
                </a:lnTo>
                <a:lnTo>
                  <a:pt x="11" y="249"/>
                </a:lnTo>
                <a:lnTo>
                  <a:pt x="73" y="250"/>
                </a:lnTo>
                <a:lnTo>
                  <a:pt x="133" y="251"/>
                </a:lnTo>
                <a:lnTo>
                  <a:pt x="253" y="249"/>
                </a:lnTo>
                <a:lnTo>
                  <a:pt x="253" y="249"/>
                </a:lnTo>
                <a:lnTo>
                  <a:pt x="259" y="237"/>
                </a:lnTo>
                <a:lnTo>
                  <a:pt x="263" y="226"/>
                </a:lnTo>
                <a:lnTo>
                  <a:pt x="264" y="213"/>
                </a:lnTo>
                <a:lnTo>
                  <a:pt x="266" y="199"/>
                </a:lnTo>
                <a:lnTo>
                  <a:pt x="266" y="199"/>
                </a:lnTo>
                <a:lnTo>
                  <a:pt x="267" y="157"/>
                </a:lnTo>
                <a:lnTo>
                  <a:pt x="266" y="115"/>
                </a:lnTo>
                <a:lnTo>
                  <a:pt x="263" y="71"/>
                </a:lnTo>
                <a:lnTo>
                  <a:pt x="261" y="28"/>
                </a:lnTo>
                <a:lnTo>
                  <a:pt x="261" y="28"/>
                </a:lnTo>
                <a:lnTo>
                  <a:pt x="263" y="25"/>
                </a:lnTo>
                <a:lnTo>
                  <a:pt x="266" y="24"/>
                </a:lnTo>
                <a:lnTo>
                  <a:pt x="266" y="24"/>
                </a:lnTo>
                <a:lnTo>
                  <a:pt x="327" y="25"/>
                </a:lnTo>
                <a:lnTo>
                  <a:pt x="360" y="25"/>
                </a:lnTo>
                <a:lnTo>
                  <a:pt x="391" y="27"/>
                </a:lnTo>
                <a:lnTo>
                  <a:pt x="391" y="27"/>
                </a:lnTo>
                <a:lnTo>
                  <a:pt x="459" y="31"/>
                </a:lnTo>
                <a:lnTo>
                  <a:pt x="531" y="36"/>
                </a:lnTo>
                <a:lnTo>
                  <a:pt x="566" y="41"/>
                </a:lnTo>
                <a:lnTo>
                  <a:pt x="600" y="46"/>
                </a:lnTo>
                <a:lnTo>
                  <a:pt x="634" y="52"/>
                </a:lnTo>
                <a:lnTo>
                  <a:pt x="665" y="62"/>
                </a:lnTo>
                <a:lnTo>
                  <a:pt x="665" y="62"/>
                </a:lnTo>
                <a:lnTo>
                  <a:pt x="669" y="63"/>
                </a:lnTo>
                <a:lnTo>
                  <a:pt x="672" y="66"/>
                </a:lnTo>
                <a:lnTo>
                  <a:pt x="676" y="74"/>
                </a:lnTo>
                <a:lnTo>
                  <a:pt x="677" y="84"/>
                </a:lnTo>
                <a:lnTo>
                  <a:pt x="679" y="94"/>
                </a:lnTo>
                <a:lnTo>
                  <a:pt x="679" y="94"/>
                </a:lnTo>
                <a:lnTo>
                  <a:pt x="690" y="270"/>
                </a:lnTo>
                <a:lnTo>
                  <a:pt x="694" y="357"/>
                </a:lnTo>
                <a:lnTo>
                  <a:pt x="697" y="444"/>
                </a:lnTo>
                <a:lnTo>
                  <a:pt x="700" y="531"/>
                </a:lnTo>
                <a:lnTo>
                  <a:pt x="701" y="620"/>
                </a:lnTo>
                <a:lnTo>
                  <a:pt x="700" y="708"/>
                </a:lnTo>
                <a:lnTo>
                  <a:pt x="697" y="798"/>
                </a:lnTo>
                <a:lnTo>
                  <a:pt x="697" y="798"/>
                </a:lnTo>
                <a:lnTo>
                  <a:pt x="696" y="816"/>
                </a:lnTo>
                <a:lnTo>
                  <a:pt x="691" y="832"/>
                </a:lnTo>
                <a:lnTo>
                  <a:pt x="684" y="846"/>
                </a:lnTo>
                <a:lnTo>
                  <a:pt x="682" y="851"/>
                </a:lnTo>
                <a:lnTo>
                  <a:pt x="676" y="856"/>
                </a:lnTo>
                <a:lnTo>
                  <a:pt x="676" y="856"/>
                </a:lnTo>
                <a:lnTo>
                  <a:pt x="673" y="858"/>
                </a:lnTo>
                <a:lnTo>
                  <a:pt x="669" y="860"/>
                </a:lnTo>
                <a:lnTo>
                  <a:pt x="660" y="861"/>
                </a:lnTo>
                <a:lnTo>
                  <a:pt x="653" y="863"/>
                </a:lnTo>
                <a:lnTo>
                  <a:pt x="646" y="864"/>
                </a:lnTo>
                <a:lnTo>
                  <a:pt x="651" y="865"/>
                </a:lnTo>
                <a:lnTo>
                  <a:pt x="651" y="865"/>
                </a:lnTo>
                <a:lnTo>
                  <a:pt x="578" y="868"/>
                </a:lnTo>
                <a:lnTo>
                  <a:pt x="503" y="870"/>
                </a:lnTo>
                <a:lnTo>
                  <a:pt x="430" y="870"/>
                </a:lnTo>
                <a:lnTo>
                  <a:pt x="356" y="870"/>
                </a:lnTo>
                <a:lnTo>
                  <a:pt x="208" y="865"/>
                </a:lnTo>
                <a:lnTo>
                  <a:pt x="59" y="861"/>
                </a:lnTo>
                <a:lnTo>
                  <a:pt x="59" y="861"/>
                </a:lnTo>
                <a:lnTo>
                  <a:pt x="48" y="860"/>
                </a:lnTo>
                <a:lnTo>
                  <a:pt x="42" y="858"/>
                </a:lnTo>
                <a:lnTo>
                  <a:pt x="38" y="856"/>
                </a:lnTo>
                <a:lnTo>
                  <a:pt x="34" y="851"/>
                </a:lnTo>
                <a:lnTo>
                  <a:pt x="29" y="847"/>
                </a:lnTo>
                <a:lnTo>
                  <a:pt x="28" y="843"/>
                </a:lnTo>
                <a:lnTo>
                  <a:pt x="27" y="837"/>
                </a:lnTo>
                <a:lnTo>
                  <a:pt x="27" y="837"/>
                </a:lnTo>
                <a:lnTo>
                  <a:pt x="20" y="781"/>
                </a:lnTo>
                <a:lnTo>
                  <a:pt x="15" y="722"/>
                </a:lnTo>
                <a:lnTo>
                  <a:pt x="14" y="663"/>
                </a:lnTo>
                <a:lnTo>
                  <a:pt x="13" y="604"/>
                </a:lnTo>
                <a:lnTo>
                  <a:pt x="14" y="485"/>
                </a:lnTo>
                <a:lnTo>
                  <a:pt x="15" y="368"/>
                </a:lnTo>
                <a:lnTo>
                  <a:pt x="15" y="368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/>
          </a:p>
        </p:txBody>
      </p:sp>
      <p:sp>
        <p:nvSpPr>
          <p:cNvPr id="6" name="Freeform 245"/>
          <p:cNvSpPr>
            <a:spLocks noEditPoints="1"/>
          </p:cNvSpPr>
          <p:nvPr/>
        </p:nvSpPr>
        <p:spPr bwMode="auto">
          <a:xfrm>
            <a:off x="6144895" y="915670"/>
            <a:ext cx="1570990" cy="1759585"/>
          </a:xfrm>
          <a:custGeom>
            <a:avLst/>
            <a:gdLst/>
            <a:ahLst/>
            <a:cxnLst>
              <a:cxn ang="0">
                <a:pos x="21" y="858"/>
              </a:cxn>
              <a:cxn ang="0">
                <a:pos x="117" y="878"/>
              </a:cxn>
              <a:cxn ang="0">
                <a:pos x="540" y="901"/>
              </a:cxn>
              <a:cxn ang="0">
                <a:pos x="676" y="878"/>
              </a:cxn>
              <a:cxn ang="0">
                <a:pos x="704" y="829"/>
              </a:cxn>
              <a:cxn ang="0">
                <a:pos x="710" y="473"/>
              </a:cxn>
              <a:cxn ang="0">
                <a:pos x="687" y="79"/>
              </a:cxn>
              <a:cxn ang="0">
                <a:pos x="662" y="15"/>
              </a:cxn>
              <a:cxn ang="0">
                <a:pos x="465" y="0"/>
              </a:cxn>
              <a:cxn ang="0">
                <a:pos x="263" y="10"/>
              </a:cxn>
              <a:cxn ang="0">
                <a:pos x="103" y="102"/>
              </a:cxn>
              <a:cxn ang="0">
                <a:pos x="21" y="197"/>
              </a:cxn>
              <a:cxn ang="0">
                <a:pos x="0" y="277"/>
              </a:cxn>
              <a:cxn ang="0">
                <a:pos x="0" y="645"/>
              </a:cxn>
              <a:cxn ang="0">
                <a:pos x="573" y="891"/>
              </a:cxn>
              <a:cxn ang="0">
                <a:pos x="351" y="878"/>
              </a:cxn>
              <a:cxn ang="0">
                <a:pos x="614" y="877"/>
              </a:cxn>
              <a:cxn ang="0">
                <a:pos x="669" y="870"/>
              </a:cxn>
              <a:cxn ang="0">
                <a:pos x="600" y="891"/>
              </a:cxn>
              <a:cxn ang="0">
                <a:pos x="551" y="10"/>
              </a:cxn>
              <a:cxn ang="0">
                <a:pos x="655" y="27"/>
              </a:cxn>
              <a:cxn ang="0">
                <a:pos x="637" y="41"/>
              </a:cxn>
              <a:cxn ang="0">
                <a:pos x="419" y="18"/>
              </a:cxn>
              <a:cxn ang="0">
                <a:pos x="395" y="14"/>
              </a:cxn>
              <a:cxn ang="0">
                <a:pos x="253" y="77"/>
              </a:cxn>
              <a:cxn ang="0">
                <a:pos x="253" y="201"/>
              </a:cxn>
              <a:cxn ang="0">
                <a:pos x="187" y="220"/>
              </a:cxn>
              <a:cxn ang="0">
                <a:pos x="35" y="216"/>
              </a:cxn>
              <a:cxn ang="0">
                <a:pos x="65" y="181"/>
              </a:cxn>
              <a:cxn ang="0">
                <a:pos x="244" y="28"/>
              </a:cxn>
              <a:cxn ang="0">
                <a:pos x="27" y="198"/>
              </a:cxn>
              <a:cxn ang="0">
                <a:pos x="146" y="79"/>
              </a:cxn>
              <a:cxn ang="0">
                <a:pos x="240" y="15"/>
              </a:cxn>
              <a:cxn ang="0">
                <a:pos x="188" y="60"/>
              </a:cxn>
              <a:cxn ang="0">
                <a:pos x="52" y="183"/>
              </a:cxn>
              <a:cxn ang="0">
                <a:pos x="29" y="204"/>
              </a:cxn>
              <a:cxn ang="0">
                <a:pos x="27" y="198"/>
              </a:cxn>
              <a:cxn ang="0">
                <a:pos x="249" y="222"/>
              </a:cxn>
              <a:cxn ang="0">
                <a:pos x="249" y="237"/>
              </a:cxn>
              <a:cxn ang="0">
                <a:pos x="24" y="240"/>
              </a:cxn>
              <a:cxn ang="0">
                <a:pos x="62" y="233"/>
              </a:cxn>
              <a:cxn ang="0">
                <a:pos x="15" y="368"/>
              </a:cxn>
              <a:cxn ang="0">
                <a:pos x="11" y="249"/>
              </a:cxn>
              <a:cxn ang="0">
                <a:pos x="263" y="226"/>
              </a:cxn>
              <a:cxn ang="0">
                <a:pos x="263" y="71"/>
              </a:cxn>
              <a:cxn ang="0">
                <a:pos x="327" y="25"/>
              </a:cxn>
              <a:cxn ang="0">
                <a:pos x="566" y="41"/>
              </a:cxn>
              <a:cxn ang="0">
                <a:pos x="672" y="66"/>
              </a:cxn>
              <a:cxn ang="0">
                <a:pos x="694" y="357"/>
              </a:cxn>
              <a:cxn ang="0">
                <a:pos x="697" y="798"/>
              </a:cxn>
              <a:cxn ang="0">
                <a:pos x="676" y="856"/>
              </a:cxn>
              <a:cxn ang="0">
                <a:pos x="651" y="865"/>
              </a:cxn>
              <a:cxn ang="0">
                <a:pos x="208" y="865"/>
              </a:cxn>
              <a:cxn ang="0">
                <a:pos x="34" y="851"/>
              </a:cxn>
              <a:cxn ang="0">
                <a:pos x="15" y="722"/>
              </a:cxn>
            </a:cxnLst>
            <a:rect l="0" t="0" r="r" b="b"/>
            <a:pathLst>
              <a:path w="711" h="901">
                <a:moveTo>
                  <a:pt x="7" y="830"/>
                </a:moveTo>
                <a:lnTo>
                  <a:pt x="7" y="830"/>
                </a:lnTo>
                <a:lnTo>
                  <a:pt x="10" y="839"/>
                </a:lnTo>
                <a:lnTo>
                  <a:pt x="13" y="846"/>
                </a:lnTo>
                <a:lnTo>
                  <a:pt x="15" y="853"/>
                </a:lnTo>
                <a:lnTo>
                  <a:pt x="21" y="858"/>
                </a:lnTo>
                <a:lnTo>
                  <a:pt x="27" y="863"/>
                </a:lnTo>
                <a:lnTo>
                  <a:pt x="34" y="867"/>
                </a:lnTo>
                <a:lnTo>
                  <a:pt x="41" y="868"/>
                </a:lnTo>
                <a:lnTo>
                  <a:pt x="48" y="870"/>
                </a:lnTo>
                <a:lnTo>
                  <a:pt x="48" y="870"/>
                </a:lnTo>
                <a:lnTo>
                  <a:pt x="117" y="878"/>
                </a:lnTo>
                <a:lnTo>
                  <a:pt x="185" y="884"/>
                </a:lnTo>
                <a:lnTo>
                  <a:pt x="254" y="889"/>
                </a:lnTo>
                <a:lnTo>
                  <a:pt x="325" y="894"/>
                </a:lnTo>
                <a:lnTo>
                  <a:pt x="395" y="898"/>
                </a:lnTo>
                <a:lnTo>
                  <a:pt x="467" y="899"/>
                </a:lnTo>
                <a:lnTo>
                  <a:pt x="540" y="901"/>
                </a:lnTo>
                <a:lnTo>
                  <a:pt x="613" y="899"/>
                </a:lnTo>
                <a:lnTo>
                  <a:pt x="613" y="899"/>
                </a:lnTo>
                <a:lnTo>
                  <a:pt x="631" y="898"/>
                </a:lnTo>
                <a:lnTo>
                  <a:pt x="648" y="894"/>
                </a:lnTo>
                <a:lnTo>
                  <a:pt x="663" y="887"/>
                </a:lnTo>
                <a:lnTo>
                  <a:pt x="676" y="878"/>
                </a:lnTo>
                <a:lnTo>
                  <a:pt x="687" y="867"/>
                </a:lnTo>
                <a:lnTo>
                  <a:pt x="693" y="860"/>
                </a:lnTo>
                <a:lnTo>
                  <a:pt x="696" y="853"/>
                </a:lnTo>
                <a:lnTo>
                  <a:pt x="700" y="844"/>
                </a:lnTo>
                <a:lnTo>
                  <a:pt x="703" y="837"/>
                </a:lnTo>
                <a:lnTo>
                  <a:pt x="704" y="829"/>
                </a:lnTo>
                <a:lnTo>
                  <a:pt x="705" y="819"/>
                </a:lnTo>
                <a:lnTo>
                  <a:pt x="705" y="819"/>
                </a:lnTo>
                <a:lnTo>
                  <a:pt x="710" y="733"/>
                </a:lnTo>
                <a:lnTo>
                  <a:pt x="711" y="646"/>
                </a:lnTo>
                <a:lnTo>
                  <a:pt x="711" y="561"/>
                </a:lnTo>
                <a:lnTo>
                  <a:pt x="710" y="473"/>
                </a:lnTo>
                <a:lnTo>
                  <a:pt x="705" y="386"/>
                </a:lnTo>
                <a:lnTo>
                  <a:pt x="701" y="299"/>
                </a:lnTo>
                <a:lnTo>
                  <a:pt x="691" y="128"/>
                </a:lnTo>
                <a:lnTo>
                  <a:pt x="691" y="128"/>
                </a:lnTo>
                <a:lnTo>
                  <a:pt x="690" y="94"/>
                </a:lnTo>
                <a:lnTo>
                  <a:pt x="687" y="79"/>
                </a:lnTo>
                <a:lnTo>
                  <a:pt x="684" y="63"/>
                </a:lnTo>
                <a:lnTo>
                  <a:pt x="680" y="49"/>
                </a:lnTo>
                <a:lnTo>
                  <a:pt x="676" y="36"/>
                </a:lnTo>
                <a:lnTo>
                  <a:pt x="669" y="25"/>
                </a:lnTo>
                <a:lnTo>
                  <a:pt x="662" y="15"/>
                </a:lnTo>
                <a:lnTo>
                  <a:pt x="662" y="15"/>
                </a:lnTo>
                <a:lnTo>
                  <a:pt x="638" y="11"/>
                </a:lnTo>
                <a:lnTo>
                  <a:pt x="615" y="7"/>
                </a:lnTo>
                <a:lnTo>
                  <a:pt x="590" y="4"/>
                </a:lnTo>
                <a:lnTo>
                  <a:pt x="566" y="3"/>
                </a:lnTo>
                <a:lnTo>
                  <a:pt x="516" y="0"/>
                </a:lnTo>
                <a:lnTo>
                  <a:pt x="465" y="0"/>
                </a:lnTo>
                <a:lnTo>
                  <a:pt x="465" y="0"/>
                </a:lnTo>
                <a:lnTo>
                  <a:pt x="407" y="3"/>
                </a:lnTo>
                <a:lnTo>
                  <a:pt x="348" y="7"/>
                </a:lnTo>
                <a:lnTo>
                  <a:pt x="319" y="8"/>
                </a:lnTo>
                <a:lnTo>
                  <a:pt x="291" y="10"/>
                </a:lnTo>
                <a:lnTo>
                  <a:pt x="263" y="10"/>
                </a:lnTo>
                <a:lnTo>
                  <a:pt x="235" y="7"/>
                </a:lnTo>
                <a:lnTo>
                  <a:pt x="235" y="7"/>
                </a:lnTo>
                <a:lnTo>
                  <a:pt x="180" y="42"/>
                </a:lnTo>
                <a:lnTo>
                  <a:pt x="155" y="62"/>
                </a:lnTo>
                <a:lnTo>
                  <a:pt x="128" y="81"/>
                </a:lnTo>
                <a:lnTo>
                  <a:pt x="103" y="102"/>
                </a:lnTo>
                <a:lnTo>
                  <a:pt x="79" y="123"/>
                </a:lnTo>
                <a:lnTo>
                  <a:pt x="56" y="147"/>
                </a:lnTo>
                <a:lnTo>
                  <a:pt x="35" y="173"/>
                </a:lnTo>
                <a:lnTo>
                  <a:pt x="35" y="173"/>
                </a:lnTo>
                <a:lnTo>
                  <a:pt x="28" y="184"/>
                </a:lnTo>
                <a:lnTo>
                  <a:pt x="21" y="197"/>
                </a:lnTo>
                <a:lnTo>
                  <a:pt x="17" y="204"/>
                </a:lnTo>
                <a:lnTo>
                  <a:pt x="13" y="208"/>
                </a:lnTo>
                <a:lnTo>
                  <a:pt x="7" y="213"/>
                </a:lnTo>
                <a:lnTo>
                  <a:pt x="0" y="216"/>
                </a:lnTo>
                <a:lnTo>
                  <a:pt x="0" y="216"/>
                </a:lnTo>
                <a:lnTo>
                  <a:pt x="0" y="277"/>
                </a:lnTo>
                <a:lnTo>
                  <a:pt x="1" y="337"/>
                </a:lnTo>
                <a:lnTo>
                  <a:pt x="3" y="396"/>
                </a:lnTo>
                <a:lnTo>
                  <a:pt x="4" y="457"/>
                </a:lnTo>
                <a:lnTo>
                  <a:pt x="4" y="457"/>
                </a:lnTo>
                <a:lnTo>
                  <a:pt x="1" y="549"/>
                </a:lnTo>
                <a:lnTo>
                  <a:pt x="0" y="645"/>
                </a:lnTo>
                <a:lnTo>
                  <a:pt x="0" y="691"/>
                </a:lnTo>
                <a:lnTo>
                  <a:pt x="0" y="739"/>
                </a:lnTo>
                <a:lnTo>
                  <a:pt x="3" y="785"/>
                </a:lnTo>
                <a:lnTo>
                  <a:pt x="7" y="830"/>
                </a:lnTo>
                <a:lnTo>
                  <a:pt x="7" y="830"/>
                </a:lnTo>
                <a:close/>
                <a:moveTo>
                  <a:pt x="573" y="891"/>
                </a:moveTo>
                <a:lnTo>
                  <a:pt x="573" y="891"/>
                </a:lnTo>
                <a:lnTo>
                  <a:pt x="507" y="889"/>
                </a:lnTo>
                <a:lnTo>
                  <a:pt x="443" y="887"/>
                </a:lnTo>
                <a:lnTo>
                  <a:pt x="315" y="881"/>
                </a:lnTo>
                <a:lnTo>
                  <a:pt x="315" y="881"/>
                </a:lnTo>
                <a:lnTo>
                  <a:pt x="351" y="878"/>
                </a:lnTo>
                <a:lnTo>
                  <a:pt x="389" y="878"/>
                </a:lnTo>
                <a:lnTo>
                  <a:pt x="464" y="879"/>
                </a:lnTo>
                <a:lnTo>
                  <a:pt x="538" y="881"/>
                </a:lnTo>
                <a:lnTo>
                  <a:pt x="576" y="879"/>
                </a:lnTo>
                <a:lnTo>
                  <a:pt x="614" y="877"/>
                </a:lnTo>
                <a:lnTo>
                  <a:pt x="614" y="877"/>
                </a:lnTo>
                <a:lnTo>
                  <a:pt x="632" y="877"/>
                </a:lnTo>
                <a:lnTo>
                  <a:pt x="642" y="875"/>
                </a:lnTo>
                <a:lnTo>
                  <a:pt x="651" y="872"/>
                </a:lnTo>
                <a:lnTo>
                  <a:pt x="651" y="872"/>
                </a:lnTo>
                <a:lnTo>
                  <a:pt x="659" y="871"/>
                </a:lnTo>
                <a:lnTo>
                  <a:pt x="669" y="870"/>
                </a:lnTo>
                <a:lnTo>
                  <a:pt x="669" y="870"/>
                </a:lnTo>
                <a:lnTo>
                  <a:pt x="659" y="875"/>
                </a:lnTo>
                <a:lnTo>
                  <a:pt x="649" y="881"/>
                </a:lnTo>
                <a:lnTo>
                  <a:pt x="638" y="885"/>
                </a:lnTo>
                <a:lnTo>
                  <a:pt x="625" y="888"/>
                </a:lnTo>
                <a:lnTo>
                  <a:pt x="600" y="891"/>
                </a:lnTo>
                <a:lnTo>
                  <a:pt x="573" y="891"/>
                </a:lnTo>
                <a:lnTo>
                  <a:pt x="573" y="891"/>
                </a:lnTo>
                <a:close/>
                <a:moveTo>
                  <a:pt x="481" y="11"/>
                </a:moveTo>
                <a:lnTo>
                  <a:pt x="481" y="11"/>
                </a:lnTo>
                <a:lnTo>
                  <a:pt x="527" y="10"/>
                </a:lnTo>
                <a:lnTo>
                  <a:pt x="551" y="10"/>
                </a:lnTo>
                <a:lnTo>
                  <a:pt x="573" y="11"/>
                </a:lnTo>
                <a:lnTo>
                  <a:pt x="594" y="12"/>
                </a:lnTo>
                <a:lnTo>
                  <a:pt x="617" y="17"/>
                </a:lnTo>
                <a:lnTo>
                  <a:pt x="637" y="21"/>
                </a:lnTo>
                <a:lnTo>
                  <a:pt x="655" y="27"/>
                </a:lnTo>
                <a:lnTo>
                  <a:pt x="655" y="27"/>
                </a:lnTo>
                <a:lnTo>
                  <a:pt x="660" y="31"/>
                </a:lnTo>
                <a:lnTo>
                  <a:pt x="665" y="36"/>
                </a:lnTo>
                <a:lnTo>
                  <a:pt x="667" y="42"/>
                </a:lnTo>
                <a:lnTo>
                  <a:pt x="669" y="49"/>
                </a:lnTo>
                <a:lnTo>
                  <a:pt x="669" y="49"/>
                </a:lnTo>
                <a:lnTo>
                  <a:pt x="637" y="41"/>
                </a:lnTo>
                <a:lnTo>
                  <a:pt x="603" y="35"/>
                </a:lnTo>
                <a:lnTo>
                  <a:pt x="568" y="29"/>
                </a:lnTo>
                <a:lnTo>
                  <a:pt x="533" y="25"/>
                </a:lnTo>
                <a:lnTo>
                  <a:pt x="496" y="21"/>
                </a:lnTo>
                <a:lnTo>
                  <a:pt x="458" y="19"/>
                </a:lnTo>
                <a:lnTo>
                  <a:pt x="419" y="18"/>
                </a:lnTo>
                <a:lnTo>
                  <a:pt x="379" y="18"/>
                </a:lnTo>
                <a:lnTo>
                  <a:pt x="379" y="18"/>
                </a:lnTo>
                <a:lnTo>
                  <a:pt x="372" y="18"/>
                </a:lnTo>
                <a:lnTo>
                  <a:pt x="367" y="17"/>
                </a:lnTo>
                <a:lnTo>
                  <a:pt x="367" y="17"/>
                </a:lnTo>
                <a:lnTo>
                  <a:pt x="395" y="14"/>
                </a:lnTo>
                <a:lnTo>
                  <a:pt x="423" y="12"/>
                </a:lnTo>
                <a:lnTo>
                  <a:pt x="481" y="11"/>
                </a:lnTo>
                <a:lnTo>
                  <a:pt x="481" y="11"/>
                </a:lnTo>
                <a:close/>
                <a:moveTo>
                  <a:pt x="252" y="38"/>
                </a:moveTo>
                <a:lnTo>
                  <a:pt x="252" y="38"/>
                </a:lnTo>
                <a:lnTo>
                  <a:pt x="253" y="77"/>
                </a:lnTo>
                <a:lnTo>
                  <a:pt x="254" y="116"/>
                </a:lnTo>
                <a:lnTo>
                  <a:pt x="256" y="156"/>
                </a:lnTo>
                <a:lnTo>
                  <a:pt x="256" y="175"/>
                </a:lnTo>
                <a:lnTo>
                  <a:pt x="254" y="195"/>
                </a:lnTo>
                <a:lnTo>
                  <a:pt x="254" y="195"/>
                </a:lnTo>
                <a:lnTo>
                  <a:pt x="253" y="201"/>
                </a:lnTo>
                <a:lnTo>
                  <a:pt x="249" y="208"/>
                </a:lnTo>
                <a:lnTo>
                  <a:pt x="243" y="212"/>
                </a:lnTo>
                <a:lnTo>
                  <a:pt x="236" y="215"/>
                </a:lnTo>
                <a:lnTo>
                  <a:pt x="236" y="215"/>
                </a:lnTo>
                <a:lnTo>
                  <a:pt x="212" y="218"/>
                </a:lnTo>
                <a:lnTo>
                  <a:pt x="187" y="220"/>
                </a:lnTo>
                <a:lnTo>
                  <a:pt x="135" y="220"/>
                </a:lnTo>
                <a:lnTo>
                  <a:pt x="81" y="220"/>
                </a:lnTo>
                <a:lnTo>
                  <a:pt x="56" y="222"/>
                </a:lnTo>
                <a:lnTo>
                  <a:pt x="31" y="223"/>
                </a:lnTo>
                <a:lnTo>
                  <a:pt x="31" y="223"/>
                </a:lnTo>
                <a:lnTo>
                  <a:pt x="35" y="216"/>
                </a:lnTo>
                <a:lnTo>
                  <a:pt x="38" y="212"/>
                </a:lnTo>
                <a:lnTo>
                  <a:pt x="41" y="209"/>
                </a:lnTo>
                <a:lnTo>
                  <a:pt x="42" y="209"/>
                </a:lnTo>
                <a:lnTo>
                  <a:pt x="42" y="208"/>
                </a:lnTo>
                <a:lnTo>
                  <a:pt x="42" y="208"/>
                </a:lnTo>
                <a:lnTo>
                  <a:pt x="65" y="181"/>
                </a:lnTo>
                <a:lnTo>
                  <a:pt x="87" y="157"/>
                </a:lnTo>
                <a:lnTo>
                  <a:pt x="112" y="133"/>
                </a:lnTo>
                <a:lnTo>
                  <a:pt x="138" y="112"/>
                </a:lnTo>
                <a:lnTo>
                  <a:pt x="191" y="70"/>
                </a:lnTo>
                <a:lnTo>
                  <a:pt x="244" y="28"/>
                </a:lnTo>
                <a:lnTo>
                  <a:pt x="244" y="28"/>
                </a:lnTo>
                <a:lnTo>
                  <a:pt x="247" y="28"/>
                </a:lnTo>
                <a:lnTo>
                  <a:pt x="250" y="29"/>
                </a:lnTo>
                <a:lnTo>
                  <a:pt x="252" y="32"/>
                </a:lnTo>
                <a:lnTo>
                  <a:pt x="252" y="38"/>
                </a:lnTo>
                <a:lnTo>
                  <a:pt x="252" y="38"/>
                </a:lnTo>
                <a:close/>
                <a:moveTo>
                  <a:pt x="27" y="198"/>
                </a:moveTo>
                <a:lnTo>
                  <a:pt x="27" y="198"/>
                </a:lnTo>
                <a:lnTo>
                  <a:pt x="48" y="170"/>
                </a:lnTo>
                <a:lnTo>
                  <a:pt x="70" y="145"/>
                </a:lnTo>
                <a:lnTo>
                  <a:pt x="94" y="121"/>
                </a:lnTo>
                <a:lnTo>
                  <a:pt x="119" y="100"/>
                </a:lnTo>
                <a:lnTo>
                  <a:pt x="146" y="79"/>
                </a:lnTo>
                <a:lnTo>
                  <a:pt x="173" y="59"/>
                </a:lnTo>
                <a:lnTo>
                  <a:pt x="229" y="19"/>
                </a:lnTo>
                <a:lnTo>
                  <a:pt x="229" y="19"/>
                </a:lnTo>
                <a:lnTo>
                  <a:pt x="236" y="17"/>
                </a:lnTo>
                <a:lnTo>
                  <a:pt x="236" y="17"/>
                </a:lnTo>
                <a:lnTo>
                  <a:pt x="240" y="15"/>
                </a:lnTo>
                <a:lnTo>
                  <a:pt x="242" y="17"/>
                </a:lnTo>
                <a:lnTo>
                  <a:pt x="240" y="17"/>
                </a:lnTo>
                <a:lnTo>
                  <a:pt x="237" y="21"/>
                </a:lnTo>
                <a:lnTo>
                  <a:pt x="237" y="21"/>
                </a:lnTo>
                <a:lnTo>
                  <a:pt x="214" y="41"/>
                </a:lnTo>
                <a:lnTo>
                  <a:pt x="188" y="60"/>
                </a:lnTo>
                <a:lnTo>
                  <a:pt x="141" y="98"/>
                </a:lnTo>
                <a:lnTo>
                  <a:pt x="117" y="118"/>
                </a:lnTo>
                <a:lnTo>
                  <a:pt x="94" y="138"/>
                </a:lnTo>
                <a:lnTo>
                  <a:pt x="73" y="160"/>
                </a:lnTo>
                <a:lnTo>
                  <a:pt x="52" y="183"/>
                </a:lnTo>
                <a:lnTo>
                  <a:pt x="52" y="183"/>
                </a:lnTo>
                <a:lnTo>
                  <a:pt x="37" y="201"/>
                </a:lnTo>
                <a:lnTo>
                  <a:pt x="20" y="218"/>
                </a:lnTo>
                <a:lnTo>
                  <a:pt x="20" y="218"/>
                </a:lnTo>
                <a:lnTo>
                  <a:pt x="21" y="213"/>
                </a:lnTo>
                <a:lnTo>
                  <a:pt x="25" y="208"/>
                </a:lnTo>
                <a:lnTo>
                  <a:pt x="29" y="204"/>
                </a:lnTo>
                <a:lnTo>
                  <a:pt x="32" y="199"/>
                </a:lnTo>
                <a:lnTo>
                  <a:pt x="32" y="199"/>
                </a:lnTo>
                <a:lnTo>
                  <a:pt x="29" y="201"/>
                </a:lnTo>
                <a:lnTo>
                  <a:pt x="28" y="201"/>
                </a:lnTo>
                <a:lnTo>
                  <a:pt x="27" y="199"/>
                </a:lnTo>
                <a:lnTo>
                  <a:pt x="27" y="198"/>
                </a:lnTo>
                <a:lnTo>
                  <a:pt x="27" y="198"/>
                </a:lnTo>
                <a:close/>
                <a:moveTo>
                  <a:pt x="222" y="227"/>
                </a:moveTo>
                <a:lnTo>
                  <a:pt x="222" y="227"/>
                </a:lnTo>
                <a:lnTo>
                  <a:pt x="236" y="225"/>
                </a:lnTo>
                <a:lnTo>
                  <a:pt x="249" y="222"/>
                </a:lnTo>
                <a:lnTo>
                  <a:pt x="249" y="222"/>
                </a:lnTo>
                <a:lnTo>
                  <a:pt x="252" y="220"/>
                </a:lnTo>
                <a:lnTo>
                  <a:pt x="252" y="220"/>
                </a:lnTo>
                <a:lnTo>
                  <a:pt x="253" y="225"/>
                </a:lnTo>
                <a:lnTo>
                  <a:pt x="252" y="232"/>
                </a:lnTo>
                <a:lnTo>
                  <a:pt x="250" y="234"/>
                </a:lnTo>
                <a:lnTo>
                  <a:pt x="249" y="237"/>
                </a:lnTo>
                <a:lnTo>
                  <a:pt x="246" y="239"/>
                </a:lnTo>
                <a:lnTo>
                  <a:pt x="242" y="240"/>
                </a:lnTo>
                <a:lnTo>
                  <a:pt x="242" y="240"/>
                </a:lnTo>
                <a:lnTo>
                  <a:pt x="191" y="242"/>
                </a:lnTo>
                <a:lnTo>
                  <a:pt x="136" y="242"/>
                </a:lnTo>
                <a:lnTo>
                  <a:pt x="24" y="240"/>
                </a:lnTo>
                <a:lnTo>
                  <a:pt x="24" y="240"/>
                </a:lnTo>
                <a:lnTo>
                  <a:pt x="17" y="240"/>
                </a:lnTo>
                <a:lnTo>
                  <a:pt x="11" y="237"/>
                </a:lnTo>
                <a:lnTo>
                  <a:pt x="11" y="237"/>
                </a:lnTo>
                <a:lnTo>
                  <a:pt x="37" y="234"/>
                </a:lnTo>
                <a:lnTo>
                  <a:pt x="62" y="233"/>
                </a:lnTo>
                <a:lnTo>
                  <a:pt x="117" y="232"/>
                </a:lnTo>
                <a:lnTo>
                  <a:pt x="170" y="230"/>
                </a:lnTo>
                <a:lnTo>
                  <a:pt x="197" y="229"/>
                </a:lnTo>
                <a:lnTo>
                  <a:pt x="222" y="227"/>
                </a:lnTo>
                <a:lnTo>
                  <a:pt x="222" y="227"/>
                </a:lnTo>
                <a:close/>
                <a:moveTo>
                  <a:pt x="15" y="368"/>
                </a:moveTo>
                <a:lnTo>
                  <a:pt x="15" y="368"/>
                </a:lnTo>
                <a:lnTo>
                  <a:pt x="13" y="338"/>
                </a:lnTo>
                <a:lnTo>
                  <a:pt x="13" y="309"/>
                </a:lnTo>
                <a:lnTo>
                  <a:pt x="13" y="278"/>
                </a:lnTo>
                <a:lnTo>
                  <a:pt x="11" y="249"/>
                </a:lnTo>
                <a:lnTo>
                  <a:pt x="11" y="249"/>
                </a:lnTo>
                <a:lnTo>
                  <a:pt x="73" y="250"/>
                </a:lnTo>
                <a:lnTo>
                  <a:pt x="133" y="251"/>
                </a:lnTo>
                <a:lnTo>
                  <a:pt x="253" y="249"/>
                </a:lnTo>
                <a:lnTo>
                  <a:pt x="253" y="249"/>
                </a:lnTo>
                <a:lnTo>
                  <a:pt x="259" y="237"/>
                </a:lnTo>
                <a:lnTo>
                  <a:pt x="263" y="226"/>
                </a:lnTo>
                <a:lnTo>
                  <a:pt x="264" y="213"/>
                </a:lnTo>
                <a:lnTo>
                  <a:pt x="266" y="199"/>
                </a:lnTo>
                <a:lnTo>
                  <a:pt x="266" y="199"/>
                </a:lnTo>
                <a:lnTo>
                  <a:pt x="267" y="157"/>
                </a:lnTo>
                <a:lnTo>
                  <a:pt x="266" y="115"/>
                </a:lnTo>
                <a:lnTo>
                  <a:pt x="263" y="71"/>
                </a:lnTo>
                <a:lnTo>
                  <a:pt x="261" y="28"/>
                </a:lnTo>
                <a:lnTo>
                  <a:pt x="261" y="28"/>
                </a:lnTo>
                <a:lnTo>
                  <a:pt x="263" y="25"/>
                </a:lnTo>
                <a:lnTo>
                  <a:pt x="266" y="24"/>
                </a:lnTo>
                <a:lnTo>
                  <a:pt x="266" y="24"/>
                </a:lnTo>
                <a:lnTo>
                  <a:pt x="327" y="25"/>
                </a:lnTo>
                <a:lnTo>
                  <a:pt x="360" y="25"/>
                </a:lnTo>
                <a:lnTo>
                  <a:pt x="391" y="27"/>
                </a:lnTo>
                <a:lnTo>
                  <a:pt x="391" y="27"/>
                </a:lnTo>
                <a:lnTo>
                  <a:pt x="459" y="31"/>
                </a:lnTo>
                <a:lnTo>
                  <a:pt x="531" y="36"/>
                </a:lnTo>
                <a:lnTo>
                  <a:pt x="566" y="41"/>
                </a:lnTo>
                <a:lnTo>
                  <a:pt x="600" y="46"/>
                </a:lnTo>
                <a:lnTo>
                  <a:pt x="634" y="52"/>
                </a:lnTo>
                <a:lnTo>
                  <a:pt x="665" y="62"/>
                </a:lnTo>
                <a:lnTo>
                  <a:pt x="665" y="62"/>
                </a:lnTo>
                <a:lnTo>
                  <a:pt x="669" y="63"/>
                </a:lnTo>
                <a:lnTo>
                  <a:pt x="672" y="66"/>
                </a:lnTo>
                <a:lnTo>
                  <a:pt x="676" y="74"/>
                </a:lnTo>
                <a:lnTo>
                  <a:pt x="677" y="84"/>
                </a:lnTo>
                <a:lnTo>
                  <a:pt x="679" y="94"/>
                </a:lnTo>
                <a:lnTo>
                  <a:pt x="679" y="94"/>
                </a:lnTo>
                <a:lnTo>
                  <a:pt x="690" y="270"/>
                </a:lnTo>
                <a:lnTo>
                  <a:pt x="694" y="357"/>
                </a:lnTo>
                <a:lnTo>
                  <a:pt x="697" y="444"/>
                </a:lnTo>
                <a:lnTo>
                  <a:pt x="700" y="531"/>
                </a:lnTo>
                <a:lnTo>
                  <a:pt x="701" y="620"/>
                </a:lnTo>
                <a:lnTo>
                  <a:pt x="700" y="708"/>
                </a:lnTo>
                <a:lnTo>
                  <a:pt x="697" y="798"/>
                </a:lnTo>
                <a:lnTo>
                  <a:pt x="697" y="798"/>
                </a:lnTo>
                <a:lnTo>
                  <a:pt x="696" y="816"/>
                </a:lnTo>
                <a:lnTo>
                  <a:pt x="691" y="832"/>
                </a:lnTo>
                <a:lnTo>
                  <a:pt x="684" y="846"/>
                </a:lnTo>
                <a:lnTo>
                  <a:pt x="682" y="851"/>
                </a:lnTo>
                <a:lnTo>
                  <a:pt x="676" y="856"/>
                </a:lnTo>
                <a:lnTo>
                  <a:pt x="676" y="856"/>
                </a:lnTo>
                <a:lnTo>
                  <a:pt x="673" y="858"/>
                </a:lnTo>
                <a:lnTo>
                  <a:pt x="669" y="860"/>
                </a:lnTo>
                <a:lnTo>
                  <a:pt x="660" y="861"/>
                </a:lnTo>
                <a:lnTo>
                  <a:pt x="653" y="863"/>
                </a:lnTo>
                <a:lnTo>
                  <a:pt x="646" y="864"/>
                </a:lnTo>
                <a:lnTo>
                  <a:pt x="651" y="865"/>
                </a:lnTo>
                <a:lnTo>
                  <a:pt x="651" y="865"/>
                </a:lnTo>
                <a:lnTo>
                  <a:pt x="578" y="868"/>
                </a:lnTo>
                <a:lnTo>
                  <a:pt x="503" y="870"/>
                </a:lnTo>
                <a:lnTo>
                  <a:pt x="430" y="870"/>
                </a:lnTo>
                <a:lnTo>
                  <a:pt x="356" y="870"/>
                </a:lnTo>
                <a:lnTo>
                  <a:pt x="208" y="865"/>
                </a:lnTo>
                <a:lnTo>
                  <a:pt x="59" y="861"/>
                </a:lnTo>
                <a:lnTo>
                  <a:pt x="59" y="861"/>
                </a:lnTo>
                <a:lnTo>
                  <a:pt x="48" y="860"/>
                </a:lnTo>
                <a:lnTo>
                  <a:pt x="42" y="858"/>
                </a:lnTo>
                <a:lnTo>
                  <a:pt x="38" y="856"/>
                </a:lnTo>
                <a:lnTo>
                  <a:pt x="34" y="851"/>
                </a:lnTo>
                <a:lnTo>
                  <a:pt x="29" y="847"/>
                </a:lnTo>
                <a:lnTo>
                  <a:pt x="28" y="843"/>
                </a:lnTo>
                <a:lnTo>
                  <a:pt x="27" y="837"/>
                </a:lnTo>
                <a:lnTo>
                  <a:pt x="27" y="837"/>
                </a:lnTo>
                <a:lnTo>
                  <a:pt x="20" y="781"/>
                </a:lnTo>
                <a:lnTo>
                  <a:pt x="15" y="722"/>
                </a:lnTo>
                <a:lnTo>
                  <a:pt x="14" y="663"/>
                </a:lnTo>
                <a:lnTo>
                  <a:pt x="13" y="604"/>
                </a:lnTo>
                <a:lnTo>
                  <a:pt x="14" y="485"/>
                </a:lnTo>
                <a:lnTo>
                  <a:pt x="15" y="368"/>
                </a:lnTo>
                <a:lnTo>
                  <a:pt x="15" y="368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/>
          </a:p>
        </p:txBody>
      </p:sp>
      <p:sp>
        <p:nvSpPr>
          <p:cNvPr id="13" name="Freeform 245"/>
          <p:cNvSpPr>
            <a:spLocks noEditPoints="1"/>
          </p:cNvSpPr>
          <p:nvPr/>
        </p:nvSpPr>
        <p:spPr bwMode="auto">
          <a:xfrm>
            <a:off x="6144895" y="2848610"/>
            <a:ext cx="1570990" cy="1792605"/>
          </a:xfrm>
          <a:custGeom>
            <a:avLst/>
            <a:gdLst/>
            <a:ahLst/>
            <a:cxnLst>
              <a:cxn ang="0">
                <a:pos x="21" y="858"/>
              </a:cxn>
              <a:cxn ang="0">
                <a:pos x="117" y="878"/>
              </a:cxn>
              <a:cxn ang="0">
                <a:pos x="540" y="901"/>
              </a:cxn>
              <a:cxn ang="0">
                <a:pos x="676" y="878"/>
              </a:cxn>
              <a:cxn ang="0">
                <a:pos x="704" y="829"/>
              </a:cxn>
              <a:cxn ang="0">
                <a:pos x="710" y="473"/>
              </a:cxn>
              <a:cxn ang="0">
                <a:pos x="687" y="79"/>
              </a:cxn>
              <a:cxn ang="0">
                <a:pos x="662" y="15"/>
              </a:cxn>
              <a:cxn ang="0">
                <a:pos x="465" y="0"/>
              </a:cxn>
              <a:cxn ang="0">
                <a:pos x="263" y="10"/>
              </a:cxn>
              <a:cxn ang="0">
                <a:pos x="103" y="102"/>
              </a:cxn>
              <a:cxn ang="0">
                <a:pos x="21" y="197"/>
              </a:cxn>
              <a:cxn ang="0">
                <a:pos x="0" y="277"/>
              </a:cxn>
              <a:cxn ang="0">
                <a:pos x="0" y="645"/>
              </a:cxn>
              <a:cxn ang="0">
                <a:pos x="573" y="891"/>
              </a:cxn>
              <a:cxn ang="0">
                <a:pos x="351" y="878"/>
              </a:cxn>
              <a:cxn ang="0">
                <a:pos x="614" y="877"/>
              </a:cxn>
              <a:cxn ang="0">
                <a:pos x="669" y="870"/>
              </a:cxn>
              <a:cxn ang="0">
                <a:pos x="600" y="891"/>
              </a:cxn>
              <a:cxn ang="0">
                <a:pos x="551" y="10"/>
              </a:cxn>
              <a:cxn ang="0">
                <a:pos x="655" y="27"/>
              </a:cxn>
              <a:cxn ang="0">
                <a:pos x="637" y="41"/>
              </a:cxn>
              <a:cxn ang="0">
                <a:pos x="419" y="18"/>
              </a:cxn>
              <a:cxn ang="0">
                <a:pos x="395" y="14"/>
              </a:cxn>
              <a:cxn ang="0">
                <a:pos x="253" y="77"/>
              </a:cxn>
              <a:cxn ang="0">
                <a:pos x="253" y="201"/>
              </a:cxn>
              <a:cxn ang="0">
                <a:pos x="187" y="220"/>
              </a:cxn>
              <a:cxn ang="0">
                <a:pos x="35" y="216"/>
              </a:cxn>
              <a:cxn ang="0">
                <a:pos x="65" y="181"/>
              </a:cxn>
              <a:cxn ang="0">
                <a:pos x="244" y="28"/>
              </a:cxn>
              <a:cxn ang="0">
                <a:pos x="27" y="198"/>
              </a:cxn>
              <a:cxn ang="0">
                <a:pos x="146" y="79"/>
              </a:cxn>
              <a:cxn ang="0">
                <a:pos x="240" y="15"/>
              </a:cxn>
              <a:cxn ang="0">
                <a:pos x="188" y="60"/>
              </a:cxn>
              <a:cxn ang="0">
                <a:pos x="52" y="183"/>
              </a:cxn>
              <a:cxn ang="0">
                <a:pos x="29" y="204"/>
              </a:cxn>
              <a:cxn ang="0">
                <a:pos x="27" y="198"/>
              </a:cxn>
              <a:cxn ang="0">
                <a:pos x="249" y="222"/>
              </a:cxn>
              <a:cxn ang="0">
                <a:pos x="249" y="237"/>
              </a:cxn>
              <a:cxn ang="0">
                <a:pos x="24" y="240"/>
              </a:cxn>
              <a:cxn ang="0">
                <a:pos x="62" y="233"/>
              </a:cxn>
              <a:cxn ang="0">
                <a:pos x="15" y="368"/>
              </a:cxn>
              <a:cxn ang="0">
                <a:pos x="11" y="249"/>
              </a:cxn>
              <a:cxn ang="0">
                <a:pos x="263" y="226"/>
              </a:cxn>
              <a:cxn ang="0">
                <a:pos x="263" y="71"/>
              </a:cxn>
              <a:cxn ang="0">
                <a:pos x="327" y="25"/>
              </a:cxn>
              <a:cxn ang="0">
                <a:pos x="566" y="41"/>
              </a:cxn>
              <a:cxn ang="0">
                <a:pos x="672" y="66"/>
              </a:cxn>
              <a:cxn ang="0">
                <a:pos x="694" y="357"/>
              </a:cxn>
              <a:cxn ang="0">
                <a:pos x="697" y="798"/>
              </a:cxn>
              <a:cxn ang="0">
                <a:pos x="676" y="856"/>
              </a:cxn>
              <a:cxn ang="0">
                <a:pos x="651" y="865"/>
              </a:cxn>
              <a:cxn ang="0">
                <a:pos x="208" y="865"/>
              </a:cxn>
              <a:cxn ang="0">
                <a:pos x="34" y="851"/>
              </a:cxn>
              <a:cxn ang="0">
                <a:pos x="15" y="722"/>
              </a:cxn>
            </a:cxnLst>
            <a:rect l="0" t="0" r="r" b="b"/>
            <a:pathLst>
              <a:path w="711" h="901">
                <a:moveTo>
                  <a:pt x="7" y="830"/>
                </a:moveTo>
                <a:lnTo>
                  <a:pt x="7" y="830"/>
                </a:lnTo>
                <a:lnTo>
                  <a:pt x="10" y="839"/>
                </a:lnTo>
                <a:lnTo>
                  <a:pt x="13" y="846"/>
                </a:lnTo>
                <a:lnTo>
                  <a:pt x="15" y="853"/>
                </a:lnTo>
                <a:lnTo>
                  <a:pt x="21" y="858"/>
                </a:lnTo>
                <a:lnTo>
                  <a:pt x="27" y="863"/>
                </a:lnTo>
                <a:lnTo>
                  <a:pt x="34" y="867"/>
                </a:lnTo>
                <a:lnTo>
                  <a:pt x="41" y="868"/>
                </a:lnTo>
                <a:lnTo>
                  <a:pt x="48" y="870"/>
                </a:lnTo>
                <a:lnTo>
                  <a:pt x="48" y="870"/>
                </a:lnTo>
                <a:lnTo>
                  <a:pt x="117" y="878"/>
                </a:lnTo>
                <a:lnTo>
                  <a:pt x="185" y="884"/>
                </a:lnTo>
                <a:lnTo>
                  <a:pt x="254" y="889"/>
                </a:lnTo>
                <a:lnTo>
                  <a:pt x="325" y="894"/>
                </a:lnTo>
                <a:lnTo>
                  <a:pt x="395" y="898"/>
                </a:lnTo>
                <a:lnTo>
                  <a:pt x="467" y="899"/>
                </a:lnTo>
                <a:lnTo>
                  <a:pt x="540" y="901"/>
                </a:lnTo>
                <a:lnTo>
                  <a:pt x="613" y="899"/>
                </a:lnTo>
                <a:lnTo>
                  <a:pt x="613" y="899"/>
                </a:lnTo>
                <a:lnTo>
                  <a:pt x="631" y="898"/>
                </a:lnTo>
                <a:lnTo>
                  <a:pt x="648" y="894"/>
                </a:lnTo>
                <a:lnTo>
                  <a:pt x="663" y="887"/>
                </a:lnTo>
                <a:lnTo>
                  <a:pt x="676" y="878"/>
                </a:lnTo>
                <a:lnTo>
                  <a:pt x="687" y="867"/>
                </a:lnTo>
                <a:lnTo>
                  <a:pt x="693" y="860"/>
                </a:lnTo>
                <a:lnTo>
                  <a:pt x="696" y="853"/>
                </a:lnTo>
                <a:lnTo>
                  <a:pt x="700" y="844"/>
                </a:lnTo>
                <a:lnTo>
                  <a:pt x="703" y="837"/>
                </a:lnTo>
                <a:lnTo>
                  <a:pt x="704" y="829"/>
                </a:lnTo>
                <a:lnTo>
                  <a:pt x="705" y="819"/>
                </a:lnTo>
                <a:lnTo>
                  <a:pt x="705" y="819"/>
                </a:lnTo>
                <a:lnTo>
                  <a:pt x="710" y="733"/>
                </a:lnTo>
                <a:lnTo>
                  <a:pt x="711" y="646"/>
                </a:lnTo>
                <a:lnTo>
                  <a:pt x="711" y="561"/>
                </a:lnTo>
                <a:lnTo>
                  <a:pt x="710" y="473"/>
                </a:lnTo>
                <a:lnTo>
                  <a:pt x="705" y="386"/>
                </a:lnTo>
                <a:lnTo>
                  <a:pt x="701" y="299"/>
                </a:lnTo>
                <a:lnTo>
                  <a:pt x="691" y="128"/>
                </a:lnTo>
                <a:lnTo>
                  <a:pt x="691" y="128"/>
                </a:lnTo>
                <a:lnTo>
                  <a:pt x="690" y="94"/>
                </a:lnTo>
                <a:lnTo>
                  <a:pt x="687" y="79"/>
                </a:lnTo>
                <a:lnTo>
                  <a:pt x="684" y="63"/>
                </a:lnTo>
                <a:lnTo>
                  <a:pt x="680" y="49"/>
                </a:lnTo>
                <a:lnTo>
                  <a:pt x="676" y="36"/>
                </a:lnTo>
                <a:lnTo>
                  <a:pt x="669" y="25"/>
                </a:lnTo>
                <a:lnTo>
                  <a:pt x="662" y="15"/>
                </a:lnTo>
                <a:lnTo>
                  <a:pt x="662" y="15"/>
                </a:lnTo>
                <a:lnTo>
                  <a:pt x="638" y="11"/>
                </a:lnTo>
                <a:lnTo>
                  <a:pt x="615" y="7"/>
                </a:lnTo>
                <a:lnTo>
                  <a:pt x="590" y="4"/>
                </a:lnTo>
                <a:lnTo>
                  <a:pt x="566" y="3"/>
                </a:lnTo>
                <a:lnTo>
                  <a:pt x="516" y="0"/>
                </a:lnTo>
                <a:lnTo>
                  <a:pt x="465" y="0"/>
                </a:lnTo>
                <a:lnTo>
                  <a:pt x="465" y="0"/>
                </a:lnTo>
                <a:lnTo>
                  <a:pt x="407" y="3"/>
                </a:lnTo>
                <a:lnTo>
                  <a:pt x="348" y="7"/>
                </a:lnTo>
                <a:lnTo>
                  <a:pt x="319" y="8"/>
                </a:lnTo>
                <a:lnTo>
                  <a:pt x="291" y="10"/>
                </a:lnTo>
                <a:lnTo>
                  <a:pt x="263" y="10"/>
                </a:lnTo>
                <a:lnTo>
                  <a:pt x="235" y="7"/>
                </a:lnTo>
                <a:lnTo>
                  <a:pt x="235" y="7"/>
                </a:lnTo>
                <a:lnTo>
                  <a:pt x="180" y="42"/>
                </a:lnTo>
                <a:lnTo>
                  <a:pt x="155" y="62"/>
                </a:lnTo>
                <a:lnTo>
                  <a:pt x="128" y="81"/>
                </a:lnTo>
                <a:lnTo>
                  <a:pt x="103" y="102"/>
                </a:lnTo>
                <a:lnTo>
                  <a:pt x="79" y="123"/>
                </a:lnTo>
                <a:lnTo>
                  <a:pt x="56" y="147"/>
                </a:lnTo>
                <a:lnTo>
                  <a:pt x="35" y="173"/>
                </a:lnTo>
                <a:lnTo>
                  <a:pt x="35" y="173"/>
                </a:lnTo>
                <a:lnTo>
                  <a:pt x="28" y="184"/>
                </a:lnTo>
                <a:lnTo>
                  <a:pt x="21" y="197"/>
                </a:lnTo>
                <a:lnTo>
                  <a:pt x="17" y="204"/>
                </a:lnTo>
                <a:lnTo>
                  <a:pt x="13" y="208"/>
                </a:lnTo>
                <a:lnTo>
                  <a:pt x="7" y="213"/>
                </a:lnTo>
                <a:lnTo>
                  <a:pt x="0" y="216"/>
                </a:lnTo>
                <a:lnTo>
                  <a:pt x="0" y="216"/>
                </a:lnTo>
                <a:lnTo>
                  <a:pt x="0" y="277"/>
                </a:lnTo>
                <a:lnTo>
                  <a:pt x="1" y="337"/>
                </a:lnTo>
                <a:lnTo>
                  <a:pt x="3" y="396"/>
                </a:lnTo>
                <a:lnTo>
                  <a:pt x="4" y="457"/>
                </a:lnTo>
                <a:lnTo>
                  <a:pt x="4" y="457"/>
                </a:lnTo>
                <a:lnTo>
                  <a:pt x="1" y="549"/>
                </a:lnTo>
                <a:lnTo>
                  <a:pt x="0" y="645"/>
                </a:lnTo>
                <a:lnTo>
                  <a:pt x="0" y="691"/>
                </a:lnTo>
                <a:lnTo>
                  <a:pt x="0" y="739"/>
                </a:lnTo>
                <a:lnTo>
                  <a:pt x="3" y="785"/>
                </a:lnTo>
                <a:lnTo>
                  <a:pt x="7" y="830"/>
                </a:lnTo>
                <a:lnTo>
                  <a:pt x="7" y="830"/>
                </a:lnTo>
                <a:close/>
                <a:moveTo>
                  <a:pt x="573" y="891"/>
                </a:moveTo>
                <a:lnTo>
                  <a:pt x="573" y="891"/>
                </a:lnTo>
                <a:lnTo>
                  <a:pt x="507" y="889"/>
                </a:lnTo>
                <a:lnTo>
                  <a:pt x="443" y="887"/>
                </a:lnTo>
                <a:lnTo>
                  <a:pt x="315" y="881"/>
                </a:lnTo>
                <a:lnTo>
                  <a:pt x="315" y="881"/>
                </a:lnTo>
                <a:lnTo>
                  <a:pt x="351" y="878"/>
                </a:lnTo>
                <a:lnTo>
                  <a:pt x="389" y="878"/>
                </a:lnTo>
                <a:lnTo>
                  <a:pt x="464" y="879"/>
                </a:lnTo>
                <a:lnTo>
                  <a:pt x="538" y="881"/>
                </a:lnTo>
                <a:lnTo>
                  <a:pt x="576" y="879"/>
                </a:lnTo>
                <a:lnTo>
                  <a:pt x="614" y="877"/>
                </a:lnTo>
                <a:lnTo>
                  <a:pt x="614" y="877"/>
                </a:lnTo>
                <a:lnTo>
                  <a:pt x="632" y="877"/>
                </a:lnTo>
                <a:lnTo>
                  <a:pt x="642" y="875"/>
                </a:lnTo>
                <a:lnTo>
                  <a:pt x="651" y="872"/>
                </a:lnTo>
                <a:lnTo>
                  <a:pt x="651" y="872"/>
                </a:lnTo>
                <a:lnTo>
                  <a:pt x="659" y="871"/>
                </a:lnTo>
                <a:lnTo>
                  <a:pt x="669" y="870"/>
                </a:lnTo>
                <a:lnTo>
                  <a:pt x="669" y="870"/>
                </a:lnTo>
                <a:lnTo>
                  <a:pt x="659" y="875"/>
                </a:lnTo>
                <a:lnTo>
                  <a:pt x="649" y="881"/>
                </a:lnTo>
                <a:lnTo>
                  <a:pt x="638" y="885"/>
                </a:lnTo>
                <a:lnTo>
                  <a:pt x="625" y="888"/>
                </a:lnTo>
                <a:lnTo>
                  <a:pt x="600" y="891"/>
                </a:lnTo>
                <a:lnTo>
                  <a:pt x="573" y="891"/>
                </a:lnTo>
                <a:lnTo>
                  <a:pt x="573" y="891"/>
                </a:lnTo>
                <a:close/>
                <a:moveTo>
                  <a:pt x="481" y="11"/>
                </a:moveTo>
                <a:lnTo>
                  <a:pt x="481" y="11"/>
                </a:lnTo>
                <a:lnTo>
                  <a:pt x="527" y="10"/>
                </a:lnTo>
                <a:lnTo>
                  <a:pt x="551" y="10"/>
                </a:lnTo>
                <a:lnTo>
                  <a:pt x="573" y="11"/>
                </a:lnTo>
                <a:lnTo>
                  <a:pt x="594" y="12"/>
                </a:lnTo>
                <a:lnTo>
                  <a:pt x="617" y="17"/>
                </a:lnTo>
                <a:lnTo>
                  <a:pt x="637" y="21"/>
                </a:lnTo>
                <a:lnTo>
                  <a:pt x="655" y="27"/>
                </a:lnTo>
                <a:lnTo>
                  <a:pt x="655" y="27"/>
                </a:lnTo>
                <a:lnTo>
                  <a:pt x="660" y="31"/>
                </a:lnTo>
                <a:lnTo>
                  <a:pt x="665" y="36"/>
                </a:lnTo>
                <a:lnTo>
                  <a:pt x="667" y="42"/>
                </a:lnTo>
                <a:lnTo>
                  <a:pt x="669" y="49"/>
                </a:lnTo>
                <a:lnTo>
                  <a:pt x="669" y="49"/>
                </a:lnTo>
                <a:lnTo>
                  <a:pt x="637" y="41"/>
                </a:lnTo>
                <a:lnTo>
                  <a:pt x="603" y="35"/>
                </a:lnTo>
                <a:lnTo>
                  <a:pt x="568" y="29"/>
                </a:lnTo>
                <a:lnTo>
                  <a:pt x="533" y="25"/>
                </a:lnTo>
                <a:lnTo>
                  <a:pt x="496" y="21"/>
                </a:lnTo>
                <a:lnTo>
                  <a:pt x="458" y="19"/>
                </a:lnTo>
                <a:lnTo>
                  <a:pt x="419" y="18"/>
                </a:lnTo>
                <a:lnTo>
                  <a:pt x="379" y="18"/>
                </a:lnTo>
                <a:lnTo>
                  <a:pt x="379" y="18"/>
                </a:lnTo>
                <a:lnTo>
                  <a:pt x="372" y="18"/>
                </a:lnTo>
                <a:lnTo>
                  <a:pt x="367" y="17"/>
                </a:lnTo>
                <a:lnTo>
                  <a:pt x="367" y="17"/>
                </a:lnTo>
                <a:lnTo>
                  <a:pt x="395" y="14"/>
                </a:lnTo>
                <a:lnTo>
                  <a:pt x="423" y="12"/>
                </a:lnTo>
                <a:lnTo>
                  <a:pt x="481" y="11"/>
                </a:lnTo>
                <a:lnTo>
                  <a:pt x="481" y="11"/>
                </a:lnTo>
                <a:close/>
                <a:moveTo>
                  <a:pt x="252" y="38"/>
                </a:moveTo>
                <a:lnTo>
                  <a:pt x="252" y="38"/>
                </a:lnTo>
                <a:lnTo>
                  <a:pt x="253" y="77"/>
                </a:lnTo>
                <a:lnTo>
                  <a:pt x="254" y="116"/>
                </a:lnTo>
                <a:lnTo>
                  <a:pt x="256" y="156"/>
                </a:lnTo>
                <a:lnTo>
                  <a:pt x="256" y="175"/>
                </a:lnTo>
                <a:lnTo>
                  <a:pt x="254" y="195"/>
                </a:lnTo>
                <a:lnTo>
                  <a:pt x="254" y="195"/>
                </a:lnTo>
                <a:lnTo>
                  <a:pt x="253" y="201"/>
                </a:lnTo>
                <a:lnTo>
                  <a:pt x="249" y="208"/>
                </a:lnTo>
                <a:lnTo>
                  <a:pt x="243" y="212"/>
                </a:lnTo>
                <a:lnTo>
                  <a:pt x="236" y="215"/>
                </a:lnTo>
                <a:lnTo>
                  <a:pt x="236" y="215"/>
                </a:lnTo>
                <a:lnTo>
                  <a:pt x="212" y="218"/>
                </a:lnTo>
                <a:lnTo>
                  <a:pt x="187" y="220"/>
                </a:lnTo>
                <a:lnTo>
                  <a:pt x="135" y="220"/>
                </a:lnTo>
                <a:lnTo>
                  <a:pt x="81" y="220"/>
                </a:lnTo>
                <a:lnTo>
                  <a:pt x="56" y="222"/>
                </a:lnTo>
                <a:lnTo>
                  <a:pt x="31" y="223"/>
                </a:lnTo>
                <a:lnTo>
                  <a:pt x="31" y="223"/>
                </a:lnTo>
                <a:lnTo>
                  <a:pt x="35" y="216"/>
                </a:lnTo>
                <a:lnTo>
                  <a:pt x="38" y="212"/>
                </a:lnTo>
                <a:lnTo>
                  <a:pt x="41" y="209"/>
                </a:lnTo>
                <a:lnTo>
                  <a:pt x="42" y="209"/>
                </a:lnTo>
                <a:lnTo>
                  <a:pt x="42" y="208"/>
                </a:lnTo>
                <a:lnTo>
                  <a:pt x="42" y="208"/>
                </a:lnTo>
                <a:lnTo>
                  <a:pt x="65" y="181"/>
                </a:lnTo>
                <a:lnTo>
                  <a:pt x="87" y="157"/>
                </a:lnTo>
                <a:lnTo>
                  <a:pt x="112" y="133"/>
                </a:lnTo>
                <a:lnTo>
                  <a:pt x="138" y="112"/>
                </a:lnTo>
                <a:lnTo>
                  <a:pt x="191" y="70"/>
                </a:lnTo>
                <a:lnTo>
                  <a:pt x="244" y="28"/>
                </a:lnTo>
                <a:lnTo>
                  <a:pt x="244" y="28"/>
                </a:lnTo>
                <a:lnTo>
                  <a:pt x="247" y="28"/>
                </a:lnTo>
                <a:lnTo>
                  <a:pt x="250" y="29"/>
                </a:lnTo>
                <a:lnTo>
                  <a:pt x="252" y="32"/>
                </a:lnTo>
                <a:lnTo>
                  <a:pt x="252" y="38"/>
                </a:lnTo>
                <a:lnTo>
                  <a:pt x="252" y="38"/>
                </a:lnTo>
                <a:close/>
                <a:moveTo>
                  <a:pt x="27" y="198"/>
                </a:moveTo>
                <a:lnTo>
                  <a:pt x="27" y="198"/>
                </a:lnTo>
                <a:lnTo>
                  <a:pt x="48" y="170"/>
                </a:lnTo>
                <a:lnTo>
                  <a:pt x="70" y="145"/>
                </a:lnTo>
                <a:lnTo>
                  <a:pt x="94" y="121"/>
                </a:lnTo>
                <a:lnTo>
                  <a:pt x="119" y="100"/>
                </a:lnTo>
                <a:lnTo>
                  <a:pt x="146" y="79"/>
                </a:lnTo>
                <a:lnTo>
                  <a:pt x="173" y="59"/>
                </a:lnTo>
                <a:lnTo>
                  <a:pt x="229" y="19"/>
                </a:lnTo>
                <a:lnTo>
                  <a:pt x="229" y="19"/>
                </a:lnTo>
                <a:lnTo>
                  <a:pt x="236" y="17"/>
                </a:lnTo>
                <a:lnTo>
                  <a:pt x="236" y="17"/>
                </a:lnTo>
                <a:lnTo>
                  <a:pt x="240" y="15"/>
                </a:lnTo>
                <a:lnTo>
                  <a:pt x="242" y="17"/>
                </a:lnTo>
                <a:lnTo>
                  <a:pt x="240" y="17"/>
                </a:lnTo>
                <a:lnTo>
                  <a:pt x="237" y="21"/>
                </a:lnTo>
                <a:lnTo>
                  <a:pt x="237" y="21"/>
                </a:lnTo>
                <a:lnTo>
                  <a:pt x="214" y="41"/>
                </a:lnTo>
                <a:lnTo>
                  <a:pt x="188" y="60"/>
                </a:lnTo>
                <a:lnTo>
                  <a:pt x="141" y="98"/>
                </a:lnTo>
                <a:lnTo>
                  <a:pt x="117" y="118"/>
                </a:lnTo>
                <a:lnTo>
                  <a:pt x="94" y="138"/>
                </a:lnTo>
                <a:lnTo>
                  <a:pt x="73" y="160"/>
                </a:lnTo>
                <a:lnTo>
                  <a:pt x="52" y="183"/>
                </a:lnTo>
                <a:lnTo>
                  <a:pt x="52" y="183"/>
                </a:lnTo>
                <a:lnTo>
                  <a:pt x="37" y="201"/>
                </a:lnTo>
                <a:lnTo>
                  <a:pt x="20" y="218"/>
                </a:lnTo>
                <a:lnTo>
                  <a:pt x="20" y="218"/>
                </a:lnTo>
                <a:lnTo>
                  <a:pt x="21" y="213"/>
                </a:lnTo>
                <a:lnTo>
                  <a:pt x="25" y="208"/>
                </a:lnTo>
                <a:lnTo>
                  <a:pt x="29" y="204"/>
                </a:lnTo>
                <a:lnTo>
                  <a:pt x="32" y="199"/>
                </a:lnTo>
                <a:lnTo>
                  <a:pt x="32" y="199"/>
                </a:lnTo>
                <a:lnTo>
                  <a:pt x="29" y="201"/>
                </a:lnTo>
                <a:lnTo>
                  <a:pt x="28" y="201"/>
                </a:lnTo>
                <a:lnTo>
                  <a:pt x="27" y="199"/>
                </a:lnTo>
                <a:lnTo>
                  <a:pt x="27" y="198"/>
                </a:lnTo>
                <a:lnTo>
                  <a:pt x="27" y="198"/>
                </a:lnTo>
                <a:close/>
                <a:moveTo>
                  <a:pt x="222" y="227"/>
                </a:moveTo>
                <a:lnTo>
                  <a:pt x="222" y="227"/>
                </a:lnTo>
                <a:lnTo>
                  <a:pt x="236" y="225"/>
                </a:lnTo>
                <a:lnTo>
                  <a:pt x="249" y="222"/>
                </a:lnTo>
                <a:lnTo>
                  <a:pt x="249" y="222"/>
                </a:lnTo>
                <a:lnTo>
                  <a:pt x="252" y="220"/>
                </a:lnTo>
                <a:lnTo>
                  <a:pt x="252" y="220"/>
                </a:lnTo>
                <a:lnTo>
                  <a:pt x="253" y="225"/>
                </a:lnTo>
                <a:lnTo>
                  <a:pt x="252" y="232"/>
                </a:lnTo>
                <a:lnTo>
                  <a:pt x="250" y="234"/>
                </a:lnTo>
                <a:lnTo>
                  <a:pt x="249" y="237"/>
                </a:lnTo>
                <a:lnTo>
                  <a:pt x="246" y="239"/>
                </a:lnTo>
                <a:lnTo>
                  <a:pt x="242" y="240"/>
                </a:lnTo>
                <a:lnTo>
                  <a:pt x="242" y="240"/>
                </a:lnTo>
                <a:lnTo>
                  <a:pt x="191" y="242"/>
                </a:lnTo>
                <a:lnTo>
                  <a:pt x="136" y="242"/>
                </a:lnTo>
                <a:lnTo>
                  <a:pt x="24" y="240"/>
                </a:lnTo>
                <a:lnTo>
                  <a:pt x="24" y="240"/>
                </a:lnTo>
                <a:lnTo>
                  <a:pt x="17" y="240"/>
                </a:lnTo>
                <a:lnTo>
                  <a:pt x="11" y="237"/>
                </a:lnTo>
                <a:lnTo>
                  <a:pt x="11" y="237"/>
                </a:lnTo>
                <a:lnTo>
                  <a:pt x="37" y="234"/>
                </a:lnTo>
                <a:lnTo>
                  <a:pt x="62" y="233"/>
                </a:lnTo>
                <a:lnTo>
                  <a:pt x="117" y="232"/>
                </a:lnTo>
                <a:lnTo>
                  <a:pt x="170" y="230"/>
                </a:lnTo>
                <a:lnTo>
                  <a:pt x="197" y="229"/>
                </a:lnTo>
                <a:lnTo>
                  <a:pt x="222" y="227"/>
                </a:lnTo>
                <a:lnTo>
                  <a:pt x="222" y="227"/>
                </a:lnTo>
                <a:close/>
                <a:moveTo>
                  <a:pt x="15" y="368"/>
                </a:moveTo>
                <a:lnTo>
                  <a:pt x="15" y="368"/>
                </a:lnTo>
                <a:lnTo>
                  <a:pt x="13" y="338"/>
                </a:lnTo>
                <a:lnTo>
                  <a:pt x="13" y="309"/>
                </a:lnTo>
                <a:lnTo>
                  <a:pt x="13" y="278"/>
                </a:lnTo>
                <a:lnTo>
                  <a:pt x="11" y="249"/>
                </a:lnTo>
                <a:lnTo>
                  <a:pt x="11" y="249"/>
                </a:lnTo>
                <a:lnTo>
                  <a:pt x="73" y="250"/>
                </a:lnTo>
                <a:lnTo>
                  <a:pt x="133" y="251"/>
                </a:lnTo>
                <a:lnTo>
                  <a:pt x="253" y="249"/>
                </a:lnTo>
                <a:lnTo>
                  <a:pt x="253" y="249"/>
                </a:lnTo>
                <a:lnTo>
                  <a:pt x="259" y="237"/>
                </a:lnTo>
                <a:lnTo>
                  <a:pt x="263" y="226"/>
                </a:lnTo>
                <a:lnTo>
                  <a:pt x="264" y="213"/>
                </a:lnTo>
                <a:lnTo>
                  <a:pt x="266" y="199"/>
                </a:lnTo>
                <a:lnTo>
                  <a:pt x="266" y="199"/>
                </a:lnTo>
                <a:lnTo>
                  <a:pt x="267" y="157"/>
                </a:lnTo>
                <a:lnTo>
                  <a:pt x="266" y="115"/>
                </a:lnTo>
                <a:lnTo>
                  <a:pt x="263" y="71"/>
                </a:lnTo>
                <a:lnTo>
                  <a:pt x="261" y="28"/>
                </a:lnTo>
                <a:lnTo>
                  <a:pt x="261" y="28"/>
                </a:lnTo>
                <a:lnTo>
                  <a:pt x="263" y="25"/>
                </a:lnTo>
                <a:lnTo>
                  <a:pt x="266" y="24"/>
                </a:lnTo>
                <a:lnTo>
                  <a:pt x="266" y="24"/>
                </a:lnTo>
                <a:lnTo>
                  <a:pt x="327" y="25"/>
                </a:lnTo>
                <a:lnTo>
                  <a:pt x="360" y="25"/>
                </a:lnTo>
                <a:lnTo>
                  <a:pt x="391" y="27"/>
                </a:lnTo>
                <a:lnTo>
                  <a:pt x="391" y="27"/>
                </a:lnTo>
                <a:lnTo>
                  <a:pt x="459" y="31"/>
                </a:lnTo>
                <a:lnTo>
                  <a:pt x="531" y="36"/>
                </a:lnTo>
                <a:lnTo>
                  <a:pt x="566" y="41"/>
                </a:lnTo>
                <a:lnTo>
                  <a:pt x="600" y="46"/>
                </a:lnTo>
                <a:lnTo>
                  <a:pt x="634" y="52"/>
                </a:lnTo>
                <a:lnTo>
                  <a:pt x="665" y="62"/>
                </a:lnTo>
                <a:lnTo>
                  <a:pt x="665" y="62"/>
                </a:lnTo>
                <a:lnTo>
                  <a:pt x="669" y="63"/>
                </a:lnTo>
                <a:lnTo>
                  <a:pt x="672" y="66"/>
                </a:lnTo>
                <a:lnTo>
                  <a:pt x="676" y="74"/>
                </a:lnTo>
                <a:lnTo>
                  <a:pt x="677" y="84"/>
                </a:lnTo>
                <a:lnTo>
                  <a:pt x="679" y="94"/>
                </a:lnTo>
                <a:lnTo>
                  <a:pt x="679" y="94"/>
                </a:lnTo>
                <a:lnTo>
                  <a:pt x="690" y="270"/>
                </a:lnTo>
                <a:lnTo>
                  <a:pt x="694" y="357"/>
                </a:lnTo>
                <a:lnTo>
                  <a:pt x="697" y="444"/>
                </a:lnTo>
                <a:lnTo>
                  <a:pt x="700" y="531"/>
                </a:lnTo>
                <a:lnTo>
                  <a:pt x="701" y="620"/>
                </a:lnTo>
                <a:lnTo>
                  <a:pt x="700" y="708"/>
                </a:lnTo>
                <a:lnTo>
                  <a:pt x="697" y="798"/>
                </a:lnTo>
                <a:lnTo>
                  <a:pt x="697" y="798"/>
                </a:lnTo>
                <a:lnTo>
                  <a:pt x="696" y="816"/>
                </a:lnTo>
                <a:lnTo>
                  <a:pt x="691" y="832"/>
                </a:lnTo>
                <a:lnTo>
                  <a:pt x="684" y="846"/>
                </a:lnTo>
                <a:lnTo>
                  <a:pt x="682" y="851"/>
                </a:lnTo>
                <a:lnTo>
                  <a:pt x="676" y="856"/>
                </a:lnTo>
                <a:lnTo>
                  <a:pt x="676" y="856"/>
                </a:lnTo>
                <a:lnTo>
                  <a:pt x="673" y="858"/>
                </a:lnTo>
                <a:lnTo>
                  <a:pt x="669" y="860"/>
                </a:lnTo>
                <a:lnTo>
                  <a:pt x="660" y="861"/>
                </a:lnTo>
                <a:lnTo>
                  <a:pt x="653" y="863"/>
                </a:lnTo>
                <a:lnTo>
                  <a:pt x="646" y="864"/>
                </a:lnTo>
                <a:lnTo>
                  <a:pt x="651" y="865"/>
                </a:lnTo>
                <a:lnTo>
                  <a:pt x="651" y="865"/>
                </a:lnTo>
                <a:lnTo>
                  <a:pt x="578" y="868"/>
                </a:lnTo>
                <a:lnTo>
                  <a:pt x="503" y="870"/>
                </a:lnTo>
                <a:lnTo>
                  <a:pt x="430" y="870"/>
                </a:lnTo>
                <a:lnTo>
                  <a:pt x="356" y="870"/>
                </a:lnTo>
                <a:lnTo>
                  <a:pt x="208" y="865"/>
                </a:lnTo>
                <a:lnTo>
                  <a:pt x="59" y="861"/>
                </a:lnTo>
                <a:lnTo>
                  <a:pt x="59" y="861"/>
                </a:lnTo>
                <a:lnTo>
                  <a:pt x="48" y="860"/>
                </a:lnTo>
                <a:lnTo>
                  <a:pt x="42" y="858"/>
                </a:lnTo>
                <a:lnTo>
                  <a:pt x="38" y="856"/>
                </a:lnTo>
                <a:lnTo>
                  <a:pt x="34" y="851"/>
                </a:lnTo>
                <a:lnTo>
                  <a:pt x="29" y="847"/>
                </a:lnTo>
                <a:lnTo>
                  <a:pt x="28" y="843"/>
                </a:lnTo>
                <a:lnTo>
                  <a:pt x="27" y="837"/>
                </a:lnTo>
                <a:lnTo>
                  <a:pt x="27" y="837"/>
                </a:lnTo>
                <a:lnTo>
                  <a:pt x="20" y="781"/>
                </a:lnTo>
                <a:lnTo>
                  <a:pt x="15" y="722"/>
                </a:lnTo>
                <a:lnTo>
                  <a:pt x="14" y="663"/>
                </a:lnTo>
                <a:lnTo>
                  <a:pt x="13" y="604"/>
                </a:lnTo>
                <a:lnTo>
                  <a:pt x="14" y="485"/>
                </a:lnTo>
                <a:lnTo>
                  <a:pt x="15" y="368"/>
                </a:lnTo>
                <a:lnTo>
                  <a:pt x="15" y="368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/>
          </a:p>
        </p:txBody>
      </p:sp>
      <p:grpSp>
        <p:nvGrpSpPr>
          <p:cNvPr id="23" name="组合 22"/>
          <p:cNvGrpSpPr/>
          <p:nvPr/>
        </p:nvGrpSpPr>
        <p:grpSpPr>
          <a:xfrm>
            <a:off x="1592580" y="915670"/>
            <a:ext cx="1657350" cy="1869440"/>
            <a:chOff x="1268" y="1648"/>
            <a:chExt cx="2610" cy="2652"/>
          </a:xfrm>
        </p:grpSpPr>
        <p:sp>
          <p:nvSpPr>
            <p:cNvPr id="2" name="Freeform 245"/>
            <p:cNvSpPr>
              <a:spLocks noEditPoints="1"/>
            </p:cNvSpPr>
            <p:nvPr/>
          </p:nvSpPr>
          <p:spPr bwMode="auto">
            <a:xfrm>
              <a:off x="1268" y="1648"/>
              <a:ext cx="2610" cy="2652"/>
            </a:xfrm>
            <a:custGeom>
              <a:avLst/>
              <a:gdLst/>
              <a:ahLst/>
              <a:cxnLst>
                <a:cxn ang="0">
                  <a:pos x="21" y="858"/>
                </a:cxn>
                <a:cxn ang="0">
                  <a:pos x="117" y="878"/>
                </a:cxn>
                <a:cxn ang="0">
                  <a:pos x="540" y="901"/>
                </a:cxn>
                <a:cxn ang="0">
                  <a:pos x="676" y="878"/>
                </a:cxn>
                <a:cxn ang="0">
                  <a:pos x="704" y="829"/>
                </a:cxn>
                <a:cxn ang="0">
                  <a:pos x="710" y="473"/>
                </a:cxn>
                <a:cxn ang="0">
                  <a:pos x="687" y="79"/>
                </a:cxn>
                <a:cxn ang="0">
                  <a:pos x="662" y="15"/>
                </a:cxn>
                <a:cxn ang="0">
                  <a:pos x="465" y="0"/>
                </a:cxn>
                <a:cxn ang="0">
                  <a:pos x="263" y="10"/>
                </a:cxn>
                <a:cxn ang="0">
                  <a:pos x="103" y="102"/>
                </a:cxn>
                <a:cxn ang="0">
                  <a:pos x="21" y="197"/>
                </a:cxn>
                <a:cxn ang="0">
                  <a:pos x="0" y="277"/>
                </a:cxn>
                <a:cxn ang="0">
                  <a:pos x="0" y="645"/>
                </a:cxn>
                <a:cxn ang="0">
                  <a:pos x="573" y="891"/>
                </a:cxn>
                <a:cxn ang="0">
                  <a:pos x="351" y="878"/>
                </a:cxn>
                <a:cxn ang="0">
                  <a:pos x="614" y="877"/>
                </a:cxn>
                <a:cxn ang="0">
                  <a:pos x="669" y="870"/>
                </a:cxn>
                <a:cxn ang="0">
                  <a:pos x="600" y="891"/>
                </a:cxn>
                <a:cxn ang="0">
                  <a:pos x="551" y="10"/>
                </a:cxn>
                <a:cxn ang="0">
                  <a:pos x="655" y="27"/>
                </a:cxn>
                <a:cxn ang="0">
                  <a:pos x="637" y="41"/>
                </a:cxn>
                <a:cxn ang="0">
                  <a:pos x="419" y="18"/>
                </a:cxn>
                <a:cxn ang="0">
                  <a:pos x="395" y="14"/>
                </a:cxn>
                <a:cxn ang="0">
                  <a:pos x="253" y="77"/>
                </a:cxn>
                <a:cxn ang="0">
                  <a:pos x="253" y="201"/>
                </a:cxn>
                <a:cxn ang="0">
                  <a:pos x="187" y="220"/>
                </a:cxn>
                <a:cxn ang="0">
                  <a:pos x="35" y="216"/>
                </a:cxn>
                <a:cxn ang="0">
                  <a:pos x="65" y="181"/>
                </a:cxn>
                <a:cxn ang="0">
                  <a:pos x="244" y="28"/>
                </a:cxn>
                <a:cxn ang="0">
                  <a:pos x="27" y="198"/>
                </a:cxn>
                <a:cxn ang="0">
                  <a:pos x="146" y="79"/>
                </a:cxn>
                <a:cxn ang="0">
                  <a:pos x="240" y="15"/>
                </a:cxn>
                <a:cxn ang="0">
                  <a:pos x="188" y="60"/>
                </a:cxn>
                <a:cxn ang="0">
                  <a:pos x="52" y="183"/>
                </a:cxn>
                <a:cxn ang="0">
                  <a:pos x="29" y="204"/>
                </a:cxn>
                <a:cxn ang="0">
                  <a:pos x="27" y="198"/>
                </a:cxn>
                <a:cxn ang="0">
                  <a:pos x="249" y="222"/>
                </a:cxn>
                <a:cxn ang="0">
                  <a:pos x="249" y="237"/>
                </a:cxn>
                <a:cxn ang="0">
                  <a:pos x="24" y="240"/>
                </a:cxn>
                <a:cxn ang="0">
                  <a:pos x="62" y="233"/>
                </a:cxn>
                <a:cxn ang="0">
                  <a:pos x="15" y="368"/>
                </a:cxn>
                <a:cxn ang="0">
                  <a:pos x="11" y="249"/>
                </a:cxn>
                <a:cxn ang="0">
                  <a:pos x="263" y="226"/>
                </a:cxn>
                <a:cxn ang="0">
                  <a:pos x="263" y="71"/>
                </a:cxn>
                <a:cxn ang="0">
                  <a:pos x="327" y="25"/>
                </a:cxn>
                <a:cxn ang="0">
                  <a:pos x="566" y="41"/>
                </a:cxn>
                <a:cxn ang="0">
                  <a:pos x="672" y="66"/>
                </a:cxn>
                <a:cxn ang="0">
                  <a:pos x="694" y="357"/>
                </a:cxn>
                <a:cxn ang="0">
                  <a:pos x="697" y="798"/>
                </a:cxn>
                <a:cxn ang="0">
                  <a:pos x="676" y="856"/>
                </a:cxn>
                <a:cxn ang="0">
                  <a:pos x="651" y="865"/>
                </a:cxn>
                <a:cxn ang="0">
                  <a:pos x="208" y="865"/>
                </a:cxn>
                <a:cxn ang="0">
                  <a:pos x="34" y="851"/>
                </a:cxn>
                <a:cxn ang="0">
                  <a:pos x="15" y="722"/>
                </a:cxn>
              </a:cxnLst>
              <a:rect l="0" t="0" r="r" b="b"/>
              <a:pathLst>
                <a:path w="711" h="901">
                  <a:moveTo>
                    <a:pt x="7" y="830"/>
                  </a:moveTo>
                  <a:lnTo>
                    <a:pt x="7" y="830"/>
                  </a:lnTo>
                  <a:lnTo>
                    <a:pt x="10" y="839"/>
                  </a:lnTo>
                  <a:lnTo>
                    <a:pt x="13" y="846"/>
                  </a:lnTo>
                  <a:lnTo>
                    <a:pt x="15" y="853"/>
                  </a:lnTo>
                  <a:lnTo>
                    <a:pt x="21" y="858"/>
                  </a:lnTo>
                  <a:lnTo>
                    <a:pt x="27" y="863"/>
                  </a:lnTo>
                  <a:lnTo>
                    <a:pt x="34" y="867"/>
                  </a:lnTo>
                  <a:lnTo>
                    <a:pt x="41" y="868"/>
                  </a:lnTo>
                  <a:lnTo>
                    <a:pt x="48" y="870"/>
                  </a:lnTo>
                  <a:lnTo>
                    <a:pt x="48" y="870"/>
                  </a:lnTo>
                  <a:lnTo>
                    <a:pt x="117" y="878"/>
                  </a:lnTo>
                  <a:lnTo>
                    <a:pt x="185" y="884"/>
                  </a:lnTo>
                  <a:lnTo>
                    <a:pt x="254" y="889"/>
                  </a:lnTo>
                  <a:lnTo>
                    <a:pt x="325" y="894"/>
                  </a:lnTo>
                  <a:lnTo>
                    <a:pt x="395" y="898"/>
                  </a:lnTo>
                  <a:lnTo>
                    <a:pt x="467" y="899"/>
                  </a:lnTo>
                  <a:lnTo>
                    <a:pt x="540" y="901"/>
                  </a:lnTo>
                  <a:lnTo>
                    <a:pt x="613" y="899"/>
                  </a:lnTo>
                  <a:lnTo>
                    <a:pt x="613" y="899"/>
                  </a:lnTo>
                  <a:lnTo>
                    <a:pt x="631" y="898"/>
                  </a:lnTo>
                  <a:lnTo>
                    <a:pt x="648" y="894"/>
                  </a:lnTo>
                  <a:lnTo>
                    <a:pt x="663" y="887"/>
                  </a:lnTo>
                  <a:lnTo>
                    <a:pt x="676" y="878"/>
                  </a:lnTo>
                  <a:lnTo>
                    <a:pt x="687" y="867"/>
                  </a:lnTo>
                  <a:lnTo>
                    <a:pt x="693" y="860"/>
                  </a:lnTo>
                  <a:lnTo>
                    <a:pt x="696" y="853"/>
                  </a:lnTo>
                  <a:lnTo>
                    <a:pt x="700" y="844"/>
                  </a:lnTo>
                  <a:lnTo>
                    <a:pt x="703" y="837"/>
                  </a:lnTo>
                  <a:lnTo>
                    <a:pt x="704" y="829"/>
                  </a:lnTo>
                  <a:lnTo>
                    <a:pt x="705" y="819"/>
                  </a:lnTo>
                  <a:lnTo>
                    <a:pt x="705" y="819"/>
                  </a:lnTo>
                  <a:lnTo>
                    <a:pt x="710" y="733"/>
                  </a:lnTo>
                  <a:lnTo>
                    <a:pt x="711" y="646"/>
                  </a:lnTo>
                  <a:lnTo>
                    <a:pt x="711" y="561"/>
                  </a:lnTo>
                  <a:lnTo>
                    <a:pt x="710" y="473"/>
                  </a:lnTo>
                  <a:lnTo>
                    <a:pt x="705" y="386"/>
                  </a:lnTo>
                  <a:lnTo>
                    <a:pt x="701" y="299"/>
                  </a:lnTo>
                  <a:lnTo>
                    <a:pt x="691" y="128"/>
                  </a:lnTo>
                  <a:lnTo>
                    <a:pt x="691" y="128"/>
                  </a:lnTo>
                  <a:lnTo>
                    <a:pt x="690" y="94"/>
                  </a:lnTo>
                  <a:lnTo>
                    <a:pt x="687" y="79"/>
                  </a:lnTo>
                  <a:lnTo>
                    <a:pt x="684" y="63"/>
                  </a:lnTo>
                  <a:lnTo>
                    <a:pt x="680" y="49"/>
                  </a:lnTo>
                  <a:lnTo>
                    <a:pt x="676" y="36"/>
                  </a:lnTo>
                  <a:lnTo>
                    <a:pt x="669" y="25"/>
                  </a:lnTo>
                  <a:lnTo>
                    <a:pt x="662" y="15"/>
                  </a:lnTo>
                  <a:lnTo>
                    <a:pt x="662" y="15"/>
                  </a:lnTo>
                  <a:lnTo>
                    <a:pt x="638" y="11"/>
                  </a:lnTo>
                  <a:lnTo>
                    <a:pt x="615" y="7"/>
                  </a:lnTo>
                  <a:lnTo>
                    <a:pt x="590" y="4"/>
                  </a:lnTo>
                  <a:lnTo>
                    <a:pt x="566" y="3"/>
                  </a:lnTo>
                  <a:lnTo>
                    <a:pt x="516" y="0"/>
                  </a:lnTo>
                  <a:lnTo>
                    <a:pt x="465" y="0"/>
                  </a:lnTo>
                  <a:lnTo>
                    <a:pt x="465" y="0"/>
                  </a:lnTo>
                  <a:lnTo>
                    <a:pt x="407" y="3"/>
                  </a:lnTo>
                  <a:lnTo>
                    <a:pt x="348" y="7"/>
                  </a:lnTo>
                  <a:lnTo>
                    <a:pt x="319" y="8"/>
                  </a:lnTo>
                  <a:lnTo>
                    <a:pt x="291" y="10"/>
                  </a:lnTo>
                  <a:lnTo>
                    <a:pt x="263" y="10"/>
                  </a:lnTo>
                  <a:lnTo>
                    <a:pt x="235" y="7"/>
                  </a:lnTo>
                  <a:lnTo>
                    <a:pt x="235" y="7"/>
                  </a:lnTo>
                  <a:lnTo>
                    <a:pt x="180" y="42"/>
                  </a:lnTo>
                  <a:lnTo>
                    <a:pt x="155" y="62"/>
                  </a:lnTo>
                  <a:lnTo>
                    <a:pt x="128" y="81"/>
                  </a:lnTo>
                  <a:lnTo>
                    <a:pt x="103" y="102"/>
                  </a:lnTo>
                  <a:lnTo>
                    <a:pt x="79" y="123"/>
                  </a:lnTo>
                  <a:lnTo>
                    <a:pt x="56" y="147"/>
                  </a:lnTo>
                  <a:lnTo>
                    <a:pt x="35" y="173"/>
                  </a:lnTo>
                  <a:lnTo>
                    <a:pt x="35" y="173"/>
                  </a:lnTo>
                  <a:lnTo>
                    <a:pt x="28" y="184"/>
                  </a:lnTo>
                  <a:lnTo>
                    <a:pt x="21" y="197"/>
                  </a:lnTo>
                  <a:lnTo>
                    <a:pt x="17" y="204"/>
                  </a:lnTo>
                  <a:lnTo>
                    <a:pt x="13" y="208"/>
                  </a:lnTo>
                  <a:lnTo>
                    <a:pt x="7" y="213"/>
                  </a:lnTo>
                  <a:lnTo>
                    <a:pt x="0" y="216"/>
                  </a:lnTo>
                  <a:lnTo>
                    <a:pt x="0" y="216"/>
                  </a:lnTo>
                  <a:lnTo>
                    <a:pt x="0" y="277"/>
                  </a:lnTo>
                  <a:lnTo>
                    <a:pt x="1" y="337"/>
                  </a:lnTo>
                  <a:lnTo>
                    <a:pt x="3" y="396"/>
                  </a:lnTo>
                  <a:lnTo>
                    <a:pt x="4" y="457"/>
                  </a:lnTo>
                  <a:lnTo>
                    <a:pt x="4" y="457"/>
                  </a:lnTo>
                  <a:lnTo>
                    <a:pt x="1" y="549"/>
                  </a:lnTo>
                  <a:lnTo>
                    <a:pt x="0" y="645"/>
                  </a:lnTo>
                  <a:lnTo>
                    <a:pt x="0" y="691"/>
                  </a:lnTo>
                  <a:lnTo>
                    <a:pt x="0" y="739"/>
                  </a:lnTo>
                  <a:lnTo>
                    <a:pt x="3" y="785"/>
                  </a:lnTo>
                  <a:lnTo>
                    <a:pt x="7" y="830"/>
                  </a:lnTo>
                  <a:lnTo>
                    <a:pt x="7" y="830"/>
                  </a:lnTo>
                  <a:close/>
                  <a:moveTo>
                    <a:pt x="573" y="891"/>
                  </a:moveTo>
                  <a:lnTo>
                    <a:pt x="573" y="891"/>
                  </a:lnTo>
                  <a:lnTo>
                    <a:pt x="507" y="889"/>
                  </a:lnTo>
                  <a:lnTo>
                    <a:pt x="443" y="887"/>
                  </a:lnTo>
                  <a:lnTo>
                    <a:pt x="315" y="881"/>
                  </a:lnTo>
                  <a:lnTo>
                    <a:pt x="315" y="881"/>
                  </a:lnTo>
                  <a:lnTo>
                    <a:pt x="351" y="878"/>
                  </a:lnTo>
                  <a:lnTo>
                    <a:pt x="389" y="878"/>
                  </a:lnTo>
                  <a:lnTo>
                    <a:pt x="464" y="879"/>
                  </a:lnTo>
                  <a:lnTo>
                    <a:pt x="538" y="881"/>
                  </a:lnTo>
                  <a:lnTo>
                    <a:pt x="576" y="879"/>
                  </a:lnTo>
                  <a:lnTo>
                    <a:pt x="614" y="877"/>
                  </a:lnTo>
                  <a:lnTo>
                    <a:pt x="614" y="877"/>
                  </a:lnTo>
                  <a:lnTo>
                    <a:pt x="632" y="877"/>
                  </a:lnTo>
                  <a:lnTo>
                    <a:pt x="642" y="875"/>
                  </a:lnTo>
                  <a:lnTo>
                    <a:pt x="651" y="872"/>
                  </a:lnTo>
                  <a:lnTo>
                    <a:pt x="651" y="872"/>
                  </a:lnTo>
                  <a:lnTo>
                    <a:pt x="659" y="871"/>
                  </a:lnTo>
                  <a:lnTo>
                    <a:pt x="669" y="870"/>
                  </a:lnTo>
                  <a:lnTo>
                    <a:pt x="669" y="870"/>
                  </a:lnTo>
                  <a:lnTo>
                    <a:pt x="659" y="875"/>
                  </a:lnTo>
                  <a:lnTo>
                    <a:pt x="649" y="881"/>
                  </a:lnTo>
                  <a:lnTo>
                    <a:pt x="638" y="885"/>
                  </a:lnTo>
                  <a:lnTo>
                    <a:pt x="625" y="888"/>
                  </a:lnTo>
                  <a:lnTo>
                    <a:pt x="600" y="891"/>
                  </a:lnTo>
                  <a:lnTo>
                    <a:pt x="573" y="891"/>
                  </a:lnTo>
                  <a:lnTo>
                    <a:pt x="573" y="891"/>
                  </a:lnTo>
                  <a:close/>
                  <a:moveTo>
                    <a:pt x="481" y="11"/>
                  </a:moveTo>
                  <a:lnTo>
                    <a:pt x="481" y="11"/>
                  </a:lnTo>
                  <a:lnTo>
                    <a:pt x="527" y="10"/>
                  </a:lnTo>
                  <a:lnTo>
                    <a:pt x="551" y="10"/>
                  </a:lnTo>
                  <a:lnTo>
                    <a:pt x="573" y="11"/>
                  </a:lnTo>
                  <a:lnTo>
                    <a:pt x="594" y="12"/>
                  </a:lnTo>
                  <a:lnTo>
                    <a:pt x="617" y="17"/>
                  </a:lnTo>
                  <a:lnTo>
                    <a:pt x="637" y="21"/>
                  </a:lnTo>
                  <a:lnTo>
                    <a:pt x="655" y="27"/>
                  </a:lnTo>
                  <a:lnTo>
                    <a:pt x="655" y="27"/>
                  </a:lnTo>
                  <a:lnTo>
                    <a:pt x="660" y="31"/>
                  </a:lnTo>
                  <a:lnTo>
                    <a:pt x="665" y="36"/>
                  </a:lnTo>
                  <a:lnTo>
                    <a:pt x="667" y="42"/>
                  </a:lnTo>
                  <a:lnTo>
                    <a:pt x="669" y="49"/>
                  </a:lnTo>
                  <a:lnTo>
                    <a:pt x="669" y="49"/>
                  </a:lnTo>
                  <a:lnTo>
                    <a:pt x="637" y="41"/>
                  </a:lnTo>
                  <a:lnTo>
                    <a:pt x="603" y="35"/>
                  </a:lnTo>
                  <a:lnTo>
                    <a:pt x="568" y="29"/>
                  </a:lnTo>
                  <a:lnTo>
                    <a:pt x="533" y="25"/>
                  </a:lnTo>
                  <a:lnTo>
                    <a:pt x="496" y="21"/>
                  </a:lnTo>
                  <a:lnTo>
                    <a:pt x="458" y="19"/>
                  </a:lnTo>
                  <a:lnTo>
                    <a:pt x="419" y="18"/>
                  </a:lnTo>
                  <a:lnTo>
                    <a:pt x="379" y="18"/>
                  </a:lnTo>
                  <a:lnTo>
                    <a:pt x="379" y="18"/>
                  </a:lnTo>
                  <a:lnTo>
                    <a:pt x="372" y="18"/>
                  </a:lnTo>
                  <a:lnTo>
                    <a:pt x="367" y="17"/>
                  </a:lnTo>
                  <a:lnTo>
                    <a:pt x="367" y="17"/>
                  </a:lnTo>
                  <a:lnTo>
                    <a:pt x="395" y="14"/>
                  </a:lnTo>
                  <a:lnTo>
                    <a:pt x="423" y="12"/>
                  </a:lnTo>
                  <a:lnTo>
                    <a:pt x="481" y="11"/>
                  </a:lnTo>
                  <a:lnTo>
                    <a:pt x="481" y="11"/>
                  </a:lnTo>
                  <a:close/>
                  <a:moveTo>
                    <a:pt x="252" y="38"/>
                  </a:moveTo>
                  <a:lnTo>
                    <a:pt x="252" y="38"/>
                  </a:lnTo>
                  <a:lnTo>
                    <a:pt x="253" y="77"/>
                  </a:lnTo>
                  <a:lnTo>
                    <a:pt x="254" y="116"/>
                  </a:lnTo>
                  <a:lnTo>
                    <a:pt x="256" y="156"/>
                  </a:lnTo>
                  <a:lnTo>
                    <a:pt x="256" y="175"/>
                  </a:lnTo>
                  <a:lnTo>
                    <a:pt x="254" y="195"/>
                  </a:lnTo>
                  <a:lnTo>
                    <a:pt x="254" y="195"/>
                  </a:lnTo>
                  <a:lnTo>
                    <a:pt x="253" y="201"/>
                  </a:lnTo>
                  <a:lnTo>
                    <a:pt x="249" y="208"/>
                  </a:lnTo>
                  <a:lnTo>
                    <a:pt x="243" y="212"/>
                  </a:lnTo>
                  <a:lnTo>
                    <a:pt x="236" y="215"/>
                  </a:lnTo>
                  <a:lnTo>
                    <a:pt x="236" y="215"/>
                  </a:lnTo>
                  <a:lnTo>
                    <a:pt x="212" y="218"/>
                  </a:lnTo>
                  <a:lnTo>
                    <a:pt x="187" y="220"/>
                  </a:lnTo>
                  <a:lnTo>
                    <a:pt x="135" y="220"/>
                  </a:lnTo>
                  <a:lnTo>
                    <a:pt x="81" y="220"/>
                  </a:lnTo>
                  <a:lnTo>
                    <a:pt x="56" y="222"/>
                  </a:lnTo>
                  <a:lnTo>
                    <a:pt x="31" y="223"/>
                  </a:lnTo>
                  <a:lnTo>
                    <a:pt x="31" y="223"/>
                  </a:lnTo>
                  <a:lnTo>
                    <a:pt x="35" y="216"/>
                  </a:lnTo>
                  <a:lnTo>
                    <a:pt x="38" y="212"/>
                  </a:lnTo>
                  <a:lnTo>
                    <a:pt x="41" y="209"/>
                  </a:lnTo>
                  <a:lnTo>
                    <a:pt x="42" y="209"/>
                  </a:lnTo>
                  <a:lnTo>
                    <a:pt x="42" y="208"/>
                  </a:lnTo>
                  <a:lnTo>
                    <a:pt x="42" y="208"/>
                  </a:lnTo>
                  <a:lnTo>
                    <a:pt x="65" y="181"/>
                  </a:lnTo>
                  <a:lnTo>
                    <a:pt x="87" y="157"/>
                  </a:lnTo>
                  <a:lnTo>
                    <a:pt x="112" y="133"/>
                  </a:lnTo>
                  <a:lnTo>
                    <a:pt x="138" y="112"/>
                  </a:lnTo>
                  <a:lnTo>
                    <a:pt x="191" y="70"/>
                  </a:lnTo>
                  <a:lnTo>
                    <a:pt x="244" y="28"/>
                  </a:lnTo>
                  <a:lnTo>
                    <a:pt x="244" y="28"/>
                  </a:lnTo>
                  <a:lnTo>
                    <a:pt x="247" y="28"/>
                  </a:lnTo>
                  <a:lnTo>
                    <a:pt x="250" y="29"/>
                  </a:lnTo>
                  <a:lnTo>
                    <a:pt x="252" y="32"/>
                  </a:lnTo>
                  <a:lnTo>
                    <a:pt x="252" y="38"/>
                  </a:lnTo>
                  <a:lnTo>
                    <a:pt x="252" y="38"/>
                  </a:lnTo>
                  <a:close/>
                  <a:moveTo>
                    <a:pt x="27" y="198"/>
                  </a:moveTo>
                  <a:lnTo>
                    <a:pt x="27" y="198"/>
                  </a:lnTo>
                  <a:lnTo>
                    <a:pt x="48" y="170"/>
                  </a:lnTo>
                  <a:lnTo>
                    <a:pt x="70" y="145"/>
                  </a:lnTo>
                  <a:lnTo>
                    <a:pt x="94" y="121"/>
                  </a:lnTo>
                  <a:lnTo>
                    <a:pt x="119" y="100"/>
                  </a:lnTo>
                  <a:lnTo>
                    <a:pt x="146" y="79"/>
                  </a:lnTo>
                  <a:lnTo>
                    <a:pt x="173" y="59"/>
                  </a:lnTo>
                  <a:lnTo>
                    <a:pt x="229" y="19"/>
                  </a:lnTo>
                  <a:lnTo>
                    <a:pt x="229" y="19"/>
                  </a:lnTo>
                  <a:lnTo>
                    <a:pt x="236" y="17"/>
                  </a:lnTo>
                  <a:lnTo>
                    <a:pt x="236" y="17"/>
                  </a:lnTo>
                  <a:lnTo>
                    <a:pt x="240" y="15"/>
                  </a:lnTo>
                  <a:lnTo>
                    <a:pt x="242" y="17"/>
                  </a:lnTo>
                  <a:lnTo>
                    <a:pt x="240" y="17"/>
                  </a:lnTo>
                  <a:lnTo>
                    <a:pt x="237" y="21"/>
                  </a:lnTo>
                  <a:lnTo>
                    <a:pt x="237" y="21"/>
                  </a:lnTo>
                  <a:lnTo>
                    <a:pt x="214" y="41"/>
                  </a:lnTo>
                  <a:lnTo>
                    <a:pt x="188" y="60"/>
                  </a:lnTo>
                  <a:lnTo>
                    <a:pt x="141" y="98"/>
                  </a:lnTo>
                  <a:lnTo>
                    <a:pt x="117" y="118"/>
                  </a:lnTo>
                  <a:lnTo>
                    <a:pt x="94" y="138"/>
                  </a:lnTo>
                  <a:lnTo>
                    <a:pt x="73" y="160"/>
                  </a:lnTo>
                  <a:lnTo>
                    <a:pt x="52" y="183"/>
                  </a:lnTo>
                  <a:lnTo>
                    <a:pt x="52" y="183"/>
                  </a:lnTo>
                  <a:lnTo>
                    <a:pt x="37" y="201"/>
                  </a:lnTo>
                  <a:lnTo>
                    <a:pt x="20" y="218"/>
                  </a:lnTo>
                  <a:lnTo>
                    <a:pt x="20" y="218"/>
                  </a:lnTo>
                  <a:lnTo>
                    <a:pt x="21" y="213"/>
                  </a:lnTo>
                  <a:lnTo>
                    <a:pt x="25" y="208"/>
                  </a:lnTo>
                  <a:lnTo>
                    <a:pt x="29" y="204"/>
                  </a:lnTo>
                  <a:lnTo>
                    <a:pt x="32" y="199"/>
                  </a:lnTo>
                  <a:lnTo>
                    <a:pt x="32" y="199"/>
                  </a:lnTo>
                  <a:lnTo>
                    <a:pt x="29" y="201"/>
                  </a:lnTo>
                  <a:lnTo>
                    <a:pt x="28" y="201"/>
                  </a:lnTo>
                  <a:lnTo>
                    <a:pt x="27" y="199"/>
                  </a:lnTo>
                  <a:lnTo>
                    <a:pt x="27" y="198"/>
                  </a:lnTo>
                  <a:lnTo>
                    <a:pt x="27" y="198"/>
                  </a:lnTo>
                  <a:close/>
                  <a:moveTo>
                    <a:pt x="222" y="227"/>
                  </a:moveTo>
                  <a:lnTo>
                    <a:pt x="222" y="227"/>
                  </a:lnTo>
                  <a:lnTo>
                    <a:pt x="236" y="225"/>
                  </a:lnTo>
                  <a:lnTo>
                    <a:pt x="249" y="222"/>
                  </a:lnTo>
                  <a:lnTo>
                    <a:pt x="249" y="222"/>
                  </a:lnTo>
                  <a:lnTo>
                    <a:pt x="252" y="220"/>
                  </a:lnTo>
                  <a:lnTo>
                    <a:pt x="252" y="220"/>
                  </a:lnTo>
                  <a:lnTo>
                    <a:pt x="253" y="225"/>
                  </a:lnTo>
                  <a:lnTo>
                    <a:pt x="252" y="232"/>
                  </a:lnTo>
                  <a:lnTo>
                    <a:pt x="250" y="234"/>
                  </a:lnTo>
                  <a:lnTo>
                    <a:pt x="249" y="237"/>
                  </a:lnTo>
                  <a:lnTo>
                    <a:pt x="246" y="239"/>
                  </a:lnTo>
                  <a:lnTo>
                    <a:pt x="242" y="240"/>
                  </a:lnTo>
                  <a:lnTo>
                    <a:pt x="242" y="240"/>
                  </a:lnTo>
                  <a:lnTo>
                    <a:pt x="191" y="242"/>
                  </a:lnTo>
                  <a:lnTo>
                    <a:pt x="136" y="242"/>
                  </a:lnTo>
                  <a:lnTo>
                    <a:pt x="24" y="240"/>
                  </a:lnTo>
                  <a:lnTo>
                    <a:pt x="24" y="240"/>
                  </a:lnTo>
                  <a:lnTo>
                    <a:pt x="17" y="240"/>
                  </a:lnTo>
                  <a:lnTo>
                    <a:pt x="11" y="237"/>
                  </a:lnTo>
                  <a:lnTo>
                    <a:pt x="11" y="237"/>
                  </a:lnTo>
                  <a:lnTo>
                    <a:pt x="37" y="234"/>
                  </a:lnTo>
                  <a:lnTo>
                    <a:pt x="62" y="233"/>
                  </a:lnTo>
                  <a:lnTo>
                    <a:pt x="117" y="232"/>
                  </a:lnTo>
                  <a:lnTo>
                    <a:pt x="170" y="230"/>
                  </a:lnTo>
                  <a:lnTo>
                    <a:pt x="197" y="229"/>
                  </a:lnTo>
                  <a:lnTo>
                    <a:pt x="222" y="227"/>
                  </a:lnTo>
                  <a:lnTo>
                    <a:pt x="222" y="227"/>
                  </a:lnTo>
                  <a:close/>
                  <a:moveTo>
                    <a:pt x="15" y="368"/>
                  </a:moveTo>
                  <a:lnTo>
                    <a:pt x="15" y="368"/>
                  </a:lnTo>
                  <a:lnTo>
                    <a:pt x="13" y="338"/>
                  </a:lnTo>
                  <a:lnTo>
                    <a:pt x="13" y="309"/>
                  </a:lnTo>
                  <a:lnTo>
                    <a:pt x="13" y="278"/>
                  </a:lnTo>
                  <a:lnTo>
                    <a:pt x="11" y="249"/>
                  </a:lnTo>
                  <a:lnTo>
                    <a:pt x="11" y="249"/>
                  </a:lnTo>
                  <a:lnTo>
                    <a:pt x="73" y="250"/>
                  </a:lnTo>
                  <a:lnTo>
                    <a:pt x="133" y="251"/>
                  </a:lnTo>
                  <a:lnTo>
                    <a:pt x="253" y="249"/>
                  </a:lnTo>
                  <a:lnTo>
                    <a:pt x="253" y="249"/>
                  </a:lnTo>
                  <a:lnTo>
                    <a:pt x="259" y="237"/>
                  </a:lnTo>
                  <a:lnTo>
                    <a:pt x="263" y="226"/>
                  </a:lnTo>
                  <a:lnTo>
                    <a:pt x="264" y="213"/>
                  </a:lnTo>
                  <a:lnTo>
                    <a:pt x="266" y="199"/>
                  </a:lnTo>
                  <a:lnTo>
                    <a:pt x="266" y="199"/>
                  </a:lnTo>
                  <a:lnTo>
                    <a:pt x="267" y="157"/>
                  </a:lnTo>
                  <a:lnTo>
                    <a:pt x="266" y="115"/>
                  </a:lnTo>
                  <a:lnTo>
                    <a:pt x="263" y="71"/>
                  </a:lnTo>
                  <a:lnTo>
                    <a:pt x="261" y="28"/>
                  </a:lnTo>
                  <a:lnTo>
                    <a:pt x="261" y="28"/>
                  </a:lnTo>
                  <a:lnTo>
                    <a:pt x="263" y="25"/>
                  </a:lnTo>
                  <a:lnTo>
                    <a:pt x="266" y="24"/>
                  </a:lnTo>
                  <a:lnTo>
                    <a:pt x="266" y="24"/>
                  </a:lnTo>
                  <a:lnTo>
                    <a:pt x="327" y="25"/>
                  </a:lnTo>
                  <a:lnTo>
                    <a:pt x="360" y="25"/>
                  </a:lnTo>
                  <a:lnTo>
                    <a:pt x="391" y="27"/>
                  </a:lnTo>
                  <a:lnTo>
                    <a:pt x="391" y="27"/>
                  </a:lnTo>
                  <a:lnTo>
                    <a:pt x="459" y="31"/>
                  </a:lnTo>
                  <a:lnTo>
                    <a:pt x="531" y="36"/>
                  </a:lnTo>
                  <a:lnTo>
                    <a:pt x="566" y="41"/>
                  </a:lnTo>
                  <a:lnTo>
                    <a:pt x="600" y="46"/>
                  </a:lnTo>
                  <a:lnTo>
                    <a:pt x="634" y="52"/>
                  </a:lnTo>
                  <a:lnTo>
                    <a:pt x="665" y="62"/>
                  </a:lnTo>
                  <a:lnTo>
                    <a:pt x="665" y="62"/>
                  </a:lnTo>
                  <a:lnTo>
                    <a:pt x="669" y="63"/>
                  </a:lnTo>
                  <a:lnTo>
                    <a:pt x="672" y="66"/>
                  </a:lnTo>
                  <a:lnTo>
                    <a:pt x="676" y="74"/>
                  </a:lnTo>
                  <a:lnTo>
                    <a:pt x="677" y="84"/>
                  </a:lnTo>
                  <a:lnTo>
                    <a:pt x="679" y="94"/>
                  </a:lnTo>
                  <a:lnTo>
                    <a:pt x="679" y="94"/>
                  </a:lnTo>
                  <a:lnTo>
                    <a:pt x="690" y="270"/>
                  </a:lnTo>
                  <a:lnTo>
                    <a:pt x="694" y="357"/>
                  </a:lnTo>
                  <a:lnTo>
                    <a:pt x="697" y="444"/>
                  </a:lnTo>
                  <a:lnTo>
                    <a:pt x="700" y="531"/>
                  </a:lnTo>
                  <a:lnTo>
                    <a:pt x="701" y="620"/>
                  </a:lnTo>
                  <a:lnTo>
                    <a:pt x="700" y="708"/>
                  </a:lnTo>
                  <a:lnTo>
                    <a:pt x="697" y="798"/>
                  </a:lnTo>
                  <a:lnTo>
                    <a:pt x="697" y="798"/>
                  </a:lnTo>
                  <a:lnTo>
                    <a:pt x="696" y="816"/>
                  </a:lnTo>
                  <a:lnTo>
                    <a:pt x="691" y="832"/>
                  </a:lnTo>
                  <a:lnTo>
                    <a:pt x="684" y="846"/>
                  </a:lnTo>
                  <a:lnTo>
                    <a:pt x="682" y="851"/>
                  </a:lnTo>
                  <a:lnTo>
                    <a:pt x="676" y="856"/>
                  </a:lnTo>
                  <a:lnTo>
                    <a:pt x="676" y="856"/>
                  </a:lnTo>
                  <a:lnTo>
                    <a:pt x="673" y="858"/>
                  </a:lnTo>
                  <a:lnTo>
                    <a:pt x="669" y="860"/>
                  </a:lnTo>
                  <a:lnTo>
                    <a:pt x="660" y="861"/>
                  </a:lnTo>
                  <a:lnTo>
                    <a:pt x="653" y="863"/>
                  </a:lnTo>
                  <a:lnTo>
                    <a:pt x="646" y="864"/>
                  </a:lnTo>
                  <a:lnTo>
                    <a:pt x="651" y="865"/>
                  </a:lnTo>
                  <a:lnTo>
                    <a:pt x="651" y="865"/>
                  </a:lnTo>
                  <a:lnTo>
                    <a:pt x="578" y="868"/>
                  </a:lnTo>
                  <a:lnTo>
                    <a:pt x="503" y="870"/>
                  </a:lnTo>
                  <a:lnTo>
                    <a:pt x="430" y="870"/>
                  </a:lnTo>
                  <a:lnTo>
                    <a:pt x="356" y="870"/>
                  </a:lnTo>
                  <a:lnTo>
                    <a:pt x="208" y="865"/>
                  </a:lnTo>
                  <a:lnTo>
                    <a:pt x="59" y="861"/>
                  </a:lnTo>
                  <a:lnTo>
                    <a:pt x="59" y="861"/>
                  </a:lnTo>
                  <a:lnTo>
                    <a:pt x="48" y="860"/>
                  </a:lnTo>
                  <a:lnTo>
                    <a:pt x="42" y="858"/>
                  </a:lnTo>
                  <a:lnTo>
                    <a:pt x="38" y="856"/>
                  </a:lnTo>
                  <a:lnTo>
                    <a:pt x="34" y="851"/>
                  </a:lnTo>
                  <a:lnTo>
                    <a:pt x="29" y="847"/>
                  </a:lnTo>
                  <a:lnTo>
                    <a:pt x="28" y="843"/>
                  </a:lnTo>
                  <a:lnTo>
                    <a:pt x="27" y="837"/>
                  </a:lnTo>
                  <a:lnTo>
                    <a:pt x="27" y="837"/>
                  </a:lnTo>
                  <a:lnTo>
                    <a:pt x="20" y="781"/>
                  </a:lnTo>
                  <a:lnTo>
                    <a:pt x="15" y="722"/>
                  </a:lnTo>
                  <a:lnTo>
                    <a:pt x="14" y="663"/>
                  </a:lnTo>
                  <a:lnTo>
                    <a:pt x="13" y="604"/>
                  </a:lnTo>
                  <a:lnTo>
                    <a:pt x="14" y="485"/>
                  </a:lnTo>
                  <a:lnTo>
                    <a:pt x="15" y="368"/>
                  </a:lnTo>
                  <a:lnTo>
                    <a:pt x="15" y="368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1791" y="2471"/>
              <a:ext cx="1780" cy="9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dirty="0">
                  <a:solidFill>
                    <a:schemeClr val="bg1"/>
                  </a:solidFill>
                  <a:latin typeface="方正静蕾简体" pitchFamily="2" charset="-122"/>
                  <a:ea typeface="方正静蕾简体" pitchFamily="2" charset="-122"/>
                  <a:sym typeface="+mn-ea"/>
                </a:rPr>
                <a:t>更丰富的游戏关卡</a:t>
              </a:r>
              <a:endParaRPr lang="zh-CN" altLang="en-US"/>
            </a:p>
          </p:txBody>
        </p:sp>
      </p:grpSp>
      <p:sp>
        <p:nvSpPr>
          <p:cNvPr id="24" name="Freeform 245"/>
          <p:cNvSpPr>
            <a:spLocks noEditPoints="1"/>
          </p:cNvSpPr>
          <p:nvPr/>
        </p:nvSpPr>
        <p:spPr bwMode="auto">
          <a:xfrm>
            <a:off x="1591945" y="2931795"/>
            <a:ext cx="1716405" cy="1750695"/>
          </a:xfrm>
          <a:custGeom>
            <a:avLst/>
            <a:gdLst/>
            <a:ahLst/>
            <a:cxnLst>
              <a:cxn ang="0">
                <a:pos x="21" y="858"/>
              </a:cxn>
              <a:cxn ang="0">
                <a:pos x="117" y="878"/>
              </a:cxn>
              <a:cxn ang="0">
                <a:pos x="540" y="901"/>
              </a:cxn>
              <a:cxn ang="0">
                <a:pos x="676" y="878"/>
              </a:cxn>
              <a:cxn ang="0">
                <a:pos x="704" y="829"/>
              </a:cxn>
              <a:cxn ang="0">
                <a:pos x="710" y="473"/>
              </a:cxn>
              <a:cxn ang="0">
                <a:pos x="687" y="79"/>
              </a:cxn>
              <a:cxn ang="0">
                <a:pos x="662" y="15"/>
              </a:cxn>
              <a:cxn ang="0">
                <a:pos x="465" y="0"/>
              </a:cxn>
              <a:cxn ang="0">
                <a:pos x="263" y="10"/>
              </a:cxn>
              <a:cxn ang="0">
                <a:pos x="103" y="102"/>
              </a:cxn>
              <a:cxn ang="0">
                <a:pos x="21" y="197"/>
              </a:cxn>
              <a:cxn ang="0">
                <a:pos x="0" y="277"/>
              </a:cxn>
              <a:cxn ang="0">
                <a:pos x="0" y="645"/>
              </a:cxn>
              <a:cxn ang="0">
                <a:pos x="573" y="891"/>
              </a:cxn>
              <a:cxn ang="0">
                <a:pos x="351" y="878"/>
              </a:cxn>
              <a:cxn ang="0">
                <a:pos x="614" y="877"/>
              </a:cxn>
              <a:cxn ang="0">
                <a:pos x="669" y="870"/>
              </a:cxn>
              <a:cxn ang="0">
                <a:pos x="600" y="891"/>
              </a:cxn>
              <a:cxn ang="0">
                <a:pos x="551" y="10"/>
              </a:cxn>
              <a:cxn ang="0">
                <a:pos x="655" y="27"/>
              </a:cxn>
              <a:cxn ang="0">
                <a:pos x="637" y="41"/>
              </a:cxn>
              <a:cxn ang="0">
                <a:pos x="419" y="18"/>
              </a:cxn>
              <a:cxn ang="0">
                <a:pos x="395" y="14"/>
              </a:cxn>
              <a:cxn ang="0">
                <a:pos x="253" y="77"/>
              </a:cxn>
              <a:cxn ang="0">
                <a:pos x="253" y="201"/>
              </a:cxn>
              <a:cxn ang="0">
                <a:pos x="187" y="220"/>
              </a:cxn>
              <a:cxn ang="0">
                <a:pos x="35" y="216"/>
              </a:cxn>
              <a:cxn ang="0">
                <a:pos x="65" y="181"/>
              </a:cxn>
              <a:cxn ang="0">
                <a:pos x="244" y="28"/>
              </a:cxn>
              <a:cxn ang="0">
                <a:pos x="27" y="198"/>
              </a:cxn>
              <a:cxn ang="0">
                <a:pos x="146" y="79"/>
              </a:cxn>
              <a:cxn ang="0">
                <a:pos x="240" y="15"/>
              </a:cxn>
              <a:cxn ang="0">
                <a:pos x="188" y="60"/>
              </a:cxn>
              <a:cxn ang="0">
                <a:pos x="52" y="183"/>
              </a:cxn>
              <a:cxn ang="0">
                <a:pos x="29" y="204"/>
              </a:cxn>
              <a:cxn ang="0">
                <a:pos x="27" y="198"/>
              </a:cxn>
              <a:cxn ang="0">
                <a:pos x="249" y="222"/>
              </a:cxn>
              <a:cxn ang="0">
                <a:pos x="249" y="237"/>
              </a:cxn>
              <a:cxn ang="0">
                <a:pos x="24" y="240"/>
              </a:cxn>
              <a:cxn ang="0">
                <a:pos x="62" y="233"/>
              </a:cxn>
              <a:cxn ang="0">
                <a:pos x="15" y="368"/>
              </a:cxn>
              <a:cxn ang="0">
                <a:pos x="11" y="249"/>
              </a:cxn>
              <a:cxn ang="0">
                <a:pos x="263" y="226"/>
              </a:cxn>
              <a:cxn ang="0">
                <a:pos x="263" y="71"/>
              </a:cxn>
              <a:cxn ang="0">
                <a:pos x="327" y="25"/>
              </a:cxn>
              <a:cxn ang="0">
                <a:pos x="566" y="41"/>
              </a:cxn>
              <a:cxn ang="0">
                <a:pos x="672" y="66"/>
              </a:cxn>
              <a:cxn ang="0">
                <a:pos x="694" y="357"/>
              </a:cxn>
              <a:cxn ang="0">
                <a:pos x="697" y="798"/>
              </a:cxn>
              <a:cxn ang="0">
                <a:pos x="676" y="856"/>
              </a:cxn>
              <a:cxn ang="0">
                <a:pos x="651" y="865"/>
              </a:cxn>
              <a:cxn ang="0">
                <a:pos x="208" y="865"/>
              </a:cxn>
              <a:cxn ang="0">
                <a:pos x="34" y="851"/>
              </a:cxn>
              <a:cxn ang="0">
                <a:pos x="15" y="722"/>
              </a:cxn>
            </a:cxnLst>
            <a:rect l="0" t="0" r="r" b="b"/>
            <a:pathLst>
              <a:path w="711" h="901">
                <a:moveTo>
                  <a:pt x="7" y="830"/>
                </a:moveTo>
                <a:lnTo>
                  <a:pt x="7" y="830"/>
                </a:lnTo>
                <a:lnTo>
                  <a:pt x="10" y="839"/>
                </a:lnTo>
                <a:lnTo>
                  <a:pt x="13" y="846"/>
                </a:lnTo>
                <a:lnTo>
                  <a:pt x="15" y="853"/>
                </a:lnTo>
                <a:lnTo>
                  <a:pt x="21" y="858"/>
                </a:lnTo>
                <a:lnTo>
                  <a:pt x="27" y="863"/>
                </a:lnTo>
                <a:lnTo>
                  <a:pt x="34" y="867"/>
                </a:lnTo>
                <a:lnTo>
                  <a:pt x="41" y="868"/>
                </a:lnTo>
                <a:lnTo>
                  <a:pt x="48" y="870"/>
                </a:lnTo>
                <a:lnTo>
                  <a:pt x="48" y="870"/>
                </a:lnTo>
                <a:lnTo>
                  <a:pt x="117" y="878"/>
                </a:lnTo>
                <a:lnTo>
                  <a:pt x="185" y="884"/>
                </a:lnTo>
                <a:lnTo>
                  <a:pt x="254" y="889"/>
                </a:lnTo>
                <a:lnTo>
                  <a:pt x="325" y="894"/>
                </a:lnTo>
                <a:lnTo>
                  <a:pt x="395" y="898"/>
                </a:lnTo>
                <a:lnTo>
                  <a:pt x="467" y="899"/>
                </a:lnTo>
                <a:lnTo>
                  <a:pt x="540" y="901"/>
                </a:lnTo>
                <a:lnTo>
                  <a:pt x="613" y="899"/>
                </a:lnTo>
                <a:lnTo>
                  <a:pt x="613" y="899"/>
                </a:lnTo>
                <a:lnTo>
                  <a:pt x="631" y="898"/>
                </a:lnTo>
                <a:lnTo>
                  <a:pt x="648" y="894"/>
                </a:lnTo>
                <a:lnTo>
                  <a:pt x="663" y="887"/>
                </a:lnTo>
                <a:lnTo>
                  <a:pt x="676" y="878"/>
                </a:lnTo>
                <a:lnTo>
                  <a:pt x="687" y="867"/>
                </a:lnTo>
                <a:lnTo>
                  <a:pt x="693" y="860"/>
                </a:lnTo>
                <a:lnTo>
                  <a:pt x="696" y="853"/>
                </a:lnTo>
                <a:lnTo>
                  <a:pt x="700" y="844"/>
                </a:lnTo>
                <a:lnTo>
                  <a:pt x="703" y="837"/>
                </a:lnTo>
                <a:lnTo>
                  <a:pt x="704" y="829"/>
                </a:lnTo>
                <a:lnTo>
                  <a:pt x="705" y="819"/>
                </a:lnTo>
                <a:lnTo>
                  <a:pt x="705" y="819"/>
                </a:lnTo>
                <a:lnTo>
                  <a:pt x="710" y="733"/>
                </a:lnTo>
                <a:lnTo>
                  <a:pt x="711" y="646"/>
                </a:lnTo>
                <a:lnTo>
                  <a:pt x="711" y="561"/>
                </a:lnTo>
                <a:lnTo>
                  <a:pt x="710" y="473"/>
                </a:lnTo>
                <a:lnTo>
                  <a:pt x="705" y="386"/>
                </a:lnTo>
                <a:lnTo>
                  <a:pt x="701" y="299"/>
                </a:lnTo>
                <a:lnTo>
                  <a:pt x="691" y="128"/>
                </a:lnTo>
                <a:lnTo>
                  <a:pt x="691" y="128"/>
                </a:lnTo>
                <a:lnTo>
                  <a:pt x="690" y="94"/>
                </a:lnTo>
                <a:lnTo>
                  <a:pt x="687" y="79"/>
                </a:lnTo>
                <a:lnTo>
                  <a:pt x="684" y="63"/>
                </a:lnTo>
                <a:lnTo>
                  <a:pt x="680" y="49"/>
                </a:lnTo>
                <a:lnTo>
                  <a:pt x="676" y="36"/>
                </a:lnTo>
                <a:lnTo>
                  <a:pt x="669" y="25"/>
                </a:lnTo>
                <a:lnTo>
                  <a:pt x="662" y="15"/>
                </a:lnTo>
                <a:lnTo>
                  <a:pt x="662" y="15"/>
                </a:lnTo>
                <a:lnTo>
                  <a:pt x="638" y="11"/>
                </a:lnTo>
                <a:lnTo>
                  <a:pt x="615" y="7"/>
                </a:lnTo>
                <a:lnTo>
                  <a:pt x="590" y="4"/>
                </a:lnTo>
                <a:lnTo>
                  <a:pt x="566" y="3"/>
                </a:lnTo>
                <a:lnTo>
                  <a:pt x="516" y="0"/>
                </a:lnTo>
                <a:lnTo>
                  <a:pt x="465" y="0"/>
                </a:lnTo>
                <a:lnTo>
                  <a:pt x="465" y="0"/>
                </a:lnTo>
                <a:lnTo>
                  <a:pt x="407" y="3"/>
                </a:lnTo>
                <a:lnTo>
                  <a:pt x="348" y="7"/>
                </a:lnTo>
                <a:lnTo>
                  <a:pt x="319" y="8"/>
                </a:lnTo>
                <a:lnTo>
                  <a:pt x="291" y="10"/>
                </a:lnTo>
                <a:lnTo>
                  <a:pt x="263" y="10"/>
                </a:lnTo>
                <a:lnTo>
                  <a:pt x="235" y="7"/>
                </a:lnTo>
                <a:lnTo>
                  <a:pt x="235" y="7"/>
                </a:lnTo>
                <a:lnTo>
                  <a:pt x="180" y="42"/>
                </a:lnTo>
                <a:lnTo>
                  <a:pt x="155" y="62"/>
                </a:lnTo>
                <a:lnTo>
                  <a:pt x="128" y="81"/>
                </a:lnTo>
                <a:lnTo>
                  <a:pt x="103" y="102"/>
                </a:lnTo>
                <a:lnTo>
                  <a:pt x="79" y="123"/>
                </a:lnTo>
                <a:lnTo>
                  <a:pt x="56" y="147"/>
                </a:lnTo>
                <a:lnTo>
                  <a:pt x="35" y="173"/>
                </a:lnTo>
                <a:lnTo>
                  <a:pt x="35" y="173"/>
                </a:lnTo>
                <a:lnTo>
                  <a:pt x="28" y="184"/>
                </a:lnTo>
                <a:lnTo>
                  <a:pt x="21" y="197"/>
                </a:lnTo>
                <a:lnTo>
                  <a:pt x="17" y="204"/>
                </a:lnTo>
                <a:lnTo>
                  <a:pt x="13" y="208"/>
                </a:lnTo>
                <a:lnTo>
                  <a:pt x="7" y="213"/>
                </a:lnTo>
                <a:lnTo>
                  <a:pt x="0" y="216"/>
                </a:lnTo>
                <a:lnTo>
                  <a:pt x="0" y="216"/>
                </a:lnTo>
                <a:lnTo>
                  <a:pt x="0" y="277"/>
                </a:lnTo>
                <a:lnTo>
                  <a:pt x="1" y="337"/>
                </a:lnTo>
                <a:lnTo>
                  <a:pt x="3" y="396"/>
                </a:lnTo>
                <a:lnTo>
                  <a:pt x="4" y="457"/>
                </a:lnTo>
                <a:lnTo>
                  <a:pt x="4" y="457"/>
                </a:lnTo>
                <a:lnTo>
                  <a:pt x="1" y="549"/>
                </a:lnTo>
                <a:lnTo>
                  <a:pt x="0" y="645"/>
                </a:lnTo>
                <a:lnTo>
                  <a:pt x="0" y="691"/>
                </a:lnTo>
                <a:lnTo>
                  <a:pt x="0" y="739"/>
                </a:lnTo>
                <a:lnTo>
                  <a:pt x="3" y="785"/>
                </a:lnTo>
                <a:lnTo>
                  <a:pt x="7" y="830"/>
                </a:lnTo>
                <a:lnTo>
                  <a:pt x="7" y="830"/>
                </a:lnTo>
                <a:close/>
                <a:moveTo>
                  <a:pt x="573" y="891"/>
                </a:moveTo>
                <a:lnTo>
                  <a:pt x="573" y="891"/>
                </a:lnTo>
                <a:lnTo>
                  <a:pt x="507" y="889"/>
                </a:lnTo>
                <a:lnTo>
                  <a:pt x="443" y="887"/>
                </a:lnTo>
                <a:lnTo>
                  <a:pt x="315" y="881"/>
                </a:lnTo>
                <a:lnTo>
                  <a:pt x="315" y="881"/>
                </a:lnTo>
                <a:lnTo>
                  <a:pt x="351" y="878"/>
                </a:lnTo>
                <a:lnTo>
                  <a:pt x="389" y="878"/>
                </a:lnTo>
                <a:lnTo>
                  <a:pt x="464" y="879"/>
                </a:lnTo>
                <a:lnTo>
                  <a:pt x="538" y="881"/>
                </a:lnTo>
                <a:lnTo>
                  <a:pt x="576" y="879"/>
                </a:lnTo>
                <a:lnTo>
                  <a:pt x="614" y="877"/>
                </a:lnTo>
                <a:lnTo>
                  <a:pt x="614" y="877"/>
                </a:lnTo>
                <a:lnTo>
                  <a:pt x="632" y="877"/>
                </a:lnTo>
                <a:lnTo>
                  <a:pt x="642" y="875"/>
                </a:lnTo>
                <a:lnTo>
                  <a:pt x="651" y="872"/>
                </a:lnTo>
                <a:lnTo>
                  <a:pt x="651" y="872"/>
                </a:lnTo>
                <a:lnTo>
                  <a:pt x="659" y="871"/>
                </a:lnTo>
                <a:lnTo>
                  <a:pt x="669" y="870"/>
                </a:lnTo>
                <a:lnTo>
                  <a:pt x="669" y="870"/>
                </a:lnTo>
                <a:lnTo>
                  <a:pt x="659" y="875"/>
                </a:lnTo>
                <a:lnTo>
                  <a:pt x="649" y="881"/>
                </a:lnTo>
                <a:lnTo>
                  <a:pt x="638" y="885"/>
                </a:lnTo>
                <a:lnTo>
                  <a:pt x="625" y="888"/>
                </a:lnTo>
                <a:lnTo>
                  <a:pt x="600" y="891"/>
                </a:lnTo>
                <a:lnTo>
                  <a:pt x="573" y="891"/>
                </a:lnTo>
                <a:lnTo>
                  <a:pt x="573" y="891"/>
                </a:lnTo>
                <a:close/>
                <a:moveTo>
                  <a:pt x="481" y="11"/>
                </a:moveTo>
                <a:lnTo>
                  <a:pt x="481" y="11"/>
                </a:lnTo>
                <a:lnTo>
                  <a:pt x="527" y="10"/>
                </a:lnTo>
                <a:lnTo>
                  <a:pt x="551" y="10"/>
                </a:lnTo>
                <a:lnTo>
                  <a:pt x="573" y="11"/>
                </a:lnTo>
                <a:lnTo>
                  <a:pt x="594" y="12"/>
                </a:lnTo>
                <a:lnTo>
                  <a:pt x="617" y="17"/>
                </a:lnTo>
                <a:lnTo>
                  <a:pt x="637" y="21"/>
                </a:lnTo>
                <a:lnTo>
                  <a:pt x="655" y="27"/>
                </a:lnTo>
                <a:lnTo>
                  <a:pt x="655" y="27"/>
                </a:lnTo>
                <a:lnTo>
                  <a:pt x="660" y="31"/>
                </a:lnTo>
                <a:lnTo>
                  <a:pt x="665" y="36"/>
                </a:lnTo>
                <a:lnTo>
                  <a:pt x="667" y="42"/>
                </a:lnTo>
                <a:lnTo>
                  <a:pt x="669" y="49"/>
                </a:lnTo>
                <a:lnTo>
                  <a:pt x="669" y="49"/>
                </a:lnTo>
                <a:lnTo>
                  <a:pt x="637" y="41"/>
                </a:lnTo>
                <a:lnTo>
                  <a:pt x="603" y="35"/>
                </a:lnTo>
                <a:lnTo>
                  <a:pt x="568" y="29"/>
                </a:lnTo>
                <a:lnTo>
                  <a:pt x="533" y="25"/>
                </a:lnTo>
                <a:lnTo>
                  <a:pt x="496" y="21"/>
                </a:lnTo>
                <a:lnTo>
                  <a:pt x="458" y="19"/>
                </a:lnTo>
                <a:lnTo>
                  <a:pt x="419" y="18"/>
                </a:lnTo>
                <a:lnTo>
                  <a:pt x="379" y="18"/>
                </a:lnTo>
                <a:lnTo>
                  <a:pt x="379" y="18"/>
                </a:lnTo>
                <a:lnTo>
                  <a:pt x="372" y="18"/>
                </a:lnTo>
                <a:lnTo>
                  <a:pt x="367" y="17"/>
                </a:lnTo>
                <a:lnTo>
                  <a:pt x="367" y="17"/>
                </a:lnTo>
                <a:lnTo>
                  <a:pt x="395" y="14"/>
                </a:lnTo>
                <a:lnTo>
                  <a:pt x="423" y="12"/>
                </a:lnTo>
                <a:lnTo>
                  <a:pt x="481" y="11"/>
                </a:lnTo>
                <a:lnTo>
                  <a:pt x="481" y="11"/>
                </a:lnTo>
                <a:close/>
                <a:moveTo>
                  <a:pt x="252" y="38"/>
                </a:moveTo>
                <a:lnTo>
                  <a:pt x="252" y="38"/>
                </a:lnTo>
                <a:lnTo>
                  <a:pt x="253" y="77"/>
                </a:lnTo>
                <a:lnTo>
                  <a:pt x="254" y="116"/>
                </a:lnTo>
                <a:lnTo>
                  <a:pt x="256" y="156"/>
                </a:lnTo>
                <a:lnTo>
                  <a:pt x="256" y="175"/>
                </a:lnTo>
                <a:lnTo>
                  <a:pt x="254" y="195"/>
                </a:lnTo>
                <a:lnTo>
                  <a:pt x="254" y="195"/>
                </a:lnTo>
                <a:lnTo>
                  <a:pt x="253" y="201"/>
                </a:lnTo>
                <a:lnTo>
                  <a:pt x="249" y="208"/>
                </a:lnTo>
                <a:lnTo>
                  <a:pt x="243" y="212"/>
                </a:lnTo>
                <a:lnTo>
                  <a:pt x="236" y="215"/>
                </a:lnTo>
                <a:lnTo>
                  <a:pt x="236" y="215"/>
                </a:lnTo>
                <a:lnTo>
                  <a:pt x="212" y="218"/>
                </a:lnTo>
                <a:lnTo>
                  <a:pt x="187" y="220"/>
                </a:lnTo>
                <a:lnTo>
                  <a:pt x="135" y="220"/>
                </a:lnTo>
                <a:lnTo>
                  <a:pt x="81" y="220"/>
                </a:lnTo>
                <a:lnTo>
                  <a:pt x="56" y="222"/>
                </a:lnTo>
                <a:lnTo>
                  <a:pt x="31" y="223"/>
                </a:lnTo>
                <a:lnTo>
                  <a:pt x="31" y="223"/>
                </a:lnTo>
                <a:lnTo>
                  <a:pt x="35" y="216"/>
                </a:lnTo>
                <a:lnTo>
                  <a:pt x="38" y="212"/>
                </a:lnTo>
                <a:lnTo>
                  <a:pt x="41" y="209"/>
                </a:lnTo>
                <a:lnTo>
                  <a:pt x="42" y="209"/>
                </a:lnTo>
                <a:lnTo>
                  <a:pt x="42" y="208"/>
                </a:lnTo>
                <a:lnTo>
                  <a:pt x="42" y="208"/>
                </a:lnTo>
                <a:lnTo>
                  <a:pt x="65" y="181"/>
                </a:lnTo>
                <a:lnTo>
                  <a:pt x="87" y="157"/>
                </a:lnTo>
                <a:lnTo>
                  <a:pt x="112" y="133"/>
                </a:lnTo>
                <a:lnTo>
                  <a:pt x="138" y="112"/>
                </a:lnTo>
                <a:lnTo>
                  <a:pt x="191" y="70"/>
                </a:lnTo>
                <a:lnTo>
                  <a:pt x="244" y="28"/>
                </a:lnTo>
                <a:lnTo>
                  <a:pt x="244" y="28"/>
                </a:lnTo>
                <a:lnTo>
                  <a:pt x="247" y="28"/>
                </a:lnTo>
                <a:lnTo>
                  <a:pt x="250" y="29"/>
                </a:lnTo>
                <a:lnTo>
                  <a:pt x="252" y="32"/>
                </a:lnTo>
                <a:lnTo>
                  <a:pt x="252" y="38"/>
                </a:lnTo>
                <a:lnTo>
                  <a:pt x="252" y="38"/>
                </a:lnTo>
                <a:close/>
                <a:moveTo>
                  <a:pt x="27" y="198"/>
                </a:moveTo>
                <a:lnTo>
                  <a:pt x="27" y="198"/>
                </a:lnTo>
                <a:lnTo>
                  <a:pt x="48" y="170"/>
                </a:lnTo>
                <a:lnTo>
                  <a:pt x="70" y="145"/>
                </a:lnTo>
                <a:lnTo>
                  <a:pt x="94" y="121"/>
                </a:lnTo>
                <a:lnTo>
                  <a:pt x="119" y="100"/>
                </a:lnTo>
                <a:lnTo>
                  <a:pt x="146" y="79"/>
                </a:lnTo>
                <a:lnTo>
                  <a:pt x="173" y="59"/>
                </a:lnTo>
                <a:lnTo>
                  <a:pt x="229" y="19"/>
                </a:lnTo>
                <a:lnTo>
                  <a:pt x="229" y="19"/>
                </a:lnTo>
                <a:lnTo>
                  <a:pt x="236" y="17"/>
                </a:lnTo>
                <a:lnTo>
                  <a:pt x="236" y="17"/>
                </a:lnTo>
                <a:lnTo>
                  <a:pt x="240" y="15"/>
                </a:lnTo>
                <a:lnTo>
                  <a:pt x="242" y="17"/>
                </a:lnTo>
                <a:lnTo>
                  <a:pt x="240" y="17"/>
                </a:lnTo>
                <a:lnTo>
                  <a:pt x="237" y="21"/>
                </a:lnTo>
                <a:lnTo>
                  <a:pt x="237" y="21"/>
                </a:lnTo>
                <a:lnTo>
                  <a:pt x="214" y="41"/>
                </a:lnTo>
                <a:lnTo>
                  <a:pt x="188" y="60"/>
                </a:lnTo>
                <a:lnTo>
                  <a:pt x="141" y="98"/>
                </a:lnTo>
                <a:lnTo>
                  <a:pt x="117" y="118"/>
                </a:lnTo>
                <a:lnTo>
                  <a:pt x="94" y="138"/>
                </a:lnTo>
                <a:lnTo>
                  <a:pt x="73" y="160"/>
                </a:lnTo>
                <a:lnTo>
                  <a:pt x="52" y="183"/>
                </a:lnTo>
                <a:lnTo>
                  <a:pt x="52" y="183"/>
                </a:lnTo>
                <a:lnTo>
                  <a:pt x="37" y="201"/>
                </a:lnTo>
                <a:lnTo>
                  <a:pt x="20" y="218"/>
                </a:lnTo>
                <a:lnTo>
                  <a:pt x="20" y="218"/>
                </a:lnTo>
                <a:lnTo>
                  <a:pt x="21" y="213"/>
                </a:lnTo>
                <a:lnTo>
                  <a:pt x="25" y="208"/>
                </a:lnTo>
                <a:lnTo>
                  <a:pt x="29" y="204"/>
                </a:lnTo>
                <a:lnTo>
                  <a:pt x="32" y="199"/>
                </a:lnTo>
                <a:lnTo>
                  <a:pt x="32" y="199"/>
                </a:lnTo>
                <a:lnTo>
                  <a:pt x="29" y="201"/>
                </a:lnTo>
                <a:lnTo>
                  <a:pt x="28" y="201"/>
                </a:lnTo>
                <a:lnTo>
                  <a:pt x="27" y="199"/>
                </a:lnTo>
                <a:lnTo>
                  <a:pt x="27" y="198"/>
                </a:lnTo>
                <a:lnTo>
                  <a:pt x="27" y="198"/>
                </a:lnTo>
                <a:close/>
                <a:moveTo>
                  <a:pt x="222" y="227"/>
                </a:moveTo>
                <a:lnTo>
                  <a:pt x="222" y="227"/>
                </a:lnTo>
                <a:lnTo>
                  <a:pt x="236" y="225"/>
                </a:lnTo>
                <a:lnTo>
                  <a:pt x="249" y="222"/>
                </a:lnTo>
                <a:lnTo>
                  <a:pt x="249" y="222"/>
                </a:lnTo>
                <a:lnTo>
                  <a:pt x="252" y="220"/>
                </a:lnTo>
                <a:lnTo>
                  <a:pt x="252" y="220"/>
                </a:lnTo>
                <a:lnTo>
                  <a:pt x="253" y="225"/>
                </a:lnTo>
                <a:lnTo>
                  <a:pt x="252" y="232"/>
                </a:lnTo>
                <a:lnTo>
                  <a:pt x="250" y="234"/>
                </a:lnTo>
                <a:lnTo>
                  <a:pt x="249" y="237"/>
                </a:lnTo>
                <a:lnTo>
                  <a:pt x="246" y="239"/>
                </a:lnTo>
                <a:lnTo>
                  <a:pt x="242" y="240"/>
                </a:lnTo>
                <a:lnTo>
                  <a:pt x="242" y="240"/>
                </a:lnTo>
                <a:lnTo>
                  <a:pt x="191" y="242"/>
                </a:lnTo>
                <a:lnTo>
                  <a:pt x="136" y="242"/>
                </a:lnTo>
                <a:lnTo>
                  <a:pt x="24" y="240"/>
                </a:lnTo>
                <a:lnTo>
                  <a:pt x="24" y="240"/>
                </a:lnTo>
                <a:lnTo>
                  <a:pt x="17" y="240"/>
                </a:lnTo>
                <a:lnTo>
                  <a:pt x="11" y="237"/>
                </a:lnTo>
                <a:lnTo>
                  <a:pt x="11" y="237"/>
                </a:lnTo>
                <a:lnTo>
                  <a:pt x="37" y="234"/>
                </a:lnTo>
                <a:lnTo>
                  <a:pt x="62" y="233"/>
                </a:lnTo>
                <a:lnTo>
                  <a:pt x="117" y="232"/>
                </a:lnTo>
                <a:lnTo>
                  <a:pt x="170" y="230"/>
                </a:lnTo>
                <a:lnTo>
                  <a:pt x="197" y="229"/>
                </a:lnTo>
                <a:lnTo>
                  <a:pt x="222" y="227"/>
                </a:lnTo>
                <a:lnTo>
                  <a:pt x="222" y="227"/>
                </a:lnTo>
                <a:close/>
                <a:moveTo>
                  <a:pt x="15" y="368"/>
                </a:moveTo>
                <a:lnTo>
                  <a:pt x="15" y="368"/>
                </a:lnTo>
                <a:lnTo>
                  <a:pt x="13" y="338"/>
                </a:lnTo>
                <a:lnTo>
                  <a:pt x="13" y="309"/>
                </a:lnTo>
                <a:lnTo>
                  <a:pt x="13" y="278"/>
                </a:lnTo>
                <a:lnTo>
                  <a:pt x="11" y="249"/>
                </a:lnTo>
                <a:lnTo>
                  <a:pt x="11" y="249"/>
                </a:lnTo>
                <a:lnTo>
                  <a:pt x="73" y="250"/>
                </a:lnTo>
                <a:lnTo>
                  <a:pt x="133" y="251"/>
                </a:lnTo>
                <a:lnTo>
                  <a:pt x="253" y="249"/>
                </a:lnTo>
                <a:lnTo>
                  <a:pt x="253" y="249"/>
                </a:lnTo>
                <a:lnTo>
                  <a:pt x="259" y="237"/>
                </a:lnTo>
                <a:lnTo>
                  <a:pt x="263" y="226"/>
                </a:lnTo>
                <a:lnTo>
                  <a:pt x="264" y="213"/>
                </a:lnTo>
                <a:lnTo>
                  <a:pt x="266" y="199"/>
                </a:lnTo>
                <a:lnTo>
                  <a:pt x="266" y="199"/>
                </a:lnTo>
                <a:lnTo>
                  <a:pt x="267" y="157"/>
                </a:lnTo>
                <a:lnTo>
                  <a:pt x="266" y="115"/>
                </a:lnTo>
                <a:lnTo>
                  <a:pt x="263" y="71"/>
                </a:lnTo>
                <a:lnTo>
                  <a:pt x="261" y="28"/>
                </a:lnTo>
                <a:lnTo>
                  <a:pt x="261" y="28"/>
                </a:lnTo>
                <a:lnTo>
                  <a:pt x="263" y="25"/>
                </a:lnTo>
                <a:lnTo>
                  <a:pt x="266" y="24"/>
                </a:lnTo>
                <a:lnTo>
                  <a:pt x="266" y="24"/>
                </a:lnTo>
                <a:lnTo>
                  <a:pt x="327" y="25"/>
                </a:lnTo>
                <a:lnTo>
                  <a:pt x="360" y="25"/>
                </a:lnTo>
                <a:lnTo>
                  <a:pt x="391" y="27"/>
                </a:lnTo>
                <a:lnTo>
                  <a:pt x="391" y="27"/>
                </a:lnTo>
                <a:lnTo>
                  <a:pt x="459" y="31"/>
                </a:lnTo>
                <a:lnTo>
                  <a:pt x="531" y="36"/>
                </a:lnTo>
                <a:lnTo>
                  <a:pt x="566" y="41"/>
                </a:lnTo>
                <a:lnTo>
                  <a:pt x="600" y="46"/>
                </a:lnTo>
                <a:lnTo>
                  <a:pt x="634" y="52"/>
                </a:lnTo>
                <a:lnTo>
                  <a:pt x="665" y="62"/>
                </a:lnTo>
                <a:lnTo>
                  <a:pt x="665" y="62"/>
                </a:lnTo>
                <a:lnTo>
                  <a:pt x="669" y="63"/>
                </a:lnTo>
                <a:lnTo>
                  <a:pt x="672" y="66"/>
                </a:lnTo>
                <a:lnTo>
                  <a:pt x="676" y="74"/>
                </a:lnTo>
                <a:lnTo>
                  <a:pt x="677" y="84"/>
                </a:lnTo>
                <a:lnTo>
                  <a:pt x="679" y="94"/>
                </a:lnTo>
                <a:lnTo>
                  <a:pt x="679" y="94"/>
                </a:lnTo>
                <a:lnTo>
                  <a:pt x="690" y="270"/>
                </a:lnTo>
                <a:lnTo>
                  <a:pt x="694" y="357"/>
                </a:lnTo>
                <a:lnTo>
                  <a:pt x="697" y="444"/>
                </a:lnTo>
                <a:lnTo>
                  <a:pt x="700" y="531"/>
                </a:lnTo>
                <a:lnTo>
                  <a:pt x="701" y="620"/>
                </a:lnTo>
                <a:lnTo>
                  <a:pt x="700" y="708"/>
                </a:lnTo>
                <a:lnTo>
                  <a:pt x="697" y="798"/>
                </a:lnTo>
                <a:lnTo>
                  <a:pt x="697" y="798"/>
                </a:lnTo>
                <a:lnTo>
                  <a:pt x="696" y="816"/>
                </a:lnTo>
                <a:lnTo>
                  <a:pt x="691" y="832"/>
                </a:lnTo>
                <a:lnTo>
                  <a:pt x="684" y="846"/>
                </a:lnTo>
                <a:lnTo>
                  <a:pt x="682" y="851"/>
                </a:lnTo>
                <a:lnTo>
                  <a:pt x="676" y="856"/>
                </a:lnTo>
                <a:lnTo>
                  <a:pt x="676" y="856"/>
                </a:lnTo>
                <a:lnTo>
                  <a:pt x="673" y="858"/>
                </a:lnTo>
                <a:lnTo>
                  <a:pt x="669" y="860"/>
                </a:lnTo>
                <a:lnTo>
                  <a:pt x="660" y="861"/>
                </a:lnTo>
                <a:lnTo>
                  <a:pt x="653" y="863"/>
                </a:lnTo>
                <a:lnTo>
                  <a:pt x="646" y="864"/>
                </a:lnTo>
                <a:lnTo>
                  <a:pt x="651" y="865"/>
                </a:lnTo>
                <a:lnTo>
                  <a:pt x="651" y="865"/>
                </a:lnTo>
                <a:lnTo>
                  <a:pt x="578" y="868"/>
                </a:lnTo>
                <a:lnTo>
                  <a:pt x="503" y="870"/>
                </a:lnTo>
                <a:lnTo>
                  <a:pt x="430" y="870"/>
                </a:lnTo>
                <a:lnTo>
                  <a:pt x="356" y="870"/>
                </a:lnTo>
                <a:lnTo>
                  <a:pt x="208" y="865"/>
                </a:lnTo>
                <a:lnTo>
                  <a:pt x="59" y="861"/>
                </a:lnTo>
                <a:lnTo>
                  <a:pt x="59" y="861"/>
                </a:lnTo>
                <a:lnTo>
                  <a:pt x="48" y="860"/>
                </a:lnTo>
                <a:lnTo>
                  <a:pt x="42" y="858"/>
                </a:lnTo>
                <a:lnTo>
                  <a:pt x="38" y="856"/>
                </a:lnTo>
                <a:lnTo>
                  <a:pt x="34" y="851"/>
                </a:lnTo>
                <a:lnTo>
                  <a:pt x="29" y="847"/>
                </a:lnTo>
                <a:lnTo>
                  <a:pt x="28" y="843"/>
                </a:lnTo>
                <a:lnTo>
                  <a:pt x="27" y="837"/>
                </a:lnTo>
                <a:lnTo>
                  <a:pt x="27" y="837"/>
                </a:lnTo>
                <a:lnTo>
                  <a:pt x="20" y="781"/>
                </a:lnTo>
                <a:lnTo>
                  <a:pt x="15" y="722"/>
                </a:lnTo>
                <a:lnTo>
                  <a:pt x="14" y="663"/>
                </a:lnTo>
                <a:lnTo>
                  <a:pt x="13" y="604"/>
                </a:lnTo>
                <a:lnTo>
                  <a:pt x="14" y="485"/>
                </a:lnTo>
                <a:lnTo>
                  <a:pt x="15" y="368"/>
                </a:lnTo>
                <a:lnTo>
                  <a:pt x="15" y="368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1885315" y="3469005"/>
            <a:ext cx="11303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dirty="0">
                <a:solidFill>
                  <a:schemeClr val="bg1"/>
                </a:solidFill>
                <a:latin typeface="方正静蕾简体" pitchFamily="2" charset="-122"/>
                <a:ea typeface="方正静蕾简体" pitchFamily="2" charset="-122"/>
                <a:sym typeface="+mn-ea"/>
              </a:rPr>
              <a:t>更多样的解谜方式</a:t>
            </a:r>
            <a:endParaRPr lang="zh-CN" altLang="en-US" dirty="0">
              <a:solidFill>
                <a:schemeClr val="bg1"/>
              </a:solidFill>
              <a:latin typeface="方正静蕾简体" pitchFamily="2" charset="-122"/>
              <a:ea typeface="方正静蕾简体" pitchFamily="2" charset="-122"/>
            </a:endParaRPr>
          </a:p>
          <a:p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4217035" y="1389380"/>
            <a:ext cx="11303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dirty="0">
                <a:solidFill>
                  <a:schemeClr val="bg1"/>
                </a:solidFill>
                <a:latin typeface="方正静蕾简体" pitchFamily="2" charset="-122"/>
                <a:ea typeface="方正静蕾简体" pitchFamily="2" charset="-122"/>
                <a:sym typeface="+mn-ea"/>
              </a:rPr>
              <a:t>更富有美感的场景切换</a:t>
            </a:r>
            <a:endParaRPr lang="zh-CN" altLang="en-US" dirty="0">
              <a:solidFill>
                <a:schemeClr val="bg1"/>
              </a:solidFill>
              <a:latin typeface="方正静蕾简体" pitchFamily="2" charset="-122"/>
              <a:ea typeface="方正静蕾简体" pitchFamily="2" charset="-122"/>
              <a:sym typeface="+mn-ea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4217035" y="3517900"/>
            <a:ext cx="11303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dirty="0">
                <a:solidFill>
                  <a:schemeClr val="bg1"/>
                </a:solidFill>
                <a:latin typeface="方正静蕾简体" pitchFamily="2" charset="-122"/>
                <a:ea typeface="方正静蕾简体" pitchFamily="2" charset="-122"/>
                <a:sym typeface="+mn-ea"/>
              </a:rPr>
              <a:t>实现游戏进程存档</a:t>
            </a:r>
            <a:endParaRPr lang="zh-CN" altLang="en-US" dirty="0">
              <a:solidFill>
                <a:schemeClr val="bg1"/>
              </a:solidFill>
              <a:latin typeface="方正静蕾简体" pitchFamily="2" charset="-122"/>
              <a:ea typeface="方正静蕾简体" pitchFamily="2" charset="-122"/>
              <a:sym typeface="+mn-ea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330315" y="1482090"/>
            <a:ext cx="11303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dirty="0">
                <a:solidFill>
                  <a:schemeClr val="bg1"/>
                </a:solidFill>
                <a:latin typeface="方正静蕾简体" pitchFamily="2" charset="-122"/>
                <a:ea typeface="方正静蕾简体" pitchFamily="2" charset="-122"/>
                <a:sym typeface="+mn-ea"/>
              </a:rPr>
              <a:t>实现</a:t>
            </a:r>
            <a:r>
              <a:rPr lang="zh-CN" altLang="en-US" dirty="0">
                <a:solidFill>
                  <a:schemeClr val="bg1"/>
                </a:solidFill>
                <a:latin typeface="方正静蕾简体" pitchFamily="2" charset="-122"/>
                <a:ea typeface="方正静蕾简体" pitchFamily="2" charset="-122"/>
                <a:sym typeface="+mn-ea"/>
              </a:rPr>
              <a:t>背包系统开发</a:t>
            </a:r>
            <a:endParaRPr lang="zh-CN" altLang="en-US" dirty="0">
              <a:solidFill>
                <a:schemeClr val="bg1"/>
              </a:solidFill>
              <a:latin typeface="方正静蕾简体" pitchFamily="2" charset="-122"/>
              <a:ea typeface="方正静蕾简体" pitchFamily="2" charset="-122"/>
              <a:sym typeface="+mn-ea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6404610" y="3379470"/>
            <a:ext cx="11303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dirty="0">
                <a:solidFill>
                  <a:schemeClr val="bg1"/>
                </a:solidFill>
                <a:latin typeface="方正静蕾简体" pitchFamily="2" charset="-122"/>
                <a:ea typeface="方正静蕾简体" pitchFamily="2" charset="-122"/>
                <a:sym typeface="+mn-ea"/>
              </a:rPr>
              <a:t>实现</a:t>
            </a:r>
            <a:r>
              <a:rPr lang="zh-CN" altLang="en-US" dirty="0">
                <a:solidFill>
                  <a:schemeClr val="bg1"/>
                </a:solidFill>
                <a:latin typeface="方正静蕾简体" pitchFamily="2" charset="-122"/>
                <a:ea typeface="方正静蕾简体" pitchFamily="2" charset="-122"/>
                <a:sym typeface="+mn-ea"/>
              </a:rPr>
              <a:t>历史剧情回顾与查看</a:t>
            </a:r>
            <a:endParaRPr lang="zh-CN" altLang="en-US" dirty="0">
              <a:solidFill>
                <a:schemeClr val="bg1"/>
              </a:solidFill>
              <a:latin typeface="方正静蕾简体" pitchFamily="2" charset="-122"/>
              <a:ea typeface="方正静蕾简体" pitchFamily="2" charset="-122"/>
              <a:sym typeface="+mn-ea"/>
            </a:endParaRPr>
          </a:p>
        </p:txBody>
      </p:sp>
      <p:pic>
        <p:nvPicPr>
          <p:cNvPr id="30" name="图片 29" descr="小钥匙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115" y="192405"/>
            <a:ext cx="650240" cy="5981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3250">
        <p15:prstTrans prst="origami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5BFF4E81355FE23B8CC9B16E33FFF35F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56325" y="573405"/>
            <a:ext cx="2990850" cy="4570095"/>
          </a:xfrm>
          <a:prstGeom prst="rect">
            <a:avLst/>
          </a:prstGeom>
        </p:spPr>
      </p:pic>
      <p:pic>
        <p:nvPicPr>
          <p:cNvPr id="15" name="图片 14" descr="gir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0975" y="781685"/>
            <a:ext cx="2837180" cy="4361815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2374900" y="335280"/>
            <a:ext cx="4551045" cy="2221849"/>
            <a:chOff x="2672674" y="1116447"/>
            <a:chExt cx="1350341" cy="1230304"/>
          </a:xfrm>
        </p:grpSpPr>
        <p:grpSp>
          <p:nvGrpSpPr>
            <p:cNvPr id="7" name="组合 6"/>
            <p:cNvGrpSpPr/>
            <p:nvPr/>
          </p:nvGrpSpPr>
          <p:grpSpPr>
            <a:xfrm>
              <a:off x="2672674" y="1116447"/>
              <a:ext cx="1346196" cy="1230304"/>
              <a:chOff x="5680075" y="127000"/>
              <a:chExt cx="952501" cy="796925"/>
            </a:xfrm>
          </p:grpSpPr>
          <p:sp>
            <p:nvSpPr>
              <p:cNvPr id="8" name="Freeform 168"/>
              <p:cNvSpPr/>
              <p:nvPr/>
            </p:nvSpPr>
            <p:spPr bwMode="auto">
              <a:xfrm>
                <a:off x="5703888" y="127000"/>
                <a:ext cx="928688" cy="622300"/>
              </a:xfrm>
              <a:custGeom>
                <a:avLst/>
                <a:gdLst/>
                <a:ahLst/>
                <a:cxnLst>
                  <a:cxn ang="0">
                    <a:pos x="1149" y="257"/>
                  </a:cxn>
                  <a:cxn ang="0">
                    <a:pos x="1077" y="149"/>
                  </a:cxn>
                  <a:cxn ang="0">
                    <a:pos x="1000" y="90"/>
                  </a:cxn>
                  <a:cxn ang="0">
                    <a:pos x="992" y="95"/>
                  </a:cxn>
                  <a:cxn ang="0">
                    <a:pos x="1050" y="146"/>
                  </a:cxn>
                  <a:cxn ang="0">
                    <a:pos x="1118" y="233"/>
                  </a:cxn>
                  <a:cxn ang="0">
                    <a:pos x="1144" y="300"/>
                  </a:cxn>
                  <a:cxn ang="0">
                    <a:pos x="1150" y="354"/>
                  </a:cxn>
                  <a:cxn ang="0">
                    <a:pos x="1140" y="437"/>
                  </a:cxn>
                  <a:cxn ang="0">
                    <a:pos x="1082" y="555"/>
                  </a:cxn>
                  <a:cxn ang="0">
                    <a:pos x="1032" y="607"/>
                  </a:cxn>
                  <a:cxn ang="0">
                    <a:pos x="903" y="688"/>
                  </a:cxn>
                  <a:cxn ang="0">
                    <a:pos x="797" y="725"/>
                  </a:cxn>
                  <a:cxn ang="0">
                    <a:pos x="641" y="758"/>
                  </a:cxn>
                  <a:cxn ang="0">
                    <a:pos x="484" y="763"/>
                  </a:cxn>
                  <a:cxn ang="0">
                    <a:pos x="368" y="747"/>
                  </a:cxn>
                  <a:cxn ang="0">
                    <a:pos x="221" y="693"/>
                  </a:cxn>
                  <a:cxn ang="0">
                    <a:pos x="121" y="624"/>
                  </a:cxn>
                  <a:cxn ang="0">
                    <a:pos x="65" y="562"/>
                  </a:cxn>
                  <a:cxn ang="0">
                    <a:pos x="29" y="490"/>
                  </a:cxn>
                  <a:cxn ang="0">
                    <a:pos x="21" y="408"/>
                  </a:cxn>
                  <a:cxn ang="0">
                    <a:pos x="33" y="351"/>
                  </a:cxn>
                  <a:cxn ang="0">
                    <a:pos x="69" y="279"/>
                  </a:cxn>
                  <a:cxn ang="0">
                    <a:pos x="165" y="174"/>
                  </a:cxn>
                  <a:cxn ang="0">
                    <a:pos x="268" y="107"/>
                  </a:cxn>
                  <a:cxn ang="0">
                    <a:pos x="430" y="48"/>
                  </a:cxn>
                  <a:cxn ang="0">
                    <a:pos x="558" y="25"/>
                  </a:cxn>
                  <a:cxn ang="0">
                    <a:pos x="743" y="22"/>
                  </a:cxn>
                  <a:cxn ang="0">
                    <a:pos x="877" y="53"/>
                  </a:cxn>
                  <a:cxn ang="0">
                    <a:pos x="884" y="45"/>
                  </a:cxn>
                  <a:cxn ang="0">
                    <a:pos x="859" y="33"/>
                  </a:cxn>
                  <a:cxn ang="0">
                    <a:pos x="707" y="2"/>
                  </a:cxn>
                  <a:cxn ang="0">
                    <a:pos x="530" y="9"/>
                  </a:cxn>
                  <a:cxn ang="0">
                    <a:pos x="406" y="33"/>
                  </a:cxn>
                  <a:cxn ang="0">
                    <a:pos x="249" y="94"/>
                  </a:cxn>
                  <a:cxn ang="0">
                    <a:pos x="150" y="159"/>
                  </a:cxn>
                  <a:cxn ang="0">
                    <a:pos x="51" y="272"/>
                  </a:cxn>
                  <a:cxn ang="0">
                    <a:pos x="16" y="339"/>
                  </a:cxn>
                  <a:cxn ang="0">
                    <a:pos x="0" y="411"/>
                  </a:cxn>
                  <a:cxn ang="0">
                    <a:pos x="6" y="483"/>
                  </a:cxn>
                  <a:cxn ang="0">
                    <a:pos x="34" y="549"/>
                  </a:cxn>
                  <a:cxn ang="0">
                    <a:pos x="77" y="609"/>
                  </a:cxn>
                  <a:cxn ang="0">
                    <a:pos x="164" y="684"/>
                  </a:cxn>
                  <a:cxn ang="0">
                    <a:pos x="301" y="750"/>
                  </a:cxn>
                  <a:cxn ang="0">
                    <a:pos x="450" y="781"/>
                  </a:cxn>
                  <a:cxn ang="0">
                    <a:pos x="604" y="783"/>
                  </a:cxn>
                  <a:cxn ang="0">
                    <a:pos x="715" y="768"/>
                  </a:cxn>
                  <a:cxn ang="0">
                    <a:pos x="859" y="725"/>
                  </a:cxn>
                  <a:cxn ang="0">
                    <a:pos x="959" y="681"/>
                  </a:cxn>
                  <a:cxn ang="0">
                    <a:pos x="1068" y="598"/>
                  </a:cxn>
                  <a:cxn ang="0">
                    <a:pos x="1131" y="514"/>
                  </a:cxn>
                  <a:cxn ang="0">
                    <a:pos x="1165" y="405"/>
                  </a:cxn>
                  <a:cxn ang="0">
                    <a:pos x="1158" y="290"/>
                  </a:cxn>
                </a:cxnLst>
                <a:rect l="0" t="0" r="r" b="b"/>
                <a:pathLst>
                  <a:path w="1168" h="784">
                    <a:moveTo>
                      <a:pt x="1158" y="290"/>
                    </a:moveTo>
                    <a:lnTo>
                      <a:pt x="1158" y="290"/>
                    </a:lnTo>
                    <a:lnTo>
                      <a:pt x="1155" y="274"/>
                    </a:lnTo>
                    <a:lnTo>
                      <a:pt x="1149" y="257"/>
                    </a:lnTo>
                    <a:lnTo>
                      <a:pt x="1136" y="228"/>
                    </a:lnTo>
                    <a:lnTo>
                      <a:pt x="1119" y="200"/>
                    </a:lnTo>
                    <a:lnTo>
                      <a:pt x="1100" y="174"/>
                    </a:lnTo>
                    <a:lnTo>
                      <a:pt x="1077" y="149"/>
                    </a:lnTo>
                    <a:lnTo>
                      <a:pt x="1054" y="128"/>
                    </a:lnTo>
                    <a:lnTo>
                      <a:pt x="1028" y="107"/>
                    </a:lnTo>
                    <a:lnTo>
                      <a:pt x="1000" y="90"/>
                    </a:lnTo>
                    <a:lnTo>
                      <a:pt x="1000" y="90"/>
                    </a:lnTo>
                    <a:lnTo>
                      <a:pt x="996" y="89"/>
                    </a:lnTo>
                    <a:lnTo>
                      <a:pt x="995" y="89"/>
                    </a:lnTo>
                    <a:lnTo>
                      <a:pt x="993" y="92"/>
                    </a:lnTo>
                    <a:lnTo>
                      <a:pt x="992" y="95"/>
                    </a:lnTo>
                    <a:lnTo>
                      <a:pt x="995" y="99"/>
                    </a:lnTo>
                    <a:lnTo>
                      <a:pt x="995" y="99"/>
                    </a:lnTo>
                    <a:lnTo>
                      <a:pt x="1024" y="121"/>
                    </a:lnTo>
                    <a:lnTo>
                      <a:pt x="1050" y="146"/>
                    </a:lnTo>
                    <a:lnTo>
                      <a:pt x="1077" y="172"/>
                    </a:lnTo>
                    <a:lnTo>
                      <a:pt x="1098" y="202"/>
                    </a:lnTo>
                    <a:lnTo>
                      <a:pt x="1108" y="216"/>
                    </a:lnTo>
                    <a:lnTo>
                      <a:pt x="1118" y="233"/>
                    </a:lnTo>
                    <a:lnTo>
                      <a:pt x="1126" y="249"/>
                    </a:lnTo>
                    <a:lnTo>
                      <a:pt x="1132" y="265"/>
                    </a:lnTo>
                    <a:lnTo>
                      <a:pt x="1139" y="282"/>
                    </a:lnTo>
                    <a:lnTo>
                      <a:pt x="1144" y="300"/>
                    </a:lnTo>
                    <a:lnTo>
                      <a:pt x="1147" y="318"/>
                    </a:lnTo>
                    <a:lnTo>
                      <a:pt x="1150" y="337"/>
                    </a:lnTo>
                    <a:lnTo>
                      <a:pt x="1150" y="337"/>
                    </a:lnTo>
                    <a:lnTo>
                      <a:pt x="1150" y="354"/>
                    </a:lnTo>
                    <a:lnTo>
                      <a:pt x="1150" y="370"/>
                    </a:lnTo>
                    <a:lnTo>
                      <a:pt x="1150" y="388"/>
                    </a:lnTo>
                    <a:lnTo>
                      <a:pt x="1149" y="405"/>
                    </a:lnTo>
                    <a:lnTo>
                      <a:pt x="1140" y="437"/>
                    </a:lnTo>
                    <a:lnTo>
                      <a:pt x="1131" y="468"/>
                    </a:lnTo>
                    <a:lnTo>
                      <a:pt x="1118" y="499"/>
                    </a:lnTo>
                    <a:lnTo>
                      <a:pt x="1101" y="529"/>
                    </a:lnTo>
                    <a:lnTo>
                      <a:pt x="1082" y="555"/>
                    </a:lnTo>
                    <a:lnTo>
                      <a:pt x="1060" y="581"/>
                    </a:lnTo>
                    <a:lnTo>
                      <a:pt x="1060" y="581"/>
                    </a:lnTo>
                    <a:lnTo>
                      <a:pt x="1047" y="594"/>
                    </a:lnTo>
                    <a:lnTo>
                      <a:pt x="1032" y="607"/>
                    </a:lnTo>
                    <a:lnTo>
                      <a:pt x="1003" y="632"/>
                    </a:lnTo>
                    <a:lnTo>
                      <a:pt x="972" y="652"/>
                    </a:lnTo>
                    <a:lnTo>
                      <a:pt x="938" y="671"/>
                    </a:lnTo>
                    <a:lnTo>
                      <a:pt x="903" y="688"/>
                    </a:lnTo>
                    <a:lnTo>
                      <a:pt x="869" y="701"/>
                    </a:lnTo>
                    <a:lnTo>
                      <a:pt x="833" y="714"/>
                    </a:lnTo>
                    <a:lnTo>
                      <a:pt x="797" y="725"/>
                    </a:lnTo>
                    <a:lnTo>
                      <a:pt x="797" y="725"/>
                    </a:lnTo>
                    <a:lnTo>
                      <a:pt x="758" y="737"/>
                    </a:lnTo>
                    <a:lnTo>
                      <a:pt x="720" y="745"/>
                    </a:lnTo>
                    <a:lnTo>
                      <a:pt x="681" y="753"/>
                    </a:lnTo>
                    <a:lnTo>
                      <a:pt x="641" y="758"/>
                    </a:lnTo>
                    <a:lnTo>
                      <a:pt x="602" y="761"/>
                    </a:lnTo>
                    <a:lnTo>
                      <a:pt x="563" y="765"/>
                    </a:lnTo>
                    <a:lnTo>
                      <a:pt x="524" y="765"/>
                    </a:lnTo>
                    <a:lnTo>
                      <a:pt x="484" y="763"/>
                    </a:lnTo>
                    <a:lnTo>
                      <a:pt x="484" y="763"/>
                    </a:lnTo>
                    <a:lnTo>
                      <a:pt x="445" y="760"/>
                    </a:lnTo>
                    <a:lnTo>
                      <a:pt x="406" y="755"/>
                    </a:lnTo>
                    <a:lnTo>
                      <a:pt x="368" y="747"/>
                    </a:lnTo>
                    <a:lnTo>
                      <a:pt x="330" y="737"/>
                    </a:lnTo>
                    <a:lnTo>
                      <a:pt x="293" y="724"/>
                    </a:lnTo>
                    <a:lnTo>
                      <a:pt x="257" y="709"/>
                    </a:lnTo>
                    <a:lnTo>
                      <a:pt x="221" y="693"/>
                    </a:lnTo>
                    <a:lnTo>
                      <a:pt x="186" y="673"/>
                    </a:lnTo>
                    <a:lnTo>
                      <a:pt x="186" y="673"/>
                    </a:lnTo>
                    <a:lnTo>
                      <a:pt x="154" y="650"/>
                    </a:lnTo>
                    <a:lnTo>
                      <a:pt x="121" y="624"/>
                    </a:lnTo>
                    <a:lnTo>
                      <a:pt x="106" y="609"/>
                    </a:lnTo>
                    <a:lnTo>
                      <a:pt x="92" y="594"/>
                    </a:lnTo>
                    <a:lnTo>
                      <a:pt x="78" y="578"/>
                    </a:lnTo>
                    <a:lnTo>
                      <a:pt x="65" y="562"/>
                    </a:lnTo>
                    <a:lnTo>
                      <a:pt x="56" y="545"/>
                    </a:lnTo>
                    <a:lnTo>
                      <a:pt x="46" y="527"/>
                    </a:lnTo>
                    <a:lnTo>
                      <a:pt x="38" y="509"/>
                    </a:lnTo>
                    <a:lnTo>
                      <a:pt x="29" y="490"/>
                    </a:lnTo>
                    <a:lnTo>
                      <a:pt x="24" y="470"/>
                    </a:lnTo>
                    <a:lnTo>
                      <a:pt x="21" y="450"/>
                    </a:lnTo>
                    <a:lnTo>
                      <a:pt x="21" y="429"/>
                    </a:lnTo>
                    <a:lnTo>
                      <a:pt x="21" y="408"/>
                    </a:lnTo>
                    <a:lnTo>
                      <a:pt x="21" y="408"/>
                    </a:lnTo>
                    <a:lnTo>
                      <a:pt x="23" y="388"/>
                    </a:lnTo>
                    <a:lnTo>
                      <a:pt x="28" y="369"/>
                    </a:lnTo>
                    <a:lnTo>
                      <a:pt x="33" y="351"/>
                    </a:lnTo>
                    <a:lnTo>
                      <a:pt x="41" y="331"/>
                    </a:lnTo>
                    <a:lnTo>
                      <a:pt x="49" y="313"/>
                    </a:lnTo>
                    <a:lnTo>
                      <a:pt x="57" y="295"/>
                    </a:lnTo>
                    <a:lnTo>
                      <a:pt x="69" y="279"/>
                    </a:lnTo>
                    <a:lnTo>
                      <a:pt x="80" y="262"/>
                    </a:lnTo>
                    <a:lnTo>
                      <a:pt x="106" y="229"/>
                    </a:lnTo>
                    <a:lnTo>
                      <a:pt x="134" y="202"/>
                    </a:lnTo>
                    <a:lnTo>
                      <a:pt x="165" y="174"/>
                    </a:lnTo>
                    <a:lnTo>
                      <a:pt x="195" y="151"/>
                    </a:lnTo>
                    <a:lnTo>
                      <a:pt x="195" y="151"/>
                    </a:lnTo>
                    <a:lnTo>
                      <a:pt x="231" y="126"/>
                    </a:lnTo>
                    <a:lnTo>
                      <a:pt x="268" y="107"/>
                    </a:lnTo>
                    <a:lnTo>
                      <a:pt x="308" y="89"/>
                    </a:lnTo>
                    <a:lnTo>
                      <a:pt x="347" y="72"/>
                    </a:lnTo>
                    <a:lnTo>
                      <a:pt x="388" y="59"/>
                    </a:lnTo>
                    <a:lnTo>
                      <a:pt x="430" y="48"/>
                    </a:lnTo>
                    <a:lnTo>
                      <a:pt x="471" y="40"/>
                    </a:lnTo>
                    <a:lnTo>
                      <a:pt x="514" y="31"/>
                    </a:lnTo>
                    <a:lnTo>
                      <a:pt x="514" y="31"/>
                    </a:lnTo>
                    <a:lnTo>
                      <a:pt x="558" y="25"/>
                    </a:lnTo>
                    <a:lnTo>
                      <a:pt x="604" y="20"/>
                    </a:lnTo>
                    <a:lnTo>
                      <a:pt x="651" y="18"/>
                    </a:lnTo>
                    <a:lnTo>
                      <a:pt x="697" y="18"/>
                    </a:lnTo>
                    <a:lnTo>
                      <a:pt x="743" y="22"/>
                    </a:lnTo>
                    <a:lnTo>
                      <a:pt x="789" y="28"/>
                    </a:lnTo>
                    <a:lnTo>
                      <a:pt x="833" y="40"/>
                    </a:lnTo>
                    <a:lnTo>
                      <a:pt x="877" y="53"/>
                    </a:lnTo>
                    <a:lnTo>
                      <a:pt x="877" y="53"/>
                    </a:lnTo>
                    <a:lnTo>
                      <a:pt x="879" y="53"/>
                    </a:lnTo>
                    <a:lnTo>
                      <a:pt x="882" y="53"/>
                    </a:lnTo>
                    <a:lnTo>
                      <a:pt x="884" y="49"/>
                    </a:lnTo>
                    <a:lnTo>
                      <a:pt x="884" y="45"/>
                    </a:lnTo>
                    <a:lnTo>
                      <a:pt x="882" y="43"/>
                    </a:lnTo>
                    <a:lnTo>
                      <a:pt x="880" y="41"/>
                    </a:lnTo>
                    <a:lnTo>
                      <a:pt x="880" y="41"/>
                    </a:lnTo>
                    <a:lnTo>
                      <a:pt x="859" y="33"/>
                    </a:lnTo>
                    <a:lnTo>
                      <a:pt x="838" y="25"/>
                    </a:lnTo>
                    <a:lnTo>
                      <a:pt x="795" y="13"/>
                    </a:lnTo>
                    <a:lnTo>
                      <a:pt x="751" y="7"/>
                    </a:lnTo>
                    <a:lnTo>
                      <a:pt x="707" y="2"/>
                    </a:lnTo>
                    <a:lnTo>
                      <a:pt x="663" y="0"/>
                    </a:lnTo>
                    <a:lnTo>
                      <a:pt x="618" y="0"/>
                    </a:lnTo>
                    <a:lnTo>
                      <a:pt x="574" y="4"/>
                    </a:lnTo>
                    <a:lnTo>
                      <a:pt x="530" y="9"/>
                    </a:lnTo>
                    <a:lnTo>
                      <a:pt x="530" y="9"/>
                    </a:lnTo>
                    <a:lnTo>
                      <a:pt x="489" y="15"/>
                    </a:lnTo>
                    <a:lnTo>
                      <a:pt x="447" y="23"/>
                    </a:lnTo>
                    <a:lnTo>
                      <a:pt x="406" y="33"/>
                    </a:lnTo>
                    <a:lnTo>
                      <a:pt x="365" y="46"/>
                    </a:lnTo>
                    <a:lnTo>
                      <a:pt x="326" y="59"/>
                    </a:lnTo>
                    <a:lnTo>
                      <a:pt x="286" y="76"/>
                    </a:lnTo>
                    <a:lnTo>
                      <a:pt x="249" y="94"/>
                    </a:lnTo>
                    <a:lnTo>
                      <a:pt x="211" y="115"/>
                    </a:lnTo>
                    <a:lnTo>
                      <a:pt x="211" y="115"/>
                    </a:lnTo>
                    <a:lnTo>
                      <a:pt x="180" y="136"/>
                    </a:lnTo>
                    <a:lnTo>
                      <a:pt x="150" y="159"/>
                    </a:lnTo>
                    <a:lnTo>
                      <a:pt x="123" y="184"/>
                    </a:lnTo>
                    <a:lnTo>
                      <a:pt x="96" y="211"/>
                    </a:lnTo>
                    <a:lnTo>
                      <a:pt x="72" y="241"/>
                    </a:lnTo>
                    <a:lnTo>
                      <a:pt x="51" y="272"/>
                    </a:lnTo>
                    <a:lnTo>
                      <a:pt x="31" y="305"/>
                    </a:lnTo>
                    <a:lnTo>
                      <a:pt x="23" y="321"/>
                    </a:lnTo>
                    <a:lnTo>
                      <a:pt x="16" y="339"/>
                    </a:lnTo>
                    <a:lnTo>
                      <a:pt x="16" y="339"/>
                    </a:lnTo>
                    <a:lnTo>
                      <a:pt x="10" y="357"/>
                    </a:lnTo>
                    <a:lnTo>
                      <a:pt x="5" y="375"/>
                    </a:lnTo>
                    <a:lnTo>
                      <a:pt x="2" y="393"/>
                    </a:lnTo>
                    <a:lnTo>
                      <a:pt x="0" y="411"/>
                    </a:lnTo>
                    <a:lnTo>
                      <a:pt x="0" y="429"/>
                    </a:lnTo>
                    <a:lnTo>
                      <a:pt x="2" y="447"/>
                    </a:lnTo>
                    <a:lnTo>
                      <a:pt x="3" y="465"/>
                    </a:lnTo>
                    <a:lnTo>
                      <a:pt x="6" y="483"/>
                    </a:lnTo>
                    <a:lnTo>
                      <a:pt x="11" y="499"/>
                    </a:lnTo>
                    <a:lnTo>
                      <a:pt x="18" y="516"/>
                    </a:lnTo>
                    <a:lnTo>
                      <a:pt x="24" y="534"/>
                    </a:lnTo>
                    <a:lnTo>
                      <a:pt x="34" y="549"/>
                    </a:lnTo>
                    <a:lnTo>
                      <a:pt x="42" y="565"/>
                    </a:lnTo>
                    <a:lnTo>
                      <a:pt x="54" y="580"/>
                    </a:lnTo>
                    <a:lnTo>
                      <a:pt x="65" y="596"/>
                    </a:lnTo>
                    <a:lnTo>
                      <a:pt x="77" y="609"/>
                    </a:lnTo>
                    <a:lnTo>
                      <a:pt x="77" y="609"/>
                    </a:lnTo>
                    <a:lnTo>
                      <a:pt x="105" y="637"/>
                    </a:lnTo>
                    <a:lnTo>
                      <a:pt x="134" y="661"/>
                    </a:lnTo>
                    <a:lnTo>
                      <a:pt x="164" y="684"/>
                    </a:lnTo>
                    <a:lnTo>
                      <a:pt x="196" y="704"/>
                    </a:lnTo>
                    <a:lnTo>
                      <a:pt x="231" y="722"/>
                    </a:lnTo>
                    <a:lnTo>
                      <a:pt x="265" y="737"/>
                    </a:lnTo>
                    <a:lnTo>
                      <a:pt x="301" y="750"/>
                    </a:lnTo>
                    <a:lnTo>
                      <a:pt x="337" y="760"/>
                    </a:lnTo>
                    <a:lnTo>
                      <a:pt x="375" y="769"/>
                    </a:lnTo>
                    <a:lnTo>
                      <a:pt x="412" y="776"/>
                    </a:lnTo>
                    <a:lnTo>
                      <a:pt x="450" y="781"/>
                    </a:lnTo>
                    <a:lnTo>
                      <a:pt x="489" y="784"/>
                    </a:lnTo>
                    <a:lnTo>
                      <a:pt x="527" y="784"/>
                    </a:lnTo>
                    <a:lnTo>
                      <a:pt x="564" y="784"/>
                    </a:lnTo>
                    <a:lnTo>
                      <a:pt x="604" y="783"/>
                    </a:lnTo>
                    <a:lnTo>
                      <a:pt x="640" y="779"/>
                    </a:lnTo>
                    <a:lnTo>
                      <a:pt x="640" y="779"/>
                    </a:lnTo>
                    <a:lnTo>
                      <a:pt x="677" y="774"/>
                    </a:lnTo>
                    <a:lnTo>
                      <a:pt x="715" y="768"/>
                    </a:lnTo>
                    <a:lnTo>
                      <a:pt x="751" y="760"/>
                    </a:lnTo>
                    <a:lnTo>
                      <a:pt x="787" y="750"/>
                    </a:lnTo>
                    <a:lnTo>
                      <a:pt x="823" y="738"/>
                    </a:lnTo>
                    <a:lnTo>
                      <a:pt x="859" y="725"/>
                    </a:lnTo>
                    <a:lnTo>
                      <a:pt x="893" y="712"/>
                    </a:lnTo>
                    <a:lnTo>
                      <a:pt x="928" y="697"/>
                    </a:lnTo>
                    <a:lnTo>
                      <a:pt x="928" y="697"/>
                    </a:lnTo>
                    <a:lnTo>
                      <a:pt x="959" y="681"/>
                    </a:lnTo>
                    <a:lnTo>
                      <a:pt x="990" y="663"/>
                    </a:lnTo>
                    <a:lnTo>
                      <a:pt x="1018" y="643"/>
                    </a:lnTo>
                    <a:lnTo>
                      <a:pt x="1044" y="622"/>
                    </a:lnTo>
                    <a:lnTo>
                      <a:pt x="1068" y="598"/>
                    </a:lnTo>
                    <a:lnTo>
                      <a:pt x="1091" y="571"/>
                    </a:lnTo>
                    <a:lnTo>
                      <a:pt x="1113" y="544"/>
                    </a:lnTo>
                    <a:lnTo>
                      <a:pt x="1131" y="514"/>
                    </a:lnTo>
                    <a:lnTo>
                      <a:pt x="1131" y="514"/>
                    </a:lnTo>
                    <a:lnTo>
                      <a:pt x="1142" y="488"/>
                    </a:lnTo>
                    <a:lnTo>
                      <a:pt x="1154" y="460"/>
                    </a:lnTo>
                    <a:lnTo>
                      <a:pt x="1160" y="432"/>
                    </a:lnTo>
                    <a:lnTo>
                      <a:pt x="1165" y="405"/>
                    </a:lnTo>
                    <a:lnTo>
                      <a:pt x="1168" y="375"/>
                    </a:lnTo>
                    <a:lnTo>
                      <a:pt x="1168" y="347"/>
                    </a:lnTo>
                    <a:lnTo>
                      <a:pt x="1165" y="318"/>
                    </a:lnTo>
                    <a:lnTo>
                      <a:pt x="1158" y="290"/>
                    </a:lnTo>
                    <a:lnTo>
                      <a:pt x="1158" y="290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9" name="Freeform 169"/>
              <p:cNvSpPr/>
              <p:nvPr/>
            </p:nvSpPr>
            <p:spPr bwMode="auto">
              <a:xfrm>
                <a:off x="5797550" y="714375"/>
                <a:ext cx="160338" cy="103188"/>
              </a:xfrm>
              <a:custGeom>
                <a:avLst/>
                <a:gdLst/>
                <a:ahLst/>
                <a:cxnLst>
                  <a:cxn ang="0">
                    <a:pos x="199" y="69"/>
                  </a:cxn>
                  <a:cxn ang="0">
                    <a:pos x="191" y="52"/>
                  </a:cxn>
                  <a:cxn ang="0">
                    <a:pos x="180" y="38"/>
                  </a:cxn>
                  <a:cxn ang="0">
                    <a:pos x="165" y="26"/>
                  </a:cxn>
                  <a:cxn ang="0">
                    <a:pos x="129" y="10"/>
                  </a:cxn>
                  <a:cxn ang="0">
                    <a:pos x="90" y="2"/>
                  </a:cxn>
                  <a:cxn ang="0">
                    <a:pos x="72" y="0"/>
                  </a:cxn>
                  <a:cxn ang="0">
                    <a:pos x="68" y="3"/>
                  </a:cxn>
                  <a:cxn ang="0">
                    <a:pos x="70" y="8"/>
                  </a:cxn>
                  <a:cxn ang="0">
                    <a:pos x="96" y="18"/>
                  </a:cxn>
                  <a:cxn ang="0">
                    <a:pos x="136" y="33"/>
                  </a:cxn>
                  <a:cxn ang="0">
                    <a:pos x="160" y="46"/>
                  </a:cxn>
                  <a:cxn ang="0">
                    <a:pos x="170" y="56"/>
                  </a:cxn>
                  <a:cxn ang="0">
                    <a:pos x="178" y="69"/>
                  </a:cxn>
                  <a:cxn ang="0">
                    <a:pos x="183" y="83"/>
                  </a:cxn>
                  <a:cxn ang="0">
                    <a:pos x="180" y="98"/>
                  </a:cxn>
                  <a:cxn ang="0">
                    <a:pos x="167" y="108"/>
                  </a:cxn>
                  <a:cxn ang="0">
                    <a:pos x="155" y="111"/>
                  </a:cxn>
                  <a:cxn ang="0">
                    <a:pos x="127" y="111"/>
                  </a:cxn>
                  <a:cxn ang="0">
                    <a:pos x="114" y="110"/>
                  </a:cxn>
                  <a:cxn ang="0">
                    <a:pos x="95" y="105"/>
                  </a:cxn>
                  <a:cxn ang="0">
                    <a:pos x="57" y="83"/>
                  </a:cxn>
                  <a:cxn ang="0">
                    <a:pos x="39" y="72"/>
                  </a:cxn>
                  <a:cxn ang="0">
                    <a:pos x="18" y="51"/>
                  </a:cxn>
                  <a:cxn ang="0">
                    <a:pos x="13" y="43"/>
                  </a:cxn>
                  <a:cxn ang="0">
                    <a:pos x="10" y="33"/>
                  </a:cxn>
                  <a:cxn ang="0">
                    <a:pos x="14" y="23"/>
                  </a:cxn>
                  <a:cxn ang="0">
                    <a:pos x="31" y="8"/>
                  </a:cxn>
                  <a:cxn ang="0">
                    <a:pos x="32" y="7"/>
                  </a:cxn>
                  <a:cxn ang="0">
                    <a:pos x="31" y="5"/>
                  </a:cxn>
                  <a:cxn ang="0">
                    <a:pos x="31" y="5"/>
                  </a:cxn>
                  <a:cxn ang="0">
                    <a:pos x="8" y="15"/>
                  </a:cxn>
                  <a:cxn ang="0">
                    <a:pos x="0" y="29"/>
                  </a:cxn>
                  <a:cxn ang="0">
                    <a:pos x="1" y="49"/>
                  </a:cxn>
                  <a:cxn ang="0">
                    <a:pos x="14" y="69"/>
                  </a:cxn>
                  <a:cxn ang="0">
                    <a:pos x="23" y="79"/>
                  </a:cxn>
                  <a:cxn ang="0">
                    <a:pos x="46" y="98"/>
                  </a:cxn>
                  <a:cxn ang="0">
                    <a:pos x="73" y="115"/>
                  </a:cxn>
                  <a:cxn ang="0">
                    <a:pos x="101" y="126"/>
                  </a:cxn>
                  <a:cxn ang="0">
                    <a:pos x="114" y="128"/>
                  </a:cxn>
                  <a:cxn ang="0">
                    <a:pos x="147" y="129"/>
                  </a:cxn>
                  <a:cxn ang="0">
                    <a:pos x="178" y="121"/>
                  </a:cxn>
                  <a:cxn ang="0">
                    <a:pos x="190" y="113"/>
                  </a:cxn>
                  <a:cxn ang="0">
                    <a:pos x="198" y="103"/>
                  </a:cxn>
                  <a:cxn ang="0">
                    <a:pos x="201" y="88"/>
                  </a:cxn>
                  <a:cxn ang="0">
                    <a:pos x="199" y="69"/>
                  </a:cxn>
                </a:cxnLst>
                <a:rect l="0" t="0" r="r" b="b"/>
                <a:pathLst>
                  <a:path w="201" h="129">
                    <a:moveTo>
                      <a:pt x="199" y="69"/>
                    </a:moveTo>
                    <a:lnTo>
                      <a:pt x="199" y="69"/>
                    </a:lnTo>
                    <a:lnTo>
                      <a:pt x="196" y="61"/>
                    </a:lnTo>
                    <a:lnTo>
                      <a:pt x="191" y="52"/>
                    </a:lnTo>
                    <a:lnTo>
                      <a:pt x="186" y="44"/>
                    </a:lnTo>
                    <a:lnTo>
                      <a:pt x="180" y="38"/>
                    </a:lnTo>
                    <a:lnTo>
                      <a:pt x="173" y="31"/>
                    </a:lnTo>
                    <a:lnTo>
                      <a:pt x="165" y="26"/>
                    </a:lnTo>
                    <a:lnTo>
                      <a:pt x="147" y="16"/>
                    </a:lnTo>
                    <a:lnTo>
                      <a:pt x="129" y="10"/>
                    </a:lnTo>
                    <a:lnTo>
                      <a:pt x="109" y="5"/>
                    </a:lnTo>
                    <a:lnTo>
                      <a:pt x="90" y="2"/>
                    </a:lnTo>
                    <a:lnTo>
                      <a:pt x="72" y="0"/>
                    </a:lnTo>
                    <a:lnTo>
                      <a:pt x="72" y="0"/>
                    </a:lnTo>
                    <a:lnTo>
                      <a:pt x="70" y="0"/>
                    </a:lnTo>
                    <a:lnTo>
                      <a:pt x="68" y="3"/>
                    </a:lnTo>
                    <a:lnTo>
                      <a:pt x="68" y="5"/>
                    </a:lnTo>
                    <a:lnTo>
                      <a:pt x="70" y="8"/>
                    </a:lnTo>
                    <a:lnTo>
                      <a:pt x="70" y="8"/>
                    </a:lnTo>
                    <a:lnTo>
                      <a:pt x="96" y="18"/>
                    </a:lnTo>
                    <a:lnTo>
                      <a:pt x="122" y="26"/>
                    </a:lnTo>
                    <a:lnTo>
                      <a:pt x="136" y="33"/>
                    </a:lnTo>
                    <a:lnTo>
                      <a:pt x="149" y="39"/>
                    </a:lnTo>
                    <a:lnTo>
                      <a:pt x="160" y="46"/>
                    </a:lnTo>
                    <a:lnTo>
                      <a:pt x="170" y="56"/>
                    </a:lnTo>
                    <a:lnTo>
                      <a:pt x="170" y="56"/>
                    </a:lnTo>
                    <a:lnTo>
                      <a:pt x="175" y="62"/>
                    </a:lnTo>
                    <a:lnTo>
                      <a:pt x="178" y="69"/>
                    </a:lnTo>
                    <a:lnTo>
                      <a:pt x="181" y="77"/>
                    </a:lnTo>
                    <a:lnTo>
                      <a:pt x="183" y="83"/>
                    </a:lnTo>
                    <a:lnTo>
                      <a:pt x="181" y="92"/>
                    </a:lnTo>
                    <a:lnTo>
                      <a:pt x="180" y="98"/>
                    </a:lnTo>
                    <a:lnTo>
                      <a:pt x="175" y="103"/>
                    </a:lnTo>
                    <a:lnTo>
                      <a:pt x="167" y="108"/>
                    </a:lnTo>
                    <a:lnTo>
                      <a:pt x="167" y="108"/>
                    </a:lnTo>
                    <a:lnTo>
                      <a:pt x="155" y="111"/>
                    </a:lnTo>
                    <a:lnTo>
                      <a:pt x="140" y="113"/>
                    </a:lnTo>
                    <a:lnTo>
                      <a:pt x="127" y="111"/>
                    </a:lnTo>
                    <a:lnTo>
                      <a:pt x="114" y="110"/>
                    </a:lnTo>
                    <a:lnTo>
                      <a:pt x="114" y="110"/>
                    </a:lnTo>
                    <a:lnTo>
                      <a:pt x="104" y="108"/>
                    </a:lnTo>
                    <a:lnTo>
                      <a:pt x="95" y="105"/>
                    </a:lnTo>
                    <a:lnTo>
                      <a:pt x="75" y="95"/>
                    </a:lnTo>
                    <a:lnTo>
                      <a:pt x="57" y="83"/>
                    </a:lnTo>
                    <a:lnTo>
                      <a:pt x="39" y="72"/>
                    </a:lnTo>
                    <a:lnTo>
                      <a:pt x="39" y="72"/>
                    </a:lnTo>
                    <a:lnTo>
                      <a:pt x="24" y="59"/>
                    </a:lnTo>
                    <a:lnTo>
                      <a:pt x="18" y="51"/>
                    </a:lnTo>
                    <a:lnTo>
                      <a:pt x="13" y="43"/>
                    </a:lnTo>
                    <a:lnTo>
                      <a:pt x="13" y="43"/>
                    </a:lnTo>
                    <a:lnTo>
                      <a:pt x="11" y="38"/>
                    </a:lnTo>
                    <a:lnTo>
                      <a:pt x="10" y="33"/>
                    </a:lnTo>
                    <a:lnTo>
                      <a:pt x="11" y="28"/>
                    </a:lnTo>
                    <a:lnTo>
                      <a:pt x="14" y="23"/>
                    </a:lnTo>
                    <a:lnTo>
                      <a:pt x="23" y="15"/>
                    </a:lnTo>
                    <a:lnTo>
                      <a:pt x="31" y="8"/>
                    </a:lnTo>
                    <a:lnTo>
                      <a:pt x="31" y="8"/>
                    </a:lnTo>
                    <a:lnTo>
                      <a:pt x="32" y="7"/>
                    </a:lnTo>
                    <a:lnTo>
                      <a:pt x="32" y="7"/>
                    </a:lnTo>
                    <a:lnTo>
                      <a:pt x="31" y="5"/>
                    </a:lnTo>
                    <a:lnTo>
                      <a:pt x="31" y="5"/>
                    </a:lnTo>
                    <a:lnTo>
                      <a:pt x="31" y="5"/>
                    </a:lnTo>
                    <a:lnTo>
                      <a:pt x="18" y="8"/>
                    </a:lnTo>
                    <a:lnTo>
                      <a:pt x="8" y="15"/>
                    </a:lnTo>
                    <a:lnTo>
                      <a:pt x="3" y="21"/>
                    </a:lnTo>
                    <a:lnTo>
                      <a:pt x="0" y="29"/>
                    </a:lnTo>
                    <a:lnTo>
                      <a:pt x="0" y="39"/>
                    </a:lnTo>
                    <a:lnTo>
                      <a:pt x="1" y="49"/>
                    </a:lnTo>
                    <a:lnTo>
                      <a:pt x="6" y="59"/>
                    </a:lnTo>
                    <a:lnTo>
                      <a:pt x="14" y="69"/>
                    </a:lnTo>
                    <a:lnTo>
                      <a:pt x="14" y="69"/>
                    </a:lnTo>
                    <a:lnTo>
                      <a:pt x="23" y="79"/>
                    </a:lnTo>
                    <a:lnTo>
                      <a:pt x="34" y="88"/>
                    </a:lnTo>
                    <a:lnTo>
                      <a:pt x="46" y="98"/>
                    </a:lnTo>
                    <a:lnTo>
                      <a:pt x="59" y="106"/>
                    </a:lnTo>
                    <a:lnTo>
                      <a:pt x="73" y="115"/>
                    </a:lnTo>
                    <a:lnTo>
                      <a:pt x="86" y="121"/>
                    </a:lnTo>
                    <a:lnTo>
                      <a:pt x="101" y="126"/>
                    </a:lnTo>
                    <a:lnTo>
                      <a:pt x="114" y="128"/>
                    </a:lnTo>
                    <a:lnTo>
                      <a:pt x="114" y="128"/>
                    </a:lnTo>
                    <a:lnTo>
                      <a:pt x="131" y="129"/>
                    </a:lnTo>
                    <a:lnTo>
                      <a:pt x="147" y="129"/>
                    </a:lnTo>
                    <a:lnTo>
                      <a:pt x="163" y="126"/>
                    </a:lnTo>
                    <a:lnTo>
                      <a:pt x="178" y="121"/>
                    </a:lnTo>
                    <a:lnTo>
                      <a:pt x="185" y="118"/>
                    </a:lnTo>
                    <a:lnTo>
                      <a:pt x="190" y="113"/>
                    </a:lnTo>
                    <a:lnTo>
                      <a:pt x="194" y="108"/>
                    </a:lnTo>
                    <a:lnTo>
                      <a:pt x="198" y="103"/>
                    </a:lnTo>
                    <a:lnTo>
                      <a:pt x="201" y="97"/>
                    </a:lnTo>
                    <a:lnTo>
                      <a:pt x="201" y="88"/>
                    </a:lnTo>
                    <a:lnTo>
                      <a:pt x="201" y="79"/>
                    </a:lnTo>
                    <a:lnTo>
                      <a:pt x="199" y="69"/>
                    </a:lnTo>
                    <a:lnTo>
                      <a:pt x="199" y="69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0" name="Freeform 170"/>
              <p:cNvSpPr/>
              <p:nvPr/>
            </p:nvSpPr>
            <p:spPr bwMode="auto">
              <a:xfrm>
                <a:off x="5741988" y="803275"/>
                <a:ext cx="98425" cy="76200"/>
              </a:xfrm>
              <a:custGeom>
                <a:avLst/>
                <a:gdLst/>
                <a:ahLst/>
                <a:cxnLst>
                  <a:cxn ang="0">
                    <a:pos x="125" y="59"/>
                  </a:cxn>
                  <a:cxn ang="0">
                    <a:pos x="117" y="39"/>
                  </a:cxn>
                  <a:cxn ang="0">
                    <a:pos x="99" y="28"/>
                  </a:cxn>
                  <a:cxn ang="0">
                    <a:pos x="76" y="23"/>
                  </a:cxn>
                  <a:cxn ang="0">
                    <a:pos x="56" y="24"/>
                  </a:cxn>
                  <a:cxn ang="0">
                    <a:pos x="53" y="28"/>
                  </a:cxn>
                  <a:cxn ang="0">
                    <a:pos x="53" y="33"/>
                  </a:cxn>
                  <a:cxn ang="0">
                    <a:pos x="56" y="34"/>
                  </a:cxn>
                  <a:cxn ang="0">
                    <a:pos x="85" y="41"/>
                  </a:cxn>
                  <a:cxn ang="0">
                    <a:pos x="99" y="47"/>
                  </a:cxn>
                  <a:cxn ang="0">
                    <a:pos x="108" y="57"/>
                  </a:cxn>
                  <a:cxn ang="0">
                    <a:pos x="108" y="62"/>
                  </a:cxn>
                  <a:cxn ang="0">
                    <a:pos x="105" y="70"/>
                  </a:cxn>
                  <a:cxn ang="0">
                    <a:pos x="90" y="77"/>
                  </a:cxn>
                  <a:cxn ang="0">
                    <a:pos x="82" y="78"/>
                  </a:cxn>
                  <a:cxn ang="0">
                    <a:pos x="64" y="77"/>
                  </a:cxn>
                  <a:cxn ang="0">
                    <a:pos x="45" y="70"/>
                  </a:cxn>
                  <a:cxn ang="0">
                    <a:pos x="27" y="60"/>
                  </a:cxn>
                  <a:cxn ang="0">
                    <a:pos x="17" y="46"/>
                  </a:cxn>
                  <a:cxn ang="0">
                    <a:pos x="13" y="36"/>
                  </a:cxn>
                  <a:cxn ang="0">
                    <a:pos x="20" y="21"/>
                  </a:cxn>
                  <a:cxn ang="0">
                    <a:pos x="33" y="11"/>
                  </a:cxn>
                  <a:cxn ang="0">
                    <a:pos x="51" y="10"/>
                  </a:cxn>
                  <a:cxn ang="0">
                    <a:pos x="59" y="11"/>
                  </a:cxn>
                  <a:cxn ang="0">
                    <a:pos x="64" y="8"/>
                  </a:cxn>
                  <a:cxn ang="0">
                    <a:pos x="61" y="2"/>
                  </a:cxn>
                  <a:cxn ang="0">
                    <a:pos x="51" y="0"/>
                  </a:cxn>
                  <a:cxn ang="0">
                    <a:pos x="30" y="2"/>
                  </a:cxn>
                  <a:cxn ang="0">
                    <a:pos x="12" y="11"/>
                  </a:cxn>
                  <a:cxn ang="0">
                    <a:pos x="2" y="28"/>
                  </a:cxn>
                  <a:cxn ang="0">
                    <a:pos x="0" y="39"/>
                  </a:cxn>
                  <a:cxn ang="0">
                    <a:pos x="4" y="52"/>
                  </a:cxn>
                  <a:cxn ang="0">
                    <a:pos x="18" y="74"/>
                  </a:cxn>
                  <a:cxn ang="0">
                    <a:pos x="41" y="87"/>
                  </a:cxn>
                  <a:cxn ang="0">
                    <a:pos x="67" y="93"/>
                  </a:cxn>
                  <a:cxn ang="0">
                    <a:pos x="81" y="95"/>
                  </a:cxn>
                  <a:cxn ang="0">
                    <a:pos x="95" y="92"/>
                  </a:cxn>
                  <a:cxn ang="0">
                    <a:pos x="112" y="85"/>
                  </a:cxn>
                  <a:cxn ang="0">
                    <a:pos x="121" y="74"/>
                  </a:cxn>
                  <a:cxn ang="0">
                    <a:pos x="125" y="59"/>
                  </a:cxn>
                </a:cxnLst>
                <a:rect l="0" t="0" r="r" b="b"/>
                <a:pathLst>
                  <a:path w="125" h="95">
                    <a:moveTo>
                      <a:pt x="125" y="59"/>
                    </a:moveTo>
                    <a:lnTo>
                      <a:pt x="125" y="59"/>
                    </a:lnTo>
                    <a:lnTo>
                      <a:pt x="123" y="47"/>
                    </a:lnTo>
                    <a:lnTo>
                      <a:pt x="117" y="39"/>
                    </a:lnTo>
                    <a:lnTo>
                      <a:pt x="108" y="33"/>
                    </a:lnTo>
                    <a:lnTo>
                      <a:pt x="99" y="28"/>
                    </a:lnTo>
                    <a:lnTo>
                      <a:pt x="87" y="24"/>
                    </a:lnTo>
                    <a:lnTo>
                      <a:pt x="76" y="23"/>
                    </a:lnTo>
                    <a:lnTo>
                      <a:pt x="66" y="23"/>
                    </a:lnTo>
                    <a:lnTo>
                      <a:pt x="56" y="24"/>
                    </a:lnTo>
                    <a:lnTo>
                      <a:pt x="56" y="24"/>
                    </a:lnTo>
                    <a:lnTo>
                      <a:pt x="53" y="28"/>
                    </a:lnTo>
                    <a:lnTo>
                      <a:pt x="53" y="29"/>
                    </a:lnTo>
                    <a:lnTo>
                      <a:pt x="53" y="33"/>
                    </a:lnTo>
                    <a:lnTo>
                      <a:pt x="56" y="34"/>
                    </a:lnTo>
                    <a:lnTo>
                      <a:pt x="56" y="34"/>
                    </a:lnTo>
                    <a:lnTo>
                      <a:pt x="69" y="38"/>
                    </a:lnTo>
                    <a:lnTo>
                      <a:pt x="85" y="41"/>
                    </a:lnTo>
                    <a:lnTo>
                      <a:pt x="92" y="44"/>
                    </a:lnTo>
                    <a:lnTo>
                      <a:pt x="99" y="47"/>
                    </a:lnTo>
                    <a:lnTo>
                      <a:pt x="105" y="51"/>
                    </a:lnTo>
                    <a:lnTo>
                      <a:pt x="108" y="57"/>
                    </a:lnTo>
                    <a:lnTo>
                      <a:pt x="108" y="57"/>
                    </a:lnTo>
                    <a:lnTo>
                      <a:pt x="108" y="62"/>
                    </a:lnTo>
                    <a:lnTo>
                      <a:pt x="107" y="67"/>
                    </a:lnTo>
                    <a:lnTo>
                      <a:pt x="105" y="70"/>
                    </a:lnTo>
                    <a:lnTo>
                      <a:pt x="100" y="72"/>
                    </a:lnTo>
                    <a:lnTo>
                      <a:pt x="90" y="77"/>
                    </a:lnTo>
                    <a:lnTo>
                      <a:pt x="82" y="78"/>
                    </a:lnTo>
                    <a:lnTo>
                      <a:pt x="82" y="78"/>
                    </a:lnTo>
                    <a:lnTo>
                      <a:pt x="74" y="78"/>
                    </a:lnTo>
                    <a:lnTo>
                      <a:pt x="64" y="77"/>
                    </a:lnTo>
                    <a:lnTo>
                      <a:pt x="54" y="74"/>
                    </a:lnTo>
                    <a:lnTo>
                      <a:pt x="45" y="70"/>
                    </a:lnTo>
                    <a:lnTo>
                      <a:pt x="35" y="65"/>
                    </a:lnTo>
                    <a:lnTo>
                      <a:pt x="27" y="60"/>
                    </a:lnTo>
                    <a:lnTo>
                      <a:pt x="20" y="54"/>
                    </a:lnTo>
                    <a:lnTo>
                      <a:pt x="17" y="46"/>
                    </a:lnTo>
                    <a:lnTo>
                      <a:pt x="17" y="46"/>
                    </a:lnTo>
                    <a:lnTo>
                      <a:pt x="13" y="36"/>
                    </a:lnTo>
                    <a:lnTo>
                      <a:pt x="15" y="28"/>
                    </a:lnTo>
                    <a:lnTo>
                      <a:pt x="20" y="21"/>
                    </a:lnTo>
                    <a:lnTo>
                      <a:pt x="25" y="16"/>
                    </a:lnTo>
                    <a:lnTo>
                      <a:pt x="33" y="11"/>
                    </a:lnTo>
                    <a:lnTo>
                      <a:pt x="41" y="10"/>
                    </a:lnTo>
                    <a:lnTo>
                      <a:pt x="51" y="10"/>
                    </a:lnTo>
                    <a:lnTo>
                      <a:pt x="59" y="11"/>
                    </a:lnTo>
                    <a:lnTo>
                      <a:pt x="59" y="11"/>
                    </a:lnTo>
                    <a:lnTo>
                      <a:pt x="63" y="10"/>
                    </a:lnTo>
                    <a:lnTo>
                      <a:pt x="64" y="8"/>
                    </a:lnTo>
                    <a:lnTo>
                      <a:pt x="64" y="5"/>
                    </a:lnTo>
                    <a:lnTo>
                      <a:pt x="61" y="2"/>
                    </a:lnTo>
                    <a:lnTo>
                      <a:pt x="61" y="2"/>
                    </a:lnTo>
                    <a:lnTo>
                      <a:pt x="51" y="0"/>
                    </a:lnTo>
                    <a:lnTo>
                      <a:pt x="40" y="0"/>
                    </a:lnTo>
                    <a:lnTo>
                      <a:pt x="30" y="2"/>
                    </a:lnTo>
                    <a:lnTo>
                      <a:pt x="20" y="5"/>
                    </a:lnTo>
                    <a:lnTo>
                      <a:pt x="12" y="11"/>
                    </a:lnTo>
                    <a:lnTo>
                      <a:pt x="5" y="18"/>
                    </a:lnTo>
                    <a:lnTo>
                      <a:pt x="2" y="28"/>
                    </a:lnTo>
                    <a:lnTo>
                      <a:pt x="0" y="39"/>
                    </a:lnTo>
                    <a:lnTo>
                      <a:pt x="0" y="39"/>
                    </a:lnTo>
                    <a:lnTo>
                      <a:pt x="2" y="46"/>
                    </a:lnTo>
                    <a:lnTo>
                      <a:pt x="4" y="52"/>
                    </a:lnTo>
                    <a:lnTo>
                      <a:pt x="10" y="64"/>
                    </a:lnTo>
                    <a:lnTo>
                      <a:pt x="18" y="74"/>
                    </a:lnTo>
                    <a:lnTo>
                      <a:pt x="30" y="80"/>
                    </a:lnTo>
                    <a:lnTo>
                      <a:pt x="41" y="87"/>
                    </a:lnTo>
                    <a:lnTo>
                      <a:pt x="54" y="90"/>
                    </a:lnTo>
                    <a:lnTo>
                      <a:pt x="67" y="93"/>
                    </a:lnTo>
                    <a:lnTo>
                      <a:pt x="81" y="95"/>
                    </a:lnTo>
                    <a:lnTo>
                      <a:pt x="81" y="95"/>
                    </a:lnTo>
                    <a:lnTo>
                      <a:pt x="87" y="93"/>
                    </a:lnTo>
                    <a:lnTo>
                      <a:pt x="95" y="92"/>
                    </a:lnTo>
                    <a:lnTo>
                      <a:pt x="103" y="90"/>
                    </a:lnTo>
                    <a:lnTo>
                      <a:pt x="112" y="85"/>
                    </a:lnTo>
                    <a:lnTo>
                      <a:pt x="118" y="80"/>
                    </a:lnTo>
                    <a:lnTo>
                      <a:pt x="121" y="74"/>
                    </a:lnTo>
                    <a:lnTo>
                      <a:pt x="125" y="67"/>
                    </a:lnTo>
                    <a:lnTo>
                      <a:pt x="125" y="59"/>
                    </a:lnTo>
                    <a:lnTo>
                      <a:pt x="125" y="59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1" name="Freeform 171"/>
              <p:cNvSpPr/>
              <p:nvPr/>
            </p:nvSpPr>
            <p:spPr bwMode="auto">
              <a:xfrm>
                <a:off x="5680075" y="898525"/>
                <a:ext cx="44450" cy="25400"/>
              </a:xfrm>
              <a:custGeom>
                <a:avLst/>
                <a:gdLst/>
                <a:ahLst/>
                <a:cxnLst>
                  <a:cxn ang="0">
                    <a:pos x="47" y="7"/>
                  </a:cxn>
                  <a:cxn ang="0">
                    <a:pos x="41" y="4"/>
                  </a:cxn>
                  <a:cxn ang="0">
                    <a:pos x="36" y="4"/>
                  </a:cxn>
                  <a:cxn ang="0">
                    <a:pos x="36" y="4"/>
                  </a:cxn>
                  <a:cxn ang="0">
                    <a:pos x="36" y="4"/>
                  </a:cxn>
                  <a:cxn ang="0">
                    <a:pos x="28" y="4"/>
                  </a:cxn>
                  <a:cxn ang="0">
                    <a:pos x="24" y="5"/>
                  </a:cxn>
                  <a:cxn ang="0">
                    <a:pos x="23" y="10"/>
                  </a:cxn>
                  <a:cxn ang="0">
                    <a:pos x="24" y="13"/>
                  </a:cxn>
                  <a:cxn ang="0">
                    <a:pos x="31" y="17"/>
                  </a:cxn>
                  <a:cxn ang="0">
                    <a:pos x="31" y="17"/>
                  </a:cxn>
                  <a:cxn ang="0">
                    <a:pos x="26" y="18"/>
                  </a:cxn>
                  <a:cxn ang="0">
                    <a:pos x="26" y="18"/>
                  </a:cxn>
                  <a:cxn ang="0">
                    <a:pos x="23" y="18"/>
                  </a:cxn>
                  <a:cxn ang="0">
                    <a:pos x="18" y="18"/>
                  </a:cxn>
                  <a:cxn ang="0">
                    <a:pos x="15" y="18"/>
                  </a:cxn>
                  <a:cxn ang="0">
                    <a:pos x="13" y="18"/>
                  </a:cxn>
                  <a:cxn ang="0">
                    <a:pos x="13" y="18"/>
                  </a:cxn>
                  <a:cxn ang="0">
                    <a:pos x="10" y="18"/>
                  </a:cxn>
                  <a:cxn ang="0">
                    <a:pos x="10" y="17"/>
                  </a:cxn>
                  <a:cxn ang="0">
                    <a:pos x="10" y="17"/>
                  </a:cxn>
                  <a:cxn ang="0">
                    <a:pos x="11" y="15"/>
                  </a:cxn>
                  <a:cxn ang="0">
                    <a:pos x="15" y="13"/>
                  </a:cxn>
                  <a:cxn ang="0">
                    <a:pos x="18" y="10"/>
                  </a:cxn>
                  <a:cxn ang="0">
                    <a:pos x="24" y="5"/>
                  </a:cxn>
                  <a:cxn ang="0">
                    <a:pos x="24" y="2"/>
                  </a:cxn>
                  <a:cxn ang="0">
                    <a:pos x="21" y="0"/>
                  </a:cxn>
                  <a:cxn ang="0">
                    <a:pos x="13" y="4"/>
                  </a:cxn>
                  <a:cxn ang="0">
                    <a:pos x="5" y="9"/>
                  </a:cxn>
                  <a:cxn ang="0">
                    <a:pos x="0" y="18"/>
                  </a:cxn>
                  <a:cxn ang="0">
                    <a:pos x="0" y="23"/>
                  </a:cxn>
                  <a:cxn ang="0">
                    <a:pos x="8" y="30"/>
                  </a:cxn>
                  <a:cxn ang="0">
                    <a:pos x="13" y="31"/>
                  </a:cxn>
                  <a:cxn ang="0">
                    <a:pos x="37" y="31"/>
                  </a:cxn>
                  <a:cxn ang="0">
                    <a:pos x="44" y="30"/>
                  </a:cxn>
                  <a:cxn ang="0">
                    <a:pos x="54" y="23"/>
                  </a:cxn>
                  <a:cxn ang="0">
                    <a:pos x="55" y="18"/>
                  </a:cxn>
                  <a:cxn ang="0">
                    <a:pos x="54" y="12"/>
                  </a:cxn>
                  <a:cxn ang="0">
                    <a:pos x="47" y="7"/>
                  </a:cxn>
                </a:cxnLst>
                <a:rect l="0" t="0" r="r" b="b"/>
                <a:pathLst>
                  <a:path w="55" h="31">
                    <a:moveTo>
                      <a:pt x="47" y="7"/>
                    </a:moveTo>
                    <a:lnTo>
                      <a:pt x="47" y="7"/>
                    </a:lnTo>
                    <a:lnTo>
                      <a:pt x="41" y="4"/>
                    </a:lnTo>
                    <a:lnTo>
                      <a:pt x="41" y="4"/>
                    </a:lnTo>
                    <a:lnTo>
                      <a:pt x="36" y="4"/>
                    </a:lnTo>
                    <a:lnTo>
                      <a:pt x="36" y="4"/>
                    </a:lnTo>
                    <a:lnTo>
                      <a:pt x="36" y="4"/>
                    </a:lnTo>
                    <a:lnTo>
                      <a:pt x="36" y="4"/>
                    </a:lnTo>
                    <a:lnTo>
                      <a:pt x="36" y="4"/>
                    </a:lnTo>
                    <a:lnTo>
                      <a:pt x="36" y="4"/>
                    </a:lnTo>
                    <a:lnTo>
                      <a:pt x="31" y="2"/>
                    </a:lnTo>
                    <a:lnTo>
                      <a:pt x="28" y="4"/>
                    </a:lnTo>
                    <a:lnTo>
                      <a:pt x="28" y="4"/>
                    </a:lnTo>
                    <a:lnTo>
                      <a:pt x="24" y="5"/>
                    </a:lnTo>
                    <a:lnTo>
                      <a:pt x="23" y="7"/>
                    </a:lnTo>
                    <a:lnTo>
                      <a:pt x="23" y="10"/>
                    </a:lnTo>
                    <a:lnTo>
                      <a:pt x="24" y="13"/>
                    </a:lnTo>
                    <a:lnTo>
                      <a:pt x="24" y="13"/>
                    </a:lnTo>
                    <a:lnTo>
                      <a:pt x="31" y="17"/>
                    </a:lnTo>
                    <a:lnTo>
                      <a:pt x="31" y="17"/>
                    </a:lnTo>
                    <a:lnTo>
                      <a:pt x="31" y="17"/>
                    </a:lnTo>
                    <a:lnTo>
                      <a:pt x="31" y="17"/>
                    </a:lnTo>
                    <a:lnTo>
                      <a:pt x="26" y="18"/>
                    </a:lnTo>
                    <a:lnTo>
                      <a:pt x="26" y="18"/>
                    </a:lnTo>
                    <a:lnTo>
                      <a:pt x="26" y="18"/>
                    </a:lnTo>
                    <a:lnTo>
                      <a:pt x="26" y="18"/>
                    </a:lnTo>
                    <a:lnTo>
                      <a:pt x="23" y="18"/>
                    </a:lnTo>
                    <a:lnTo>
                      <a:pt x="23" y="18"/>
                    </a:lnTo>
                    <a:lnTo>
                      <a:pt x="18" y="18"/>
                    </a:lnTo>
                    <a:lnTo>
                      <a:pt x="18" y="18"/>
                    </a:lnTo>
                    <a:lnTo>
                      <a:pt x="15" y="18"/>
                    </a:lnTo>
                    <a:lnTo>
                      <a:pt x="15" y="18"/>
                    </a:lnTo>
                    <a:lnTo>
                      <a:pt x="13" y="18"/>
                    </a:lnTo>
                    <a:lnTo>
                      <a:pt x="13" y="18"/>
                    </a:lnTo>
                    <a:lnTo>
                      <a:pt x="13" y="18"/>
                    </a:lnTo>
                    <a:lnTo>
                      <a:pt x="13" y="18"/>
                    </a:lnTo>
                    <a:lnTo>
                      <a:pt x="10" y="18"/>
                    </a:lnTo>
                    <a:lnTo>
                      <a:pt x="10" y="18"/>
                    </a:lnTo>
                    <a:lnTo>
                      <a:pt x="10" y="17"/>
                    </a:lnTo>
                    <a:lnTo>
                      <a:pt x="10" y="17"/>
                    </a:lnTo>
                    <a:lnTo>
                      <a:pt x="10" y="17"/>
                    </a:lnTo>
                    <a:lnTo>
                      <a:pt x="10" y="17"/>
                    </a:lnTo>
                    <a:lnTo>
                      <a:pt x="11" y="15"/>
                    </a:lnTo>
                    <a:lnTo>
                      <a:pt x="11" y="15"/>
                    </a:lnTo>
                    <a:lnTo>
                      <a:pt x="15" y="13"/>
                    </a:lnTo>
                    <a:lnTo>
                      <a:pt x="15" y="13"/>
                    </a:lnTo>
                    <a:lnTo>
                      <a:pt x="18" y="10"/>
                    </a:lnTo>
                    <a:lnTo>
                      <a:pt x="18" y="10"/>
                    </a:lnTo>
                    <a:lnTo>
                      <a:pt x="24" y="5"/>
                    </a:lnTo>
                    <a:lnTo>
                      <a:pt x="24" y="5"/>
                    </a:lnTo>
                    <a:lnTo>
                      <a:pt x="26" y="4"/>
                    </a:lnTo>
                    <a:lnTo>
                      <a:pt x="24" y="2"/>
                    </a:lnTo>
                    <a:lnTo>
                      <a:pt x="23" y="0"/>
                    </a:lnTo>
                    <a:lnTo>
                      <a:pt x="21" y="0"/>
                    </a:lnTo>
                    <a:lnTo>
                      <a:pt x="21" y="0"/>
                    </a:lnTo>
                    <a:lnTo>
                      <a:pt x="13" y="4"/>
                    </a:lnTo>
                    <a:lnTo>
                      <a:pt x="5" y="9"/>
                    </a:lnTo>
                    <a:lnTo>
                      <a:pt x="5" y="9"/>
                    </a:lnTo>
                    <a:lnTo>
                      <a:pt x="1" y="13"/>
                    </a:lnTo>
                    <a:lnTo>
                      <a:pt x="0" y="18"/>
                    </a:lnTo>
                    <a:lnTo>
                      <a:pt x="0" y="18"/>
                    </a:lnTo>
                    <a:lnTo>
                      <a:pt x="0" y="23"/>
                    </a:lnTo>
                    <a:lnTo>
                      <a:pt x="5" y="27"/>
                    </a:lnTo>
                    <a:lnTo>
                      <a:pt x="8" y="30"/>
                    </a:lnTo>
                    <a:lnTo>
                      <a:pt x="13" y="31"/>
                    </a:lnTo>
                    <a:lnTo>
                      <a:pt x="13" y="31"/>
                    </a:lnTo>
                    <a:lnTo>
                      <a:pt x="26" y="31"/>
                    </a:lnTo>
                    <a:lnTo>
                      <a:pt x="37" y="31"/>
                    </a:lnTo>
                    <a:lnTo>
                      <a:pt x="37" y="31"/>
                    </a:lnTo>
                    <a:lnTo>
                      <a:pt x="44" y="30"/>
                    </a:lnTo>
                    <a:lnTo>
                      <a:pt x="49" y="27"/>
                    </a:lnTo>
                    <a:lnTo>
                      <a:pt x="54" y="23"/>
                    </a:lnTo>
                    <a:lnTo>
                      <a:pt x="55" y="18"/>
                    </a:lnTo>
                    <a:lnTo>
                      <a:pt x="55" y="18"/>
                    </a:lnTo>
                    <a:lnTo>
                      <a:pt x="55" y="15"/>
                    </a:lnTo>
                    <a:lnTo>
                      <a:pt x="54" y="12"/>
                    </a:lnTo>
                    <a:lnTo>
                      <a:pt x="47" y="7"/>
                    </a:lnTo>
                    <a:lnTo>
                      <a:pt x="47" y="7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</p:grpSp>
        <p:sp>
          <p:nvSpPr>
            <p:cNvPr id="3" name="TextBox 11"/>
            <p:cNvSpPr txBox="1"/>
            <p:nvPr/>
          </p:nvSpPr>
          <p:spPr>
            <a:xfrm>
              <a:off x="2790457" y="1367199"/>
              <a:ext cx="1232558" cy="4595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4800" dirty="0" smtClean="0">
                  <a:solidFill>
                    <a:schemeClr val="bg1"/>
                  </a:solidFill>
                  <a:latin typeface="站酷小薇LOGO体" panose="02010600010101010101" charset="-122"/>
                  <a:ea typeface="站酷小薇LOGO体" panose="02010600010101010101" charset="-122"/>
                </a:rPr>
                <a:t>Thank You</a:t>
              </a:r>
              <a:r>
                <a:rPr lang="zh-CN" altLang="en-US" sz="4800" dirty="0" smtClean="0">
                  <a:solidFill>
                    <a:schemeClr val="bg1"/>
                  </a:solidFill>
                  <a:latin typeface="站酷小薇LOGO体" panose="02010600010101010101" charset="-122"/>
                  <a:ea typeface="站酷小薇LOGO体" panose="02010600010101010101" charset="-122"/>
                </a:rPr>
                <a:t>！</a:t>
              </a:r>
              <a:endParaRPr lang="zh-CN" altLang="en-US" sz="4800" dirty="0" smtClean="0">
                <a:solidFill>
                  <a:schemeClr val="bg1"/>
                </a:solidFill>
                <a:latin typeface="站酷小薇LOGO体" panose="02010600010101010101" charset="-122"/>
                <a:ea typeface="站酷小薇LOGO体" panose="02010600010101010101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3250">
        <p15:prstTrans prst="origami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843</Words>
  <Application>WPS 演示</Application>
  <PresentationFormat>全屏显示(16:9)</PresentationFormat>
  <Paragraphs>151</Paragraphs>
  <Slides>15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5" baseType="lpstr">
      <vt:lpstr>Arial</vt:lpstr>
      <vt:lpstr>宋体</vt:lpstr>
      <vt:lpstr>Wingdings</vt:lpstr>
      <vt:lpstr>方正静蕾简体</vt:lpstr>
      <vt:lpstr>站酷小薇LOGO体</vt:lpstr>
      <vt:lpstr>Wingdings</vt:lpstr>
      <vt:lpstr>Calibri</vt:lpstr>
      <vt:lpstr>微软雅黑</vt:lpstr>
      <vt:lpstr>Arial Unicode MS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Administrator</dc:creator>
  <cp:lastModifiedBy>什么。</cp:lastModifiedBy>
  <cp:revision>137</cp:revision>
  <dcterms:created xsi:type="dcterms:W3CDTF">2015-10-28T03:45:00Z</dcterms:created>
  <dcterms:modified xsi:type="dcterms:W3CDTF">2021-06-20T04:16:12Z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F1B73369BFD844F2B7B486200790E536</vt:lpwstr>
  </property>
  <property fmtid="{D5CDD505-2E9C-101B-9397-08002B2CF9AE}" pid="3" name="KSOProductBuildVer">
    <vt:lpwstr>2052-11.1.0.10314</vt:lpwstr>
  </property>
  <property fmtid="{D5CDD505-2E9C-101B-9397-08002B2CF9AE}" pid="4" name="KSOSaveFontToCloudKey">
    <vt:lpwstr>307590092_btnclosed</vt:lpwstr>
  </property>
</Properties>
</file>